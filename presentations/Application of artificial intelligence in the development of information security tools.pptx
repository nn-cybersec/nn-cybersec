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63" r:id="rId2"/>
    <p:sldId id="262" r:id="rId3"/>
    <p:sldId id="264" r:id="rId4"/>
    <p:sldId id="265" r:id="rId5"/>
    <p:sldId id="260" r:id="rId6"/>
    <p:sldId id="259" r:id="rId7"/>
    <p:sldId id="282" r:id="rId8"/>
    <p:sldId id="285" r:id="rId9"/>
    <p:sldId id="288" r:id="rId10"/>
    <p:sldId id="269" r:id="rId11"/>
    <p:sldId id="267" r:id="rId12"/>
    <p:sldId id="270" r:id="rId13"/>
    <p:sldId id="283" r:id="rId14"/>
    <p:sldId id="284" r:id="rId15"/>
    <p:sldId id="286" r:id="rId16"/>
    <p:sldId id="271" r:id="rId17"/>
    <p:sldId id="272" r:id="rId18"/>
    <p:sldId id="273" r:id="rId19"/>
    <p:sldId id="287" r:id="rId20"/>
    <p:sldId id="268" r:id="rId21"/>
    <p:sldId id="266" r:id="rId22"/>
    <p:sldId id="281" r:id="rId23"/>
    <p:sldId id="26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Светлый стиль 1 — акцент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283" autoAdjust="0"/>
  </p:normalViewPr>
  <p:slideViewPr>
    <p:cSldViewPr snapToGrid="0" snapToObjects="1">
      <p:cViewPr>
        <p:scale>
          <a:sx n="50" d="100"/>
          <a:sy n="50" d="100"/>
        </p:scale>
        <p:origin x="2796"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hyperlink" Target="https://tenable.io/" TargetMode="External"/></Relationships>
</file>

<file path=ppt/diagrams/_rels/data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1" Type="http://schemas.openxmlformats.org/officeDocument/2006/relationships/hyperlink" Target="https://tenable.io/" TargetMode="External"/></Relationships>
</file>

<file path=ppt/diagrams/_rels/drawing8.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85D44F-49E8-4FA4-93DF-EAC52150DB3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ru-RU"/>
        </a:p>
      </dgm:t>
    </dgm:pt>
    <dgm:pt modelId="{B3D3E7FF-F235-4500-BE19-420A8BBEF3DF}">
      <dgm:prSet custT="1"/>
      <dgm:spPr/>
      <dgm:t>
        <a:bodyPr/>
        <a:lstStyle/>
        <a:p>
          <a:r>
            <a:rPr lang="ru-RU" sz="1200" b="1" dirty="0"/>
            <a:t>1. Системы обнаружения и предотвращения вторжений (IDS/IPS)</a:t>
          </a:r>
          <a:endParaRPr lang="ru-RU" sz="1200" dirty="0"/>
        </a:p>
      </dgm:t>
    </dgm:pt>
    <dgm:pt modelId="{7BEBA4C6-FB55-4E74-BC8D-687C41A21454}" type="parTrans" cxnId="{C6CA3683-3333-4E1C-98BC-7BEB9BC74F16}">
      <dgm:prSet/>
      <dgm:spPr/>
      <dgm:t>
        <a:bodyPr/>
        <a:lstStyle/>
        <a:p>
          <a:endParaRPr lang="ru-RU" sz="3200"/>
        </a:p>
      </dgm:t>
    </dgm:pt>
    <dgm:pt modelId="{1E6B9F5A-435F-4492-9A53-E4B84FCD3B9C}" type="sibTrans" cxnId="{C6CA3683-3333-4E1C-98BC-7BEB9BC74F16}">
      <dgm:prSet/>
      <dgm:spPr/>
      <dgm:t>
        <a:bodyPr/>
        <a:lstStyle/>
        <a:p>
          <a:endParaRPr lang="ru-RU" sz="3200"/>
        </a:p>
      </dgm:t>
    </dgm:pt>
    <dgm:pt modelId="{F36D756E-3E95-4856-8ECE-68CD97720B88}">
      <dgm:prSet custT="1"/>
      <dgm:spPr/>
      <dgm:t>
        <a:bodyPr/>
        <a:lstStyle/>
        <a:p>
          <a:r>
            <a:rPr lang="ru-RU" sz="1200" b="1" i="0" dirty="0"/>
            <a:t>Vectra AI</a:t>
          </a:r>
          <a:r>
            <a:rPr lang="ru-RU" sz="1200" b="0" i="0" dirty="0"/>
            <a:t>.</a:t>
          </a:r>
          <a:endParaRPr lang="ru-RU" sz="1200" dirty="0"/>
        </a:p>
      </dgm:t>
    </dgm:pt>
    <dgm:pt modelId="{56D1DCE1-2D0F-4F16-AE75-27938EFCD87B}" type="parTrans" cxnId="{DCCC9631-B5CA-4A0C-B8B6-B7DDBAFDAF03}">
      <dgm:prSet/>
      <dgm:spPr/>
      <dgm:t>
        <a:bodyPr/>
        <a:lstStyle/>
        <a:p>
          <a:endParaRPr lang="ru-RU" sz="3200"/>
        </a:p>
      </dgm:t>
    </dgm:pt>
    <dgm:pt modelId="{440E803E-01BA-4CE0-A388-9AE691AAB049}" type="sibTrans" cxnId="{DCCC9631-B5CA-4A0C-B8B6-B7DDBAFDAF03}">
      <dgm:prSet/>
      <dgm:spPr/>
      <dgm:t>
        <a:bodyPr/>
        <a:lstStyle/>
        <a:p>
          <a:endParaRPr lang="ru-RU" sz="3200"/>
        </a:p>
      </dgm:t>
    </dgm:pt>
    <dgm:pt modelId="{30C98FD8-310E-45F4-87F8-67CE063B7570}">
      <dgm:prSet custT="1"/>
      <dgm:spPr/>
      <dgm:t>
        <a:bodyPr/>
        <a:lstStyle/>
        <a:p>
          <a:r>
            <a:rPr lang="ru-RU" sz="1200" b="1" i="0" dirty="0" err="1"/>
            <a:t>CrowdStrike</a:t>
          </a:r>
          <a:r>
            <a:rPr lang="ru-RU" sz="1200" b="1" i="0" dirty="0"/>
            <a:t> Falcon Platform</a:t>
          </a:r>
          <a:endParaRPr lang="ru-RU" sz="1200" dirty="0"/>
        </a:p>
      </dgm:t>
    </dgm:pt>
    <dgm:pt modelId="{58FDEA26-A9D8-4422-8958-E8BB26843983}" type="parTrans" cxnId="{4200765E-FEE4-4AAB-A218-39A3901E2382}">
      <dgm:prSet/>
      <dgm:spPr/>
      <dgm:t>
        <a:bodyPr/>
        <a:lstStyle/>
        <a:p>
          <a:endParaRPr lang="ru-RU" sz="3200"/>
        </a:p>
      </dgm:t>
    </dgm:pt>
    <dgm:pt modelId="{7018A202-D8BF-49E6-A9A3-BD42F7D66C17}" type="sibTrans" cxnId="{4200765E-FEE4-4AAB-A218-39A3901E2382}">
      <dgm:prSet/>
      <dgm:spPr/>
      <dgm:t>
        <a:bodyPr/>
        <a:lstStyle/>
        <a:p>
          <a:endParaRPr lang="ru-RU" sz="3200"/>
        </a:p>
      </dgm:t>
    </dgm:pt>
    <dgm:pt modelId="{F9B4B48D-90AF-4E87-9309-6C7B389D0F93}">
      <dgm:prSet custT="1"/>
      <dgm:spPr/>
      <dgm:t>
        <a:bodyPr/>
        <a:lstStyle/>
        <a:p>
          <a:r>
            <a:rPr lang="ru-RU" sz="1200" b="1" i="0" dirty="0" err="1"/>
            <a:t>ExtraHop</a:t>
          </a:r>
          <a:r>
            <a:rPr lang="ru-RU" sz="1200" b="1" i="0" dirty="0"/>
            <a:t> </a:t>
          </a:r>
          <a:r>
            <a:rPr lang="ru-RU" sz="1200" b="1" i="0" dirty="0" err="1"/>
            <a:t>Reveal</a:t>
          </a:r>
          <a:r>
            <a:rPr lang="ru-RU" sz="1200" b="1" i="0" dirty="0"/>
            <a:t>(x</a:t>
          </a:r>
          <a:endParaRPr lang="ru-RU" sz="1200" dirty="0"/>
        </a:p>
      </dgm:t>
    </dgm:pt>
    <dgm:pt modelId="{E157366F-6AE8-49F1-9803-39F3A407C6F4}" type="parTrans" cxnId="{4599BEEF-6700-4E85-B962-3C5D6EE2E91D}">
      <dgm:prSet/>
      <dgm:spPr/>
      <dgm:t>
        <a:bodyPr/>
        <a:lstStyle/>
        <a:p>
          <a:endParaRPr lang="ru-RU" sz="3200"/>
        </a:p>
      </dgm:t>
    </dgm:pt>
    <dgm:pt modelId="{2316BD69-82E2-4C8E-945B-81EC57F679F1}" type="sibTrans" cxnId="{4599BEEF-6700-4E85-B962-3C5D6EE2E91D}">
      <dgm:prSet/>
      <dgm:spPr/>
      <dgm:t>
        <a:bodyPr/>
        <a:lstStyle/>
        <a:p>
          <a:endParaRPr lang="ru-RU" sz="3200"/>
        </a:p>
      </dgm:t>
    </dgm:pt>
    <dgm:pt modelId="{C2487D9A-2326-4846-B24F-C301AA56098C}">
      <dgm:prSet custT="1"/>
      <dgm:spPr/>
      <dgm:t>
        <a:bodyPr/>
        <a:lstStyle/>
        <a:p>
          <a:r>
            <a:rPr lang="ru-RU" sz="1200" b="1" dirty="0"/>
            <a:t>2. Платформы безопасности на базе ИИ (AI-Driven Security </a:t>
          </a:r>
          <a:r>
            <a:rPr lang="ru-RU" sz="1200" b="1" dirty="0" err="1"/>
            <a:t>Platforms</a:t>
          </a:r>
          <a:r>
            <a:rPr lang="ru-RU" sz="1200" b="1" dirty="0"/>
            <a:t>)</a:t>
          </a:r>
          <a:endParaRPr lang="ru-RU" sz="1200" dirty="0"/>
        </a:p>
      </dgm:t>
    </dgm:pt>
    <dgm:pt modelId="{9DE57D19-7767-46C0-86BE-5D8108DF31BB}" type="parTrans" cxnId="{BD866846-2E38-4AF4-A5EB-249037CD30B3}">
      <dgm:prSet/>
      <dgm:spPr/>
      <dgm:t>
        <a:bodyPr/>
        <a:lstStyle/>
        <a:p>
          <a:endParaRPr lang="ru-RU" sz="3200"/>
        </a:p>
      </dgm:t>
    </dgm:pt>
    <dgm:pt modelId="{D3C6972F-14B7-4087-8ACC-101FCB9F11F7}" type="sibTrans" cxnId="{BD866846-2E38-4AF4-A5EB-249037CD30B3}">
      <dgm:prSet/>
      <dgm:spPr/>
      <dgm:t>
        <a:bodyPr/>
        <a:lstStyle/>
        <a:p>
          <a:endParaRPr lang="ru-RU" sz="3200"/>
        </a:p>
      </dgm:t>
    </dgm:pt>
    <dgm:pt modelId="{7834F9A2-69A2-43F3-8C68-08292D9D25CE}">
      <dgm:prSet custT="1"/>
      <dgm:spPr/>
      <dgm:t>
        <a:bodyPr/>
        <a:lstStyle/>
        <a:p>
          <a:r>
            <a:rPr lang="ru-RU" sz="1200" b="1" i="0" dirty="0"/>
            <a:t>IBM Security </a:t>
          </a:r>
          <a:r>
            <a:rPr lang="ru-RU" sz="1200" b="1" i="0" dirty="0" err="1"/>
            <a:t>QRadar</a:t>
          </a:r>
          <a:r>
            <a:rPr lang="ru-RU" sz="1200" b="1" i="0" dirty="0"/>
            <a:t> Suite</a:t>
          </a:r>
          <a:endParaRPr lang="ru-RU" sz="1200" dirty="0"/>
        </a:p>
      </dgm:t>
    </dgm:pt>
    <dgm:pt modelId="{EAFEC84F-596F-455C-8859-E2435D262FC1}" type="parTrans" cxnId="{1DF0E75B-1A2E-437D-8651-65E20376AD23}">
      <dgm:prSet/>
      <dgm:spPr/>
      <dgm:t>
        <a:bodyPr/>
        <a:lstStyle/>
        <a:p>
          <a:endParaRPr lang="ru-RU" sz="3200"/>
        </a:p>
      </dgm:t>
    </dgm:pt>
    <dgm:pt modelId="{9C0DEDF5-B521-42CE-9A8F-FD1361A79E01}" type="sibTrans" cxnId="{1DF0E75B-1A2E-437D-8651-65E20376AD23}">
      <dgm:prSet/>
      <dgm:spPr/>
      <dgm:t>
        <a:bodyPr/>
        <a:lstStyle/>
        <a:p>
          <a:endParaRPr lang="ru-RU" sz="3200"/>
        </a:p>
      </dgm:t>
    </dgm:pt>
    <dgm:pt modelId="{33856A89-ECF5-4E58-9D4D-D402CF22E8C9}">
      <dgm:prSet custT="1"/>
      <dgm:spPr/>
      <dgm:t>
        <a:bodyPr/>
        <a:lstStyle/>
        <a:p>
          <a:r>
            <a:rPr lang="ru-RU" sz="1200" b="1" i="0" dirty="0" err="1"/>
            <a:t>Splunk</a:t>
          </a:r>
          <a:r>
            <a:rPr lang="ru-RU" sz="1200" b="1" i="0" dirty="0"/>
            <a:t> Enterprise Security</a:t>
          </a:r>
          <a:endParaRPr lang="ru-RU" sz="1200" dirty="0"/>
        </a:p>
      </dgm:t>
    </dgm:pt>
    <dgm:pt modelId="{FA3AE8BC-48E8-4C94-8F87-216E5D931126}" type="parTrans" cxnId="{7EAC08A9-2CF9-4112-A2CC-EF565FB86DC9}">
      <dgm:prSet/>
      <dgm:spPr/>
      <dgm:t>
        <a:bodyPr/>
        <a:lstStyle/>
        <a:p>
          <a:endParaRPr lang="ru-RU" sz="3200"/>
        </a:p>
      </dgm:t>
    </dgm:pt>
    <dgm:pt modelId="{4567848E-4D8C-476C-888A-97121180A53F}" type="sibTrans" cxnId="{7EAC08A9-2CF9-4112-A2CC-EF565FB86DC9}">
      <dgm:prSet/>
      <dgm:spPr/>
      <dgm:t>
        <a:bodyPr/>
        <a:lstStyle/>
        <a:p>
          <a:endParaRPr lang="ru-RU" sz="3200"/>
        </a:p>
      </dgm:t>
    </dgm:pt>
    <dgm:pt modelId="{7E3C6CFD-6316-4688-9320-089F245171BA}">
      <dgm:prSet custT="1"/>
      <dgm:spPr/>
      <dgm:t>
        <a:bodyPr/>
        <a:lstStyle/>
        <a:p>
          <a:r>
            <a:rPr lang="ru-RU" sz="1200" b="1" i="0" dirty="0"/>
            <a:t>Microsoft Sentinel</a:t>
          </a:r>
          <a:endParaRPr lang="ru-RU" sz="1200" dirty="0"/>
        </a:p>
      </dgm:t>
    </dgm:pt>
    <dgm:pt modelId="{D4E266FA-4DB0-49DC-9210-3E0C31E2197B}" type="parTrans" cxnId="{84C0A53C-1449-4764-A165-6A2B5087D0CB}">
      <dgm:prSet/>
      <dgm:spPr/>
      <dgm:t>
        <a:bodyPr/>
        <a:lstStyle/>
        <a:p>
          <a:endParaRPr lang="ru-RU" sz="3200"/>
        </a:p>
      </dgm:t>
    </dgm:pt>
    <dgm:pt modelId="{512C5D74-E23F-4C7E-A302-F559EFC2937A}" type="sibTrans" cxnId="{84C0A53C-1449-4764-A165-6A2B5087D0CB}">
      <dgm:prSet/>
      <dgm:spPr/>
      <dgm:t>
        <a:bodyPr/>
        <a:lstStyle/>
        <a:p>
          <a:endParaRPr lang="ru-RU" sz="3200"/>
        </a:p>
      </dgm:t>
    </dgm:pt>
    <dgm:pt modelId="{E2A7956A-9179-42A2-8803-55FCB30E07C8}">
      <dgm:prSet custT="1"/>
      <dgm:spPr/>
      <dgm:t>
        <a:bodyPr/>
        <a:lstStyle/>
        <a:p>
          <a:r>
            <a:rPr lang="ru-RU" sz="1200" b="1" i="0" dirty="0" err="1"/>
            <a:t>Palo</a:t>
          </a:r>
          <a:r>
            <a:rPr lang="ru-RU" sz="1200" b="1" i="0" dirty="0"/>
            <a:t> </a:t>
          </a:r>
          <a:r>
            <a:rPr lang="ru-RU" sz="1200" b="1" i="0" dirty="0" err="1"/>
            <a:t>Alto</a:t>
          </a:r>
          <a:r>
            <a:rPr lang="ru-RU" sz="1200" b="1" i="0" dirty="0"/>
            <a:t> Networks </a:t>
          </a:r>
          <a:r>
            <a:rPr lang="ru-RU" sz="1200" b="1" i="0" dirty="0" err="1"/>
            <a:t>Cortex</a:t>
          </a:r>
          <a:r>
            <a:rPr lang="ru-RU" sz="1200" b="1" i="0" dirty="0"/>
            <a:t> XSIAM</a:t>
          </a:r>
          <a:endParaRPr lang="ru-RU" sz="1200" dirty="0"/>
        </a:p>
      </dgm:t>
    </dgm:pt>
    <dgm:pt modelId="{1F1F44F0-ABF1-4FCA-BB7F-54AB2C2A93DF}" type="parTrans" cxnId="{5272A466-4FDA-4F42-94D6-59CD21261130}">
      <dgm:prSet/>
      <dgm:spPr/>
      <dgm:t>
        <a:bodyPr/>
        <a:lstStyle/>
        <a:p>
          <a:endParaRPr lang="ru-RU" sz="3200"/>
        </a:p>
      </dgm:t>
    </dgm:pt>
    <dgm:pt modelId="{320451E0-3CA4-48B1-940A-1D46C4552797}" type="sibTrans" cxnId="{5272A466-4FDA-4F42-94D6-59CD21261130}">
      <dgm:prSet/>
      <dgm:spPr/>
      <dgm:t>
        <a:bodyPr/>
        <a:lstStyle/>
        <a:p>
          <a:endParaRPr lang="ru-RU" sz="3200"/>
        </a:p>
      </dgm:t>
    </dgm:pt>
    <dgm:pt modelId="{CEFA8C5D-7DE5-4641-A2B7-AF0E0D407C2F}">
      <dgm:prSet custT="1"/>
      <dgm:spPr/>
      <dgm:t>
        <a:bodyPr/>
        <a:lstStyle/>
        <a:p>
          <a:r>
            <a:rPr lang="ru-RU" sz="1200" b="1" dirty="0"/>
            <a:t>3. Защита конечных точек (EDR / XDR)</a:t>
          </a:r>
          <a:endParaRPr lang="ru-RU" sz="1200" dirty="0"/>
        </a:p>
      </dgm:t>
    </dgm:pt>
    <dgm:pt modelId="{A9F95AAE-52D4-4332-8575-AE91A518BFA4}" type="parTrans" cxnId="{7BCD6A8E-AE4B-4B00-9904-564A6CB20437}">
      <dgm:prSet/>
      <dgm:spPr/>
      <dgm:t>
        <a:bodyPr/>
        <a:lstStyle/>
        <a:p>
          <a:endParaRPr lang="ru-RU" sz="3200"/>
        </a:p>
      </dgm:t>
    </dgm:pt>
    <dgm:pt modelId="{9226452F-DD40-4EB0-8ACF-E3BA7E5F0A6D}" type="sibTrans" cxnId="{7BCD6A8E-AE4B-4B00-9904-564A6CB20437}">
      <dgm:prSet/>
      <dgm:spPr/>
      <dgm:t>
        <a:bodyPr/>
        <a:lstStyle/>
        <a:p>
          <a:endParaRPr lang="ru-RU" sz="3200"/>
        </a:p>
      </dgm:t>
    </dgm:pt>
    <dgm:pt modelId="{CDEB0EE6-2E26-4B70-AC27-FF4FF7D9CCFB}">
      <dgm:prSet custT="1"/>
      <dgm:spPr/>
      <dgm:t>
        <a:bodyPr/>
        <a:lstStyle/>
        <a:p>
          <a:r>
            <a:rPr lang="ru-RU" sz="1200" b="1" i="0" dirty="0" err="1"/>
            <a:t>CrowdStrike</a:t>
          </a:r>
          <a:endParaRPr lang="ru-RU" sz="1200" dirty="0"/>
        </a:p>
      </dgm:t>
    </dgm:pt>
    <dgm:pt modelId="{73EC98BF-5EF5-4EA5-99F1-733D2976E406}" type="parTrans" cxnId="{9DEF5042-43D3-4750-B7D6-D69BA1B9D0BD}">
      <dgm:prSet/>
      <dgm:spPr/>
      <dgm:t>
        <a:bodyPr/>
        <a:lstStyle/>
        <a:p>
          <a:endParaRPr lang="ru-RU" sz="3200"/>
        </a:p>
      </dgm:t>
    </dgm:pt>
    <dgm:pt modelId="{36695E09-7AB6-49F8-B484-A9DBDEB41F59}" type="sibTrans" cxnId="{9DEF5042-43D3-4750-B7D6-D69BA1B9D0BD}">
      <dgm:prSet/>
      <dgm:spPr/>
      <dgm:t>
        <a:bodyPr/>
        <a:lstStyle/>
        <a:p>
          <a:endParaRPr lang="ru-RU" sz="3200"/>
        </a:p>
      </dgm:t>
    </dgm:pt>
    <dgm:pt modelId="{E01EA91B-0787-4DCD-9164-F77C90B0ACA7}">
      <dgm:prSet custT="1"/>
      <dgm:spPr/>
      <dgm:t>
        <a:bodyPr/>
        <a:lstStyle/>
        <a:p>
          <a:r>
            <a:rPr lang="ru-RU" sz="1200" b="1" i="0" dirty="0"/>
            <a:t>Falcon Insight (EDR) Microsoft Defender </a:t>
          </a:r>
          <a:r>
            <a:rPr lang="ru-RU" sz="1200" b="1" i="0" dirty="0" err="1"/>
            <a:t>for</a:t>
          </a:r>
          <a:r>
            <a:rPr lang="ru-RU" sz="1200" b="1" i="0" dirty="0"/>
            <a:t> </a:t>
          </a:r>
          <a:r>
            <a:rPr lang="ru-RU" sz="1200" b="1" i="0" dirty="0" err="1"/>
            <a:t>Endpoint</a:t>
          </a:r>
          <a:endParaRPr lang="ru-RU" sz="1200" dirty="0"/>
        </a:p>
      </dgm:t>
    </dgm:pt>
    <dgm:pt modelId="{4A267EE0-9B91-4FDC-B96C-D26FFBFF1880}" type="parTrans" cxnId="{9ECAC06A-08DD-4DA2-ACCF-4E7D6F8527D9}">
      <dgm:prSet/>
      <dgm:spPr/>
      <dgm:t>
        <a:bodyPr/>
        <a:lstStyle/>
        <a:p>
          <a:endParaRPr lang="ru-RU" sz="3200"/>
        </a:p>
      </dgm:t>
    </dgm:pt>
    <dgm:pt modelId="{8BBD4482-8455-4C44-B147-E8805033D4FA}" type="sibTrans" cxnId="{9ECAC06A-08DD-4DA2-ACCF-4E7D6F8527D9}">
      <dgm:prSet/>
      <dgm:spPr/>
      <dgm:t>
        <a:bodyPr/>
        <a:lstStyle/>
        <a:p>
          <a:endParaRPr lang="ru-RU" sz="3200"/>
        </a:p>
      </dgm:t>
    </dgm:pt>
    <dgm:pt modelId="{1989C14B-4830-4AE8-90E2-2A85AF8F09D3}">
      <dgm:prSet custT="1"/>
      <dgm:spPr/>
      <dgm:t>
        <a:bodyPr/>
        <a:lstStyle/>
        <a:p>
          <a:r>
            <a:rPr lang="ru-RU" sz="1200" b="1" i="0" dirty="0" err="1"/>
            <a:t>Cybereason</a:t>
          </a:r>
          <a:endParaRPr lang="ru-RU" sz="1200" dirty="0"/>
        </a:p>
      </dgm:t>
    </dgm:pt>
    <dgm:pt modelId="{55A70F1F-377D-4E80-865C-92B4A8A08D8F}" type="parTrans" cxnId="{AA88C3A0-4A68-4B40-AA6B-1468D7BF242B}">
      <dgm:prSet/>
      <dgm:spPr/>
      <dgm:t>
        <a:bodyPr/>
        <a:lstStyle/>
        <a:p>
          <a:endParaRPr lang="ru-RU" sz="3200"/>
        </a:p>
      </dgm:t>
    </dgm:pt>
    <dgm:pt modelId="{F6412B25-5D50-4EAA-BC40-5AF0C1A8E2F1}" type="sibTrans" cxnId="{AA88C3A0-4A68-4B40-AA6B-1468D7BF242B}">
      <dgm:prSet/>
      <dgm:spPr/>
      <dgm:t>
        <a:bodyPr/>
        <a:lstStyle/>
        <a:p>
          <a:endParaRPr lang="ru-RU" sz="3200"/>
        </a:p>
      </dgm:t>
    </dgm:pt>
    <dgm:pt modelId="{336CB1A8-9C1E-4217-96C0-82B12EFD1921}">
      <dgm:prSet custT="1"/>
      <dgm:spPr/>
      <dgm:t>
        <a:bodyPr/>
        <a:lstStyle/>
        <a:p>
          <a:r>
            <a:rPr lang="ru-RU" sz="1200" b="1" i="0" dirty="0" err="1"/>
            <a:t>SentinelOne</a:t>
          </a:r>
          <a:r>
            <a:rPr lang="ru-RU" sz="1200" b="1" i="0" dirty="0"/>
            <a:t> </a:t>
          </a:r>
          <a:r>
            <a:rPr lang="ru-RU" sz="1200" b="1" i="0" dirty="0" err="1"/>
            <a:t>Singularity</a:t>
          </a:r>
          <a:endParaRPr lang="ru-RU" sz="1200" dirty="0"/>
        </a:p>
      </dgm:t>
    </dgm:pt>
    <dgm:pt modelId="{BD96AE4F-D3A2-4392-966C-FCC1E8CAB87B}" type="parTrans" cxnId="{1C2C38FC-DE6E-45D4-A833-B0A600B2A26D}">
      <dgm:prSet/>
      <dgm:spPr/>
      <dgm:t>
        <a:bodyPr/>
        <a:lstStyle/>
        <a:p>
          <a:endParaRPr lang="ru-RU" sz="3200"/>
        </a:p>
      </dgm:t>
    </dgm:pt>
    <dgm:pt modelId="{8180AA81-1138-474F-AB3F-6E22E6DC5526}" type="sibTrans" cxnId="{1C2C38FC-DE6E-45D4-A833-B0A600B2A26D}">
      <dgm:prSet/>
      <dgm:spPr/>
      <dgm:t>
        <a:bodyPr/>
        <a:lstStyle/>
        <a:p>
          <a:endParaRPr lang="ru-RU" sz="3200"/>
        </a:p>
      </dgm:t>
    </dgm:pt>
    <dgm:pt modelId="{CB82DF9C-BEE8-4DFB-8696-8B504F5D5EA0}">
      <dgm:prSet custT="1"/>
      <dgm:spPr/>
      <dgm:t>
        <a:bodyPr/>
        <a:lstStyle/>
        <a:p>
          <a:r>
            <a:rPr lang="ru-RU" sz="1200" b="1"/>
            <a:t>4. Анализ и управление уязвимостями</a:t>
          </a:r>
          <a:endParaRPr lang="ru-RU" sz="1200"/>
        </a:p>
      </dgm:t>
    </dgm:pt>
    <dgm:pt modelId="{68E1DAE2-509D-48C4-9ACB-98F394C9653C}" type="parTrans" cxnId="{73922F0A-C389-440F-A8BA-F71FD20D405A}">
      <dgm:prSet/>
      <dgm:spPr/>
      <dgm:t>
        <a:bodyPr/>
        <a:lstStyle/>
        <a:p>
          <a:endParaRPr lang="ru-RU" sz="3200"/>
        </a:p>
      </dgm:t>
    </dgm:pt>
    <dgm:pt modelId="{D1D47284-102B-4E42-8DA2-66E7F332C256}" type="sibTrans" cxnId="{73922F0A-C389-440F-A8BA-F71FD20D405A}">
      <dgm:prSet/>
      <dgm:spPr/>
      <dgm:t>
        <a:bodyPr/>
        <a:lstStyle/>
        <a:p>
          <a:endParaRPr lang="ru-RU" sz="3200"/>
        </a:p>
      </dgm:t>
    </dgm:pt>
    <dgm:pt modelId="{C8AD6C00-9D2F-49B7-9BE2-1A8ECF7957C9}">
      <dgm:prSet custT="1"/>
      <dgm:spPr/>
      <dgm:t>
        <a:bodyPr/>
        <a:lstStyle/>
        <a:p>
          <a:r>
            <a:rPr lang="ru-RU" sz="1200" b="1" i="0" dirty="0">
              <a:hlinkClick xmlns:r="http://schemas.openxmlformats.org/officeDocument/2006/relationships" r:id="rId1"/>
            </a:rPr>
            <a:t>Tenable.io</a:t>
          </a:r>
          <a:endParaRPr lang="ru-RU" sz="1200" dirty="0"/>
        </a:p>
      </dgm:t>
    </dgm:pt>
    <dgm:pt modelId="{D995E34A-E290-47FB-BF5A-0BC129FA0882}" type="parTrans" cxnId="{53F3D593-42F1-48FE-9EBF-E1FB7FE77547}">
      <dgm:prSet/>
      <dgm:spPr/>
      <dgm:t>
        <a:bodyPr/>
        <a:lstStyle/>
        <a:p>
          <a:endParaRPr lang="ru-RU" sz="3200"/>
        </a:p>
      </dgm:t>
    </dgm:pt>
    <dgm:pt modelId="{83375E2A-4F0D-42E0-817D-0CCA4855C599}" type="sibTrans" cxnId="{53F3D593-42F1-48FE-9EBF-E1FB7FE77547}">
      <dgm:prSet/>
      <dgm:spPr/>
      <dgm:t>
        <a:bodyPr/>
        <a:lstStyle/>
        <a:p>
          <a:endParaRPr lang="ru-RU" sz="3200"/>
        </a:p>
      </dgm:t>
    </dgm:pt>
    <dgm:pt modelId="{A7328D3A-F622-4431-B1B9-E8B6FF905BA7}">
      <dgm:prSet custT="1"/>
      <dgm:spPr/>
      <dgm:t>
        <a:bodyPr/>
        <a:lstStyle/>
        <a:p>
          <a:r>
            <a:rPr lang="ru-RU" sz="1200" b="1" i="0" dirty="0" err="1"/>
            <a:t>Qualys</a:t>
          </a:r>
          <a:r>
            <a:rPr lang="ru-RU" sz="1200" b="1" i="0" dirty="0"/>
            <a:t> VMDR</a:t>
          </a:r>
          <a:endParaRPr lang="ru-RU" sz="1200" dirty="0"/>
        </a:p>
      </dgm:t>
    </dgm:pt>
    <dgm:pt modelId="{04909DA2-B802-4E79-845B-D8230A357856}" type="parTrans" cxnId="{8AEC6B9B-444B-4E7A-A458-6B62CAC1251A}">
      <dgm:prSet/>
      <dgm:spPr/>
      <dgm:t>
        <a:bodyPr/>
        <a:lstStyle/>
        <a:p>
          <a:endParaRPr lang="ru-RU" sz="3200"/>
        </a:p>
      </dgm:t>
    </dgm:pt>
    <dgm:pt modelId="{312F46CA-B9D8-42C9-9018-F30480A8F884}" type="sibTrans" cxnId="{8AEC6B9B-444B-4E7A-A458-6B62CAC1251A}">
      <dgm:prSet/>
      <dgm:spPr/>
      <dgm:t>
        <a:bodyPr/>
        <a:lstStyle/>
        <a:p>
          <a:endParaRPr lang="ru-RU" sz="3200"/>
        </a:p>
      </dgm:t>
    </dgm:pt>
    <dgm:pt modelId="{C454CE26-A143-40BF-A79D-2B3EAA5768EC}">
      <dgm:prSet custT="1"/>
      <dgm:spPr/>
      <dgm:t>
        <a:bodyPr/>
        <a:lstStyle/>
        <a:p>
          <a:r>
            <a:rPr lang="ru-RU" sz="1200" b="1" i="0" dirty="0"/>
            <a:t>Интеграция с LLM (ChatGPT, Gemini)</a:t>
          </a:r>
          <a:endParaRPr lang="ru-RU" sz="1200" dirty="0"/>
        </a:p>
      </dgm:t>
    </dgm:pt>
    <dgm:pt modelId="{90B0D6DC-38A6-460E-853F-9FCD5FE3AFD0}" type="parTrans" cxnId="{C44605AE-4DBA-4004-9711-50DF20946EF0}">
      <dgm:prSet/>
      <dgm:spPr/>
      <dgm:t>
        <a:bodyPr/>
        <a:lstStyle/>
        <a:p>
          <a:endParaRPr lang="ru-RU" sz="3200"/>
        </a:p>
      </dgm:t>
    </dgm:pt>
    <dgm:pt modelId="{72A6BBDC-AC83-4506-A603-927D57935763}" type="sibTrans" cxnId="{C44605AE-4DBA-4004-9711-50DF20946EF0}">
      <dgm:prSet/>
      <dgm:spPr/>
      <dgm:t>
        <a:bodyPr/>
        <a:lstStyle/>
        <a:p>
          <a:endParaRPr lang="ru-RU" sz="3200"/>
        </a:p>
      </dgm:t>
    </dgm:pt>
    <dgm:pt modelId="{6909AE3D-0693-4A77-BA3F-70E3CBDD7DD8}">
      <dgm:prSet custT="1"/>
      <dgm:spPr/>
      <dgm:t>
        <a:bodyPr/>
        <a:lstStyle/>
        <a:p>
          <a:r>
            <a:rPr lang="ru-RU" sz="1200" b="1" dirty="0"/>
            <a:t>5. Безопасность почты и защита от фишинга</a:t>
          </a:r>
          <a:endParaRPr lang="ru-RU" sz="1200" dirty="0"/>
        </a:p>
      </dgm:t>
    </dgm:pt>
    <dgm:pt modelId="{7316C85B-A70D-4CC5-BD99-A973E54C6E46}" type="parTrans" cxnId="{A2360A5E-127F-45C1-A4BD-DD898CBAF834}">
      <dgm:prSet/>
      <dgm:spPr/>
      <dgm:t>
        <a:bodyPr/>
        <a:lstStyle/>
        <a:p>
          <a:endParaRPr lang="ru-RU" sz="3200"/>
        </a:p>
      </dgm:t>
    </dgm:pt>
    <dgm:pt modelId="{A97D06ED-87D6-45B4-9FEF-A8D03E631528}" type="sibTrans" cxnId="{A2360A5E-127F-45C1-A4BD-DD898CBAF834}">
      <dgm:prSet/>
      <dgm:spPr/>
      <dgm:t>
        <a:bodyPr/>
        <a:lstStyle/>
        <a:p>
          <a:endParaRPr lang="ru-RU" sz="3200"/>
        </a:p>
      </dgm:t>
    </dgm:pt>
    <dgm:pt modelId="{AAF9709B-D15F-4707-B2B4-2C1F2C1B08E3}">
      <dgm:prSet custT="1"/>
      <dgm:spPr/>
      <dgm:t>
        <a:bodyPr/>
        <a:lstStyle/>
        <a:p>
          <a:r>
            <a:rPr lang="ru-RU" sz="1200" b="1" i="0" dirty="0" err="1"/>
            <a:t>Proofpoint</a:t>
          </a:r>
          <a:r>
            <a:rPr lang="ru-RU" sz="1200" b="0" i="0" dirty="0"/>
            <a:t>.</a:t>
          </a:r>
          <a:endParaRPr lang="ru-RU" sz="1200" dirty="0"/>
        </a:p>
      </dgm:t>
    </dgm:pt>
    <dgm:pt modelId="{0702D297-FA50-4DAC-A45C-6E8ACBCF65BF}" type="parTrans" cxnId="{C8ED9B50-6E3A-4E21-B035-97B58FD4A51F}">
      <dgm:prSet/>
      <dgm:spPr/>
      <dgm:t>
        <a:bodyPr/>
        <a:lstStyle/>
        <a:p>
          <a:endParaRPr lang="ru-RU" sz="3200"/>
        </a:p>
      </dgm:t>
    </dgm:pt>
    <dgm:pt modelId="{82A88B8B-060A-4725-850F-3F5CFE72783D}" type="sibTrans" cxnId="{C8ED9B50-6E3A-4E21-B035-97B58FD4A51F}">
      <dgm:prSet/>
      <dgm:spPr/>
      <dgm:t>
        <a:bodyPr/>
        <a:lstStyle/>
        <a:p>
          <a:endParaRPr lang="ru-RU" sz="3200"/>
        </a:p>
      </dgm:t>
    </dgm:pt>
    <dgm:pt modelId="{04BD909D-EA84-43D0-B223-34066F9293AA}">
      <dgm:prSet custT="1"/>
      <dgm:spPr/>
      <dgm:t>
        <a:bodyPr/>
        <a:lstStyle/>
        <a:p>
          <a:r>
            <a:rPr lang="ru-RU" sz="1200" b="1" i="0" dirty="0"/>
            <a:t>Microsoft Defender </a:t>
          </a:r>
          <a:r>
            <a:rPr lang="ru-RU" sz="1200" b="1" i="0" dirty="0" err="1"/>
            <a:t>for</a:t>
          </a:r>
          <a:r>
            <a:rPr lang="ru-RU" sz="1200" b="1" i="0" dirty="0"/>
            <a:t> Office 365</a:t>
          </a:r>
          <a:endParaRPr lang="ru-RU" sz="1200" dirty="0"/>
        </a:p>
      </dgm:t>
    </dgm:pt>
    <dgm:pt modelId="{821DFC1B-22DE-4CCC-B191-CA1D4DB5F59F}" type="parTrans" cxnId="{5689B514-0823-473C-ABCE-E33FA69F9DDB}">
      <dgm:prSet/>
      <dgm:spPr/>
      <dgm:t>
        <a:bodyPr/>
        <a:lstStyle/>
        <a:p>
          <a:endParaRPr lang="ru-RU" sz="3200"/>
        </a:p>
      </dgm:t>
    </dgm:pt>
    <dgm:pt modelId="{37F65F97-5575-4C3A-99F9-6EF45C962298}" type="sibTrans" cxnId="{5689B514-0823-473C-ABCE-E33FA69F9DDB}">
      <dgm:prSet/>
      <dgm:spPr/>
      <dgm:t>
        <a:bodyPr/>
        <a:lstStyle/>
        <a:p>
          <a:endParaRPr lang="ru-RU" sz="3200"/>
        </a:p>
      </dgm:t>
    </dgm:pt>
    <dgm:pt modelId="{AA56D79D-69C7-4DBB-8201-14644B0BB533}">
      <dgm:prSet custT="1"/>
      <dgm:spPr/>
      <dgm:t>
        <a:bodyPr/>
        <a:lstStyle/>
        <a:p>
          <a:r>
            <a:rPr lang="ru-RU" sz="1200" b="1" i="0" dirty="0"/>
            <a:t>Area 1 Security (приобретена </a:t>
          </a:r>
          <a:r>
            <a:rPr lang="ru-RU" sz="1200" b="1" i="0" dirty="0" err="1"/>
            <a:t>Palo</a:t>
          </a:r>
          <a:r>
            <a:rPr lang="ru-RU" sz="1200" b="1" i="0" dirty="0"/>
            <a:t> </a:t>
          </a:r>
          <a:r>
            <a:rPr lang="ru-RU" sz="1200" b="1" i="0" dirty="0" err="1"/>
            <a:t>Alto</a:t>
          </a:r>
          <a:r>
            <a:rPr lang="ru-RU" sz="1200" b="1" i="0" dirty="0"/>
            <a:t> Networks):</a:t>
          </a:r>
          <a:endParaRPr lang="ru-RU" sz="1200" dirty="0"/>
        </a:p>
      </dgm:t>
    </dgm:pt>
    <dgm:pt modelId="{CB0180C5-42CD-4D65-85A2-C02325DEAD9B}" type="parTrans" cxnId="{3CCA4358-2AAB-4DE3-A650-D7AA7057057E}">
      <dgm:prSet/>
      <dgm:spPr/>
      <dgm:t>
        <a:bodyPr/>
        <a:lstStyle/>
        <a:p>
          <a:endParaRPr lang="ru-RU" sz="3200"/>
        </a:p>
      </dgm:t>
    </dgm:pt>
    <dgm:pt modelId="{FA8637C8-D7CD-462F-B3A8-4374D75683BF}" type="sibTrans" cxnId="{3CCA4358-2AAB-4DE3-A650-D7AA7057057E}">
      <dgm:prSet/>
      <dgm:spPr/>
      <dgm:t>
        <a:bodyPr/>
        <a:lstStyle/>
        <a:p>
          <a:endParaRPr lang="ru-RU" sz="3200"/>
        </a:p>
      </dgm:t>
    </dgm:pt>
    <dgm:pt modelId="{02E2752E-2E6F-4F1D-AFAB-5407F744B750}">
      <dgm:prSet custT="1"/>
      <dgm:spPr/>
      <dgm:t>
        <a:bodyPr/>
        <a:lstStyle/>
        <a:p>
          <a:r>
            <a:rPr lang="ru-RU" sz="1200" b="1" dirty="0"/>
            <a:t>6. Автоматизация безопасности и реагирования на инциденты (SOAR)</a:t>
          </a:r>
          <a:endParaRPr lang="ru-RU" sz="1200" dirty="0"/>
        </a:p>
      </dgm:t>
    </dgm:pt>
    <dgm:pt modelId="{785EB068-FBFF-4AF1-AFF2-8DDE459C057D}" type="parTrans" cxnId="{1435D4AC-8698-4518-BD86-DB3CF2F0E8CF}">
      <dgm:prSet/>
      <dgm:spPr/>
      <dgm:t>
        <a:bodyPr/>
        <a:lstStyle/>
        <a:p>
          <a:endParaRPr lang="ru-RU" sz="3200"/>
        </a:p>
      </dgm:t>
    </dgm:pt>
    <dgm:pt modelId="{35A1A63B-3917-4F99-AA8F-C0BC649E8577}" type="sibTrans" cxnId="{1435D4AC-8698-4518-BD86-DB3CF2F0E8CF}">
      <dgm:prSet/>
      <dgm:spPr/>
      <dgm:t>
        <a:bodyPr/>
        <a:lstStyle/>
        <a:p>
          <a:endParaRPr lang="ru-RU" sz="3200"/>
        </a:p>
      </dgm:t>
    </dgm:pt>
    <dgm:pt modelId="{69A45929-4F13-4A69-A0C8-1FCE7972A93B}">
      <dgm:prSet custT="1"/>
      <dgm:spPr/>
      <dgm:t>
        <a:bodyPr/>
        <a:lstStyle/>
        <a:p>
          <a:r>
            <a:rPr lang="ru-RU" sz="1200" b="1" i="0" dirty="0"/>
            <a:t>Платформы типа </a:t>
          </a:r>
          <a:r>
            <a:rPr lang="ru-RU" sz="1200" b="1" i="0" dirty="0" err="1"/>
            <a:t>Splunk</a:t>
          </a:r>
          <a:r>
            <a:rPr lang="ru-RU" sz="1200" b="1" i="0" dirty="0"/>
            <a:t> SOAR, IBM </a:t>
          </a:r>
          <a:r>
            <a:rPr lang="ru-RU" sz="1200" b="1" i="0" dirty="0" err="1"/>
            <a:t>Resilient</a:t>
          </a:r>
          <a:r>
            <a:rPr lang="ru-RU" sz="1200" b="1" i="0" dirty="0"/>
            <a:t>, Microsoft Sentinel Logic </a:t>
          </a:r>
          <a:r>
            <a:rPr lang="ru-RU" sz="1200" b="1" i="0" dirty="0" err="1"/>
            <a:t>Apps</a:t>
          </a:r>
          <a:r>
            <a:rPr lang="ru-RU" sz="1200" b="0" i="0" dirty="0"/>
            <a:t>.</a:t>
          </a:r>
          <a:endParaRPr lang="ru-RU" sz="1200" dirty="0"/>
        </a:p>
      </dgm:t>
    </dgm:pt>
    <dgm:pt modelId="{4ECB5348-68FE-43BF-AC27-086325196675}" type="parTrans" cxnId="{6B2FEC31-EFAF-478E-AA0E-ECF3838AFD5C}">
      <dgm:prSet/>
      <dgm:spPr/>
      <dgm:t>
        <a:bodyPr/>
        <a:lstStyle/>
        <a:p>
          <a:endParaRPr lang="ru-RU" sz="3200"/>
        </a:p>
      </dgm:t>
    </dgm:pt>
    <dgm:pt modelId="{2B093CD4-E633-422D-B762-6266A1547099}" type="sibTrans" cxnId="{6B2FEC31-EFAF-478E-AA0E-ECF3838AFD5C}">
      <dgm:prSet/>
      <dgm:spPr/>
      <dgm:t>
        <a:bodyPr/>
        <a:lstStyle/>
        <a:p>
          <a:endParaRPr lang="ru-RU" sz="3200"/>
        </a:p>
      </dgm:t>
    </dgm:pt>
    <dgm:pt modelId="{B4AC8B27-DEFC-4FC9-B0C0-E39FFFC6ECB9}">
      <dgm:prSet custT="1"/>
      <dgm:spPr/>
      <dgm:t>
        <a:bodyPr/>
        <a:lstStyle/>
        <a:p>
          <a:r>
            <a:rPr lang="ru-RU" sz="1200" b="1" dirty="0"/>
            <a:t>7. Управление идентификацией и доступом (IAM)</a:t>
          </a:r>
          <a:endParaRPr lang="ru-RU" sz="1200" dirty="0"/>
        </a:p>
      </dgm:t>
    </dgm:pt>
    <dgm:pt modelId="{9890849B-B2CA-4FF9-B9E9-69548FB5F19E}" type="parTrans" cxnId="{82553126-71AB-46FE-99A0-D486138AF758}">
      <dgm:prSet/>
      <dgm:spPr/>
      <dgm:t>
        <a:bodyPr/>
        <a:lstStyle/>
        <a:p>
          <a:endParaRPr lang="ru-RU" sz="3200"/>
        </a:p>
      </dgm:t>
    </dgm:pt>
    <dgm:pt modelId="{93A2B433-98AB-4B5C-B704-21CD78C02B3D}" type="sibTrans" cxnId="{82553126-71AB-46FE-99A0-D486138AF758}">
      <dgm:prSet/>
      <dgm:spPr/>
      <dgm:t>
        <a:bodyPr/>
        <a:lstStyle/>
        <a:p>
          <a:endParaRPr lang="ru-RU" sz="3200"/>
        </a:p>
      </dgm:t>
    </dgm:pt>
    <dgm:pt modelId="{FA8450B1-F339-4760-85E6-FF4CE99B7475}">
      <dgm:prSet custT="1"/>
      <dgm:spPr/>
      <dgm:t>
        <a:bodyPr/>
        <a:lstStyle/>
        <a:p>
          <a:r>
            <a:rPr lang="ru-RU" sz="1200" b="1" i="0" dirty="0" err="1"/>
            <a:t>Okta</a:t>
          </a:r>
          <a:r>
            <a:rPr lang="ru-RU" sz="1200" b="1" i="0" dirty="0"/>
            <a:t>, Microsoft Azure AD (</a:t>
          </a:r>
          <a:r>
            <a:rPr lang="ru-RU" sz="1200" b="1" i="0" dirty="0" err="1"/>
            <a:t>Entra</a:t>
          </a:r>
          <a:r>
            <a:rPr lang="ru-RU" sz="1200" b="1" i="0" dirty="0"/>
            <a:t> </a:t>
          </a:r>
          <a:r>
            <a:rPr lang="ru-RU" sz="1200" b="1" i="0"/>
            <a:t>ID)</a:t>
          </a:r>
          <a:endParaRPr lang="ru-RU" sz="1200" dirty="0"/>
        </a:p>
      </dgm:t>
    </dgm:pt>
    <dgm:pt modelId="{C094D5EC-4969-4FC8-B916-B06CB43813C3}" type="parTrans" cxnId="{FEE8096C-62B1-4B32-B145-AE185A0E40CA}">
      <dgm:prSet/>
      <dgm:spPr/>
      <dgm:t>
        <a:bodyPr/>
        <a:lstStyle/>
        <a:p>
          <a:endParaRPr lang="ru-RU" sz="3200"/>
        </a:p>
      </dgm:t>
    </dgm:pt>
    <dgm:pt modelId="{1F465023-F2E1-4E46-822F-29171ABD6A4B}" type="sibTrans" cxnId="{FEE8096C-62B1-4B32-B145-AE185A0E40CA}">
      <dgm:prSet/>
      <dgm:spPr/>
      <dgm:t>
        <a:bodyPr/>
        <a:lstStyle/>
        <a:p>
          <a:endParaRPr lang="ru-RU" sz="3200"/>
        </a:p>
      </dgm:t>
    </dgm:pt>
    <dgm:pt modelId="{13D4B684-27C8-4A28-8BBD-308F836E017E}">
      <dgm:prSet custT="1"/>
      <dgm:spPr/>
      <dgm:t>
        <a:bodyPr/>
        <a:lstStyle/>
        <a:p>
          <a:r>
            <a:rPr lang="ru-RU" sz="1200" b="1" i="0" dirty="0" err="1"/>
            <a:t>Darktrace</a:t>
          </a:r>
          <a:endParaRPr lang="ru-RU" sz="1200" dirty="0"/>
        </a:p>
      </dgm:t>
    </dgm:pt>
    <dgm:pt modelId="{B6D04BC9-F452-4045-A73B-565FEF4484FE}" type="parTrans" cxnId="{C19C7C05-61E9-4DAA-BBF4-6FD9FD69CAD4}">
      <dgm:prSet/>
      <dgm:spPr/>
      <dgm:t>
        <a:bodyPr/>
        <a:lstStyle/>
        <a:p>
          <a:endParaRPr lang="ru-RU" sz="3200"/>
        </a:p>
      </dgm:t>
    </dgm:pt>
    <dgm:pt modelId="{729B53A1-F851-4534-ABBF-ACBD502379F5}" type="sibTrans" cxnId="{C19C7C05-61E9-4DAA-BBF4-6FD9FD69CAD4}">
      <dgm:prSet/>
      <dgm:spPr/>
      <dgm:t>
        <a:bodyPr/>
        <a:lstStyle/>
        <a:p>
          <a:endParaRPr lang="ru-RU" sz="3200"/>
        </a:p>
      </dgm:t>
    </dgm:pt>
    <dgm:pt modelId="{24A72339-F505-4D24-87FB-7508E3624D8A}" type="pres">
      <dgm:prSet presAssocID="{3F85D44F-49E8-4FA4-93DF-EAC52150DB38}" presName="Name0" presStyleCnt="0">
        <dgm:presLayoutVars>
          <dgm:dir/>
          <dgm:animLvl val="lvl"/>
          <dgm:resizeHandles val="exact"/>
        </dgm:presLayoutVars>
      </dgm:prSet>
      <dgm:spPr/>
    </dgm:pt>
    <dgm:pt modelId="{AFAED103-2F75-43B3-898D-E2E615736297}" type="pres">
      <dgm:prSet presAssocID="{B3D3E7FF-F235-4500-BE19-420A8BBEF3DF}" presName="composite" presStyleCnt="0"/>
      <dgm:spPr/>
    </dgm:pt>
    <dgm:pt modelId="{73190D18-051F-4CE0-A6C8-75859CAD0AB7}" type="pres">
      <dgm:prSet presAssocID="{B3D3E7FF-F235-4500-BE19-420A8BBEF3DF}" presName="parTx" presStyleLbl="alignNode1" presStyleIdx="0" presStyleCnt="7">
        <dgm:presLayoutVars>
          <dgm:chMax val="0"/>
          <dgm:chPref val="0"/>
          <dgm:bulletEnabled val="1"/>
        </dgm:presLayoutVars>
      </dgm:prSet>
      <dgm:spPr/>
    </dgm:pt>
    <dgm:pt modelId="{464278F4-16BF-49E1-B453-1B7C4E5A4A00}" type="pres">
      <dgm:prSet presAssocID="{B3D3E7FF-F235-4500-BE19-420A8BBEF3DF}" presName="desTx" presStyleLbl="alignAccFollowNode1" presStyleIdx="0" presStyleCnt="7">
        <dgm:presLayoutVars>
          <dgm:bulletEnabled val="1"/>
        </dgm:presLayoutVars>
      </dgm:prSet>
      <dgm:spPr/>
    </dgm:pt>
    <dgm:pt modelId="{BE5A9C58-5CF5-4687-BE6F-85420E37BA43}" type="pres">
      <dgm:prSet presAssocID="{1E6B9F5A-435F-4492-9A53-E4B84FCD3B9C}" presName="space" presStyleCnt="0"/>
      <dgm:spPr/>
    </dgm:pt>
    <dgm:pt modelId="{B92426FE-FBE9-4A44-81FC-27C6823450D6}" type="pres">
      <dgm:prSet presAssocID="{C2487D9A-2326-4846-B24F-C301AA56098C}" presName="composite" presStyleCnt="0"/>
      <dgm:spPr/>
    </dgm:pt>
    <dgm:pt modelId="{F6298557-1E2D-412D-8783-4D7180F13D10}" type="pres">
      <dgm:prSet presAssocID="{C2487D9A-2326-4846-B24F-C301AA56098C}" presName="parTx" presStyleLbl="alignNode1" presStyleIdx="1" presStyleCnt="7">
        <dgm:presLayoutVars>
          <dgm:chMax val="0"/>
          <dgm:chPref val="0"/>
          <dgm:bulletEnabled val="1"/>
        </dgm:presLayoutVars>
      </dgm:prSet>
      <dgm:spPr/>
    </dgm:pt>
    <dgm:pt modelId="{507146B0-27C8-48EB-83EE-7516FD1FEE0B}" type="pres">
      <dgm:prSet presAssocID="{C2487D9A-2326-4846-B24F-C301AA56098C}" presName="desTx" presStyleLbl="alignAccFollowNode1" presStyleIdx="1" presStyleCnt="7">
        <dgm:presLayoutVars>
          <dgm:bulletEnabled val="1"/>
        </dgm:presLayoutVars>
      </dgm:prSet>
      <dgm:spPr/>
    </dgm:pt>
    <dgm:pt modelId="{91FBD241-C301-40CD-BE30-CD43FFDA8D14}" type="pres">
      <dgm:prSet presAssocID="{D3C6972F-14B7-4087-8ACC-101FCB9F11F7}" presName="space" presStyleCnt="0"/>
      <dgm:spPr/>
    </dgm:pt>
    <dgm:pt modelId="{B332849F-7220-4C14-9C6A-C279F650F3C2}" type="pres">
      <dgm:prSet presAssocID="{CEFA8C5D-7DE5-4641-A2B7-AF0E0D407C2F}" presName="composite" presStyleCnt="0"/>
      <dgm:spPr/>
    </dgm:pt>
    <dgm:pt modelId="{0542962A-9D56-49E2-ADA7-313EA55747E2}" type="pres">
      <dgm:prSet presAssocID="{CEFA8C5D-7DE5-4641-A2B7-AF0E0D407C2F}" presName="parTx" presStyleLbl="alignNode1" presStyleIdx="2" presStyleCnt="7">
        <dgm:presLayoutVars>
          <dgm:chMax val="0"/>
          <dgm:chPref val="0"/>
          <dgm:bulletEnabled val="1"/>
        </dgm:presLayoutVars>
      </dgm:prSet>
      <dgm:spPr/>
    </dgm:pt>
    <dgm:pt modelId="{90E8B9B6-8535-47FD-A2C2-A806CAC48BB8}" type="pres">
      <dgm:prSet presAssocID="{CEFA8C5D-7DE5-4641-A2B7-AF0E0D407C2F}" presName="desTx" presStyleLbl="alignAccFollowNode1" presStyleIdx="2" presStyleCnt="7">
        <dgm:presLayoutVars>
          <dgm:bulletEnabled val="1"/>
        </dgm:presLayoutVars>
      </dgm:prSet>
      <dgm:spPr/>
    </dgm:pt>
    <dgm:pt modelId="{7C0E1ADF-5967-48EE-8DA2-4A852343C8A5}" type="pres">
      <dgm:prSet presAssocID="{9226452F-DD40-4EB0-8ACF-E3BA7E5F0A6D}" presName="space" presStyleCnt="0"/>
      <dgm:spPr/>
    </dgm:pt>
    <dgm:pt modelId="{6FEE2CE9-86AE-492F-B257-BE4D795E666D}" type="pres">
      <dgm:prSet presAssocID="{CB82DF9C-BEE8-4DFB-8696-8B504F5D5EA0}" presName="composite" presStyleCnt="0"/>
      <dgm:spPr/>
    </dgm:pt>
    <dgm:pt modelId="{0F85CAA3-117B-41AF-BA6F-AEF0CC4B3E8A}" type="pres">
      <dgm:prSet presAssocID="{CB82DF9C-BEE8-4DFB-8696-8B504F5D5EA0}" presName="parTx" presStyleLbl="alignNode1" presStyleIdx="3" presStyleCnt="7">
        <dgm:presLayoutVars>
          <dgm:chMax val="0"/>
          <dgm:chPref val="0"/>
          <dgm:bulletEnabled val="1"/>
        </dgm:presLayoutVars>
      </dgm:prSet>
      <dgm:spPr/>
    </dgm:pt>
    <dgm:pt modelId="{EDEF8C64-BF6F-45B4-BF67-21DCB0BD7010}" type="pres">
      <dgm:prSet presAssocID="{CB82DF9C-BEE8-4DFB-8696-8B504F5D5EA0}" presName="desTx" presStyleLbl="alignAccFollowNode1" presStyleIdx="3" presStyleCnt="7">
        <dgm:presLayoutVars>
          <dgm:bulletEnabled val="1"/>
        </dgm:presLayoutVars>
      </dgm:prSet>
      <dgm:spPr/>
    </dgm:pt>
    <dgm:pt modelId="{DC89C617-C916-4484-92A8-8D45B86600A0}" type="pres">
      <dgm:prSet presAssocID="{D1D47284-102B-4E42-8DA2-66E7F332C256}" presName="space" presStyleCnt="0"/>
      <dgm:spPr/>
    </dgm:pt>
    <dgm:pt modelId="{4D0BA9E1-A723-41C2-9C5E-30F20469027F}" type="pres">
      <dgm:prSet presAssocID="{6909AE3D-0693-4A77-BA3F-70E3CBDD7DD8}" presName="composite" presStyleCnt="0"/>
      <dgm:spPr/>
    </dgm:pt>
    <dgm:pt modelId="{48E7A520-5DBC-48E1-9C28-698324FB7541}" type="pres">
      <dgm:prSet presAssocID="{6909AE3D-0693-4A77-BA3F-70E3CBDD7DD8}" presName="parTx" presStyleLbl="alignNode1" presStyleIdx="4" presStyleCnt="7">
        <dgm:presLayoutVars>
          <dgm:chMax val="0"/>
          <dgm:chPref val="0"/>
          <dgm:bulletEnabled val="1"/>
        </dgm:presLayoutVars>
      </dgm:prSet>
      <dgm:spPr/>
    </dgm:pt>
    <dgm:pt modelId="{A506FF8D-0F58-4906-BF5A-C152D2151D5C}" type="pres">
      <dgm:prSet presAssocID="{6909AE3D-0693-4A77-BA3F-70E3CBDD7DD8}" presName="desTx" presStyleLbl="alignAccFollowNode1" presStyleIdx="4" presStyleCnt="7">
        <dgm:presLayoutVars>
          <dgm:bulletEnabled val="1"/>
        </dgm:presLayoutVars>
      </dgm:prSet>
      <dgm:spPr/>
    </dgm:pt>
    <dgm:pt modelId="{A9BBE498-0B6F-46BE-95B9-B388852340FB}" type="pres">
      <dgm:prSet presAssocID="{A97D06ED-87D6-45B4-9FEF-A8D03E631528}" presName="space" presStyleCnt="0"/>
      <dgm:spPr/>
    </dgm:pt>
    <dgm:pt modelId="{D3E3BF2F-0E56-4950-80F1-2CC9495BA5A5}" type="pres">
      <dgm:prSet presAssocID="{02E2752E-2E6F-4F1D-AFAB-5407F744B750}" presName="composite" presStyleCnt="0"/>
      <dgm:spPr/>
    </dgm:pt>
    <dgm:pt modelId="{9E96C975-41F8-4DC3-97CE-B50E13D24812}" type="pres">
      <dgm:prSet presAssocID="{02E2752E-2E6F-4F1D-AFAB-5407F744B750}" presName="parTx" presStyleLbl="alignNode1" presStyleIdx="5" presStyleCnt="7">
        <dgm:presLayoutVars>
          <dgm:chMax val="0"/>
          <dgm:chPref val="0"/>
          <dgm:bulletEnabled val="1"/>
        </dgm:presLayoutVars>
      </dgm:prSet>
      <dgm:spPr/>
    </dgm:pt>
    <dgm:pt modelId="{AEB6FC93-E2EF-4481-93E2-E79DC0D60E27}" type="pres">
      <dgm:prSet presAssocID="{02E2752E-2E6F-4F1D-AFAB-5407F744B750}" presName="desTx" presStyleLbl="alignAccFollowNode1" presStyleIdx="5" presStyleCnt="7">
        <dgm:presLayoutVars>
          <dgm:bulletEnabled val="1"/>
        </dgm:presLayoutVars>
      </dgm:prSet>
      <dgm:spPr/>
    </dgm:pt>
    <dgm:pt modelId="{34B02FC8-599A-4C62-A97E-C96DC6E1DEFE}" type="pres">
      <dgm:prSet presAssocID="{35A1A63B-3917-4F99-AA8F-C0BC649E8577}" presName="space" presStyleCnt="0"/>
      <dgm:spPr/>
    </dgm:pt>
    <dgm:pt modelId="{4926EA4E-3ED2-4B7B-93B4-47DE9674CD2D}" type="pres">
      <dgm:prSet presAssocID="{B4AC8B27-DEFC-4FC9-B0C0-E39FFFC6ECB9}" presName="composite" presStyleCnt="0"/>
      <dgm:spPr/>
    </dgm:pt>
    <dgm:pt modelId="{14268067-7B6F-4BE1-A6BF-B3C2BBB9D686}" type="pres">
      <dgm:prSet presAssocID="{B4AC8B27-DEFC-4FC9-B0C0-E39FFFC6ECB9}" presName="parTx" presStyleLbl="alignNode1" presStyleIdx="6" presStyleCnt="7">
        <dgm:presLayoutVars>
          <dgm:chMax val="0"/>
          <dgm:chPref val="0"/>
          <dgm:bulletEnabled val="1"/>
        </dgm:presLayoutVars>
      </dgm:prSet>
      <dgm:spPr/>
    </dgm:pt>
    <dgm:pt modelId="{B2FFFD65-399B-4F2C-A14F-F7352EB1B0F1}" type="pres">
      <dgm:prSet presAssocID="{B4AC8B27-DEFC-4FC9-B0C0-E39FFFC6ECB9}" presName="desTx" presStyleLbl="alignAccFollowNode1" presStyleIdx="6" presStyleCnt="7">
        <dgm:presLayoutVars>
          <dgm:bulletEnabled val="1"/>
        </dgm:presLayoutVars>
      </dgm:prSet>
      <dgm:spPr/>
    </dgm:pt>
  </dgm:ptLst>
  <dgm:cxnLst>
    <dgm:cxn modelId="{C19C7C05-61E9-4DAA-BBF4-6FD9FD69CAD4}" srcId="{B3D3E7FF-F235-4500-BE19-420A8BBEF3DF}" destId="{13D4B684-27C8-4A28-8BBD-308F836E017E}" srcOrd="0" destOrd="0" parTransId="{B6D04BC9-F452-4045-A73B-565FEF4484FE}" sibTransId="{729B53A1-F851-4534-ABBF-ACBD502379F5}"/>
    <dgm:cxn modelId="{73922F0A-C389-440F-A8BA-F71FD20D405A}" srcId="{3F85D44F-49E8-4FA4-93DF-EAC52150DB38}" destId="{CB82DF9C-BEE8-4DFB-8696-8B504F5D5EA0}" srcOrd="3" destOrd="0" parTransId="{68E1DAE2-509D-48C4-9ACB-98F394C9653C}" sibTransId="{D1D47284-102B-4E42-8DA2-66E7F332C256}"/>
    <dgm:cxn modelId="{872A0B12-F2F1-4072-A2BE-8CA1562360CC}" type="presOf" srcId="{336CB1A8-9C1E-4217-96C0-82B12EFD1921}" destId="{90E8B9B6-8535-47FD-A2C2-A806CAC48BB8}" srcOrd="0" destOrd="3" presId="urn:microsoft.com/office/officeart/2005/8/layout/hList1"/>
    <dgm:cxn modelId="{5689B514-0823-473C-ABCE-E33FA69F9DDB}" srcId="{6909AE3D-0693-4A77-BA3F-70E3CBDD7DD8}" destId="{04BD909D-EA84-43D0-B223-34066F9293AA}" srcOrd="1" destOrd="0" parTransId="{821DFC1B-22DE-4CCC-B191-CA1D4DB5F59F}" sibTransId="{37F65F97-5575-4C3A-99F9-6EF45C962298}"/>
    <dgm:cxn modelId="{661C6916-6B8B-4B83-884C-20D763AE1698}" type="presOf" srcId="{B4AC8B27-DEFC-4FC9-B0C0-E39FFFC6ECB9}" destId="{14268067-7B6F-4BE1-A6BF-B3C2BBB9D686}" srcOrd="0" destOrd="0" presId="urn:microsoft.com/office/officeart/2005/8/layout/hList1"/>
    <dgm:cxn modelId="{DB584E1E-77EE-4B5D-93E3-A3F9FAB38C34}" type="presOf" srcId="{B3D3E7FF-F235-4500-BE19-420A8BBEF3DF}" destId="{73190D18-051F-4CE0-A6C8-75859CAD0AB7}" srcOrd="0" destOrd="0" presId="urn:microsoft.com/office/officeart/2005/8/layout/hList1"/>
    <dgm:cxn modelId="{20A67823-6C88-4AC6-ACB1-271F93DCE717}" type="presOf" srcId="{1989C14B-4830-4AE8-90E2-2A85AF8F09D3}" destId="{90E8B9B6-8535-47FD-A2C2-A806CAC48BB8}" srcOrd="0" destOrd="2" presId="urn:microsoft.com/office/officeart/2005/8/layout/hList1"/>
    <dgm:cxn modelId="{82553126-71AB-46FE-99A0-D486138AF758}" srcId="{3F85D44F-49E8-4FA4-93DF-EAC52150DB38}" destId="{B4AC8B27-DEFC-4FC9-B0C0-E39FFFC6ECB9}" srcOrd="6" destOrd="0" parTransId="{9890849B-B2CA-4FF9-B9E9-69548FB5F19E}" sibTransId="{93A2B433-98AB-4B5C-B704-21CD78C02B3D}"/>
    <dgm:cxn modelId="{A117842A-671F-449B-A8C2-A18BA564C851}" type="presOf" srcId="{30C98FD8-310E-45F4-87F8-67CE063B7570}" destId="{464278F4-16BF-49E1-B453-1B7C4E5A4A00}" srcOrd="0" destOrd="2" presId="urn:microsoft.com/office/officeart/2005/8/layout/hList1"/>
    <dgm:cxn modelId="{EBFA9F2F-F0A5-4F29-B162-1AE53CCA5C9C}" type="presOf" srcId="{13D4B684-27C8-4A28-8BBD-308F836E017E}" destId="{464278F4-16BF-49E1-B453-1B7C4E5A4A00}" srcOrd="0" destOrd="0" presId="urn:microsoft.com/office/officeart/2005/8/layout/hList1"/>
    <dgm:cxn modelId="{DCCC9631-B5CA-4A0C-B8B6-B7DDBAFDAF03}" srcId="{B3D3E7FF-F235-4500-BE19-420A8BBEF3DF}" destId="{F36D756E-3E95-4856-8ECE-68CD97720B88}" srcOrd="1" destOrd="0" parTransId="{56D1DCE1-2D0F-4F16-AE75-27938EFCD87B}" sibTransId="{440E803E-01BA-4CE0-A388-9AE691AAB049}"/>
    <dgm:cxn modelId="{6B2FEC31-EFAF-478E-AA0E-ECF3838AFD5C}" srcId="{02E2752E-2E6F-4F1D-AFAB-5407F744B750}" destId="{69A45929-4F13-4A69-A0C8-1FCE7972A93B}" srcOrd="0" destOrd="0" parTransId="{4ECB5348-68FE-43BF-AC27-086325196675}" sibTransId="{2B093CD4-E633-422D-B762-6266A1547099}"/>
    <dgm:cxn modelId="{84C0A53C-1449-4764-A165-6A2B5087D0CB}" srcId="{C2487D9A-2326-4846-B24F-C301AA56098C}" destId="{7E3C6CFD-6316-4688-9320-089F245171BA}" srcOrd="2" destOrd="0" parTransId="{D4E266FA-4DB0-49DC-9210-3E0C31E2197B}" sibTransId="{512C5D74-E23F-4C7E-A302-F559EFC2937A}"/>
    <dgm:cxn modelId="{1DF0E75B-1A2E-437D-8651-65E20376AD23}" srcId="{C2487D9A-2326-4846-B24F-C301AA56098C}" destId="{7834F9A2-69A2-43F3-8C68-08292D9D25CE}" srcOrd="0" destOrd="0" parTransId="{EAFEC84F-596F-455C-8859-E2435D262FC1}" sibTransId="{9C0DEDF5-B521-42CE-9A8F-FD1361A79E01}"/>
    <dgm:cxn modelId="{A2360A5E-127F-45C1-A4BD-DD898CBAF834}" srcId="{3F85D44F-49E8-4FA4-93DF-EAC52150DB38}" destId="{6909AE3D-0693-4A77-BA3F-70E3CBDD7DD8}" srcOrd="4" destOrd="0" parTransId="{7316C85B-A70D-4CC5-BD99-A973E54C6E46}" sibTransId="{A97D06ED-87D6-45B4-9FEF-A8D03E631528}"/>
    <dgm:cxn modelId="{4200765E-FEE4-4AAB-A218-39A3901E2382}" srcId="{B3D3E7FF-F235-4500-BE19-420A8BBEF3DF}" destId="{30C98FD8-310E-45F4-87F8-67CE063B7570}" srcOrd="2" destOrd="0" parTransId="{58FDEA26-A9D8-4422-8958-E8BB26843983}" sibTransId="{7018A202-D8BF-49E6-A9A3-BD42F7D66C17}"/>
    <dgm:cxn modelId="{9DEF5042-43D3-4750-B7D6-D69BA1B9D0BD}" srcId="{CEFA8C5D-7DE5-4641-A2B7-AF0E0D407C2F}" destId="{CDEB0EE6-2E26-4B70-AC27-FF4FF7D9CCFB}" srcOrd="0" destOrd="0" parTransId="{73EC98BF-5EF5-4EA5-99F1-733D2976E406}" sibTransId="{36695E09-7AB6-49F8-B484-A9DBDEB41F59}"/>
    <dgm:cxn modelId="{D48A1F44-D1E5-4901-83E2-927360FA838B}" type="presOf" srcId="{04BD909D-EA84-43D0-B223-34066F9293AA}" destId="{A506FF8D-0F58-4906-BF5A-C152D2151D5C}" srcOrd="0" destOrd="1" presId="urn:microsoft.com/office/officeart/2005/8/layout/hList1"/>
    <dgm:cxn modelId="{BD866846-2E38-4AF4-A5EB-249037CD30B3}" srcId="{3F85D44F-49E8-4FA4-93DF-EAC52150DB38}" destId="{C2487D9A-2326-4846-B24F-C301AA56098C}" srcOrd="1" destOrd="0" parTransId="{9DE57D19-7767-46C0-86BE-5D8108DF31BB}" sibTransId="{D3C6972F-14B7-4087-8ACC-101FCB9F11F7}"/>
    <dgm:cxn modelId="{5272A466-4FDA-4F42-94D6-59CD21261130}" srcId="{C2487D9A-2326-4846-B24F-C301AA56098C}" destId="{E2A7956A-9179-42A2-8803-55FCB30E07C8}" srcOrd="3" destOrd="0" parTransId="{1F1F44F0-ABF1-4FCA-BB7F-54AB2C2A93DF}" sibTransId="{320451E0-3CA4-48B1-940A-1D46C4552797}"/>
    <dgm:cxn modelId="{F32A2F49-0DCB-4CBD-A90A-E5D220E47977}" type="presOf" srcId="{CEFA8C5D-7DE5-4641-A2B7-AF0E0D407C2F}" destId="{0542962A-9D56-49E2-ADA7-313EA55747E2}" srcOrd="0" destOrd="0" presId="urn:microsoft.com/office/officeart/2005/8/layout/hList1"/>
    <dgm:cxn modelId="{9ECAC06A-08DD-4DA2-ACCF-4E7D6F8527D9}" srcId="{CEFA8C5D-7DE5-4641-A2B7-AF0E0D407C2F}" destId="{E01EA91B-0787-4DCD-9164-F77C90B0ACA7}" srcOrd="1" destOrd="0" parTransId="{4A267EE0-9B91-4FDC-B96C-D26FFBFF1880}" sibTransId="{8BBD4482-8455-4C44-B147-E8805033D4FA}"/>
    <dgm:cxn modelId="{FEE8096C-62B1-4B32-B145-AE185A0E40CA}" srcId="{B4AC8B27-DEFC-4FC9-B0C0-E39FFFC6ECB9}" destId="{FA8450B1-F339-4760-85E6-FF4CE99B7475}" srcOrd="0" destOrd="0" parTransId="{C094D5EC-4969-4FC8-B916-B06CB43813C3}" sibTransId="{1F465023-F2E1-4E46-822F-29171ABD6A4B}"/>
    <dgm:cxn modelId="{731A3B4C-D6BB-4632-B748-338EFBE5FA4C}" type="presOf" srcId="{33856A89-ECF5-4E58-9D4D-D402CF22E8C9}" destId="{507146B0-27C8-48EB-83EE-7516FD1FEE0B}" srcOrd="0" destOrd="1" presId="urn:microsoft.com/office/officeart/2005/8/layout/hList1"/>
    <dgm:cxn modelId="{0E31E46E-1B60-4B83-8E61-DD05E6C5BADC}" type="presOf" srcId="{FA8450B1-F339-4760-85E6-FF4CE99B7475}" destId="{B2FFFD65-399B-4F2C-A14F-F7352EB1B0F1}" srcOrd="0" destOrd="0" presId="urn:microsoft.com/office/officeart/2005/8/layout/hList1"/>
    <dgm:cxn modelId="{C8ED9B50-6E3A-4E21-B035-97B58FD4A51F}" srcId="{6909AE3D-0693-4A77-BA3F-70E3CBDD7DD8}" destId="{AAF9709B-D15F-4707-B2B4-2C1F2C1B08E3}" srcOrd="0" destOrd="0" parTransId="{0702D297-FA50-4DAC-A45C-6E8ACBCF65BF}" sibTransId="{82A88B8B-060A-4725-850F-3F5CFE72783D}"/>
    <dgm:cxn modelId="{852B0476-359A-4F3D-8755-07775519C779}" type="presOf" srcId="{AA56D79D-69C7-4DBB-8201-14644B0BB533}" destId="{A506FF8D-0F58-4906-BF5A-C152D2151D5C}" srcOrd="0" destOrd="2" presId="urn:microsoft.com/office/officeart/2005/8/layout/hList1"/>
    <dgm:cxn modelId="{4645E057-269A-4A26-8373-68A3F6C2DE01}" type="presOf" srcId="{E2A7956A-9179-42A2-8803-55FCB30E07C8}" destId="{507146B0-27C8-48EB-83EE-7516FD1FEE0B}" srcOrd="0" destOrd="3" presId="urn:microsoft.com/office/officeart/2005/8/layout/hList1"/>
    <dgm:cxn modelId="{3CCA4358-2AAB-4DE3-A650-D7AA7057057E}" srcId="{6909AE3D-0693-4A77-BA3F-70E3CBDD7DD8}" destId="{AA56D79D-69C7-4DBB-8201-14644B0BB533}" srcOrd="2" destOrd="0" parTransId="{CB0180C5-42CD-4D65-85A2-C02325DEAD9B}" sibTransId="{FA8637C8-D7CD-462F-B3A8-4374D75683BF}"/>
    <dgm:cxn modelId="{08482E7B-16FB-49EE-9291-980BBFAC8A58}" type="presOf" srcId="{F9B4B48D-90AF-4E87-9309-6C7B389D0F93}" destId="{464278F4-16BF-49E1-B453-1B7C4E5A4A00}" srcOrd="0" destOrd="3" presId="urn:microsoft.com/office/officeart/2005/8/layout/hList1"/>
    <dgm:cxn modelId="{87CEDD81-5CD2-4873-BC6C-04F50D879187}" type="presOf" srcId="{E01EA91B-0787-4DCD-9164-F77C90B0ACA7}" destId="{90E8B9B6-8535-47FD-A2C2-A806CAC48BB8}" srcOrd="0" destOrd="1" presId="urn:microsoft.com/office/officeart/2005/8/layout/hList1"/>
    <dgm:cxn modelId="{C6CA3683-3333-4E1C-98BC-7BEB9BC74F16}" srcId="{3F85D44F-49E8-4FA4-93DF-EAC52150DB38}" destId="{B3D3E7FF-F235-4500-BE19-420A8BBEF3DF}" srcOrd="0" destOrd="0" parTransId="{7BEBA4C6-FB55-4E74-BC8D-687C41A21454}" sibTransId="{1E6B9F5A-435F-4492-9A53-E4B84FCD3B9C}"/>
    <dgm:cxn modelId="{38C05188-7374-464E-8C2A-978FCF6E7EFC}" type="presOf" srcId="{C454CE26-A143-40BF-A79D-2B3EAA5768EC}" destId="{EDEF8C64-BF6F-45B4-BF67-21DCB0BD7010}" srcOrd="0" destOrd="2" presId="urn:microsoft.com/office/officeart/2005/8/layout/hList1"/>
    <dgm:cxn modelId="{7BCD6A8E-AE4B-4B00-9904-564A6CB20437}" srcId="{3F85D44F-49E8-4FA4-93DF-EAC52150DB38}" destId="{CEFA8C5D-7DE5-4641-A2B7-AF0E0D407C2F}" srcOrd="2" destOrd="0" parTransId="{A9F95AAE-52D4-4332-8575-AE91A518BFA4}" sibTransId="{9226452F-DD40-4EB0-8ACF-E3BA7E5F0A6D}"/>
    <dgm:cxn modelId="{53F3D593-42F1-48FE-9EBF-E1FB7FE77547}" srcId="{CB82DF9C-BEE8-4DFB-8696-8B504F5D5EA0}" destId="{C8AD6C00-9D2F-49B7-9BE2-1A8ECF7957C9}" srcOrd="0" destOrd="0" parTransId="{D995E34A-E290-47FB-BF5A-0BC129FA0882}" sibTransId="{83375E2A-4F0D-42E0-817D-0CCA4855C599}"/>
    <dgm:cxn modelId="{F6186794-46A1-48B4-AD1C-55C4BC154200}" type="presOf" srcId="{3F85D44F-49E8-4FA4-93DF-EAC52150DB38}" destId="{24A72339-F505-4D24-87FB-7508E3624D8A}" srcOrd="0" destOrd="0" presId="urn:microsoft.com/office/officeart/2005/8/layout/hList1"/>
    <dgm:cxn modelId="{E13A8C96-8B04-4507-A456-EA1F01FD13AA}" type="presOf" srcId="{AAF9709B-D15F-4707-B2B4-2C1F2C1B08E3}" destId="{A506FF8D-0F58-4906-BF5A-C152D2151D5C}" srcOrd="0" destOrd="0" presId="urn:microsoft.com/office/officeart/2005/8/layout/hList1"/>
    <dgm:cxn modelId="{1D1FF699-85FF-427F-A6B2-909B39CC151F}" type="presOf" srcId="{CB82DF9C-BEE8-4DFB-8696-8B504F5D5EA0}" destId="{0F85CAA3-117B-41AF-BA6F-AEF0CC4B3E8A}" srcOrd="0" destOrd="0" presId="urn:microsoft.com/office/officeart/2005/8/layout/hList1"/>
    <dgm:cxn modelId="{8AEC6B9B-444B-4E7A-A458-6B62CAC1251A}" srcId="{CB82DF9C-BEE8-4DFB-8696-8B504F5D5EA0}" destId="{A7328D3A-F622-4431-B1B9-E8B6FF905BA7}" srcOrd="1" destOrd="0" parTransId="{04909DA2-B802-4E79-845B-D8230A357856}" sibTransId="{312F46CA-B9D8-42C9-9018-F30480A8F884}"/>
    <dgm:cxn modelId="{AA88C3A0-4A68-4B40-AA6B-1468D7BF242B}" srcId="{CEFA8C5D-7DE5-4641-A2B7-AF0E0D407C2F}" destId="{1989C14B-4830-4AE8-90E2-2A85AF8F09D3}" srcOrd="2" destOrd="0" parTransId="{55A70F1F-377D-4E80-865C-92B4A8A08D8F}" sibTransId="{F6412B25-5D50-4EAA-BC40-5AF0C1A8E2F1}"/>
    <dgm:cxn modelId="{260904A1-008A-4B20-8BEC-A813E56E2604}" type="presOf" srcId="{7E3C6CFD-6316-4688-9320-089F245171BA}" destId="{507146B0-27C8-48EB-83EE-7516FD1FEE0B}" srcOrd="0" destOrd="2" presId="urn:microsoft.com/office/officeart/2005/8/layout/hList1"/>
    <dgm:cxn modelId="{7EAC08A9-2CF9-4112-A2CC-EF565FB86DC9}" srcId="{C2487D9A-2326-4846-B24F-C301AA56098C}" destId="{33856A89-ECF5-4E58-9D4D-D402CF22E8C9}" srcOrd="1" destOrd="0" parTransId="{FA3AE8BC-48E8-4C94-8F87-216E5D931126}" sibTransId="{4567848E-4D8C-476C-888A-97121180A53F}"/>
    <dgm:cxn modelId="{1435D4AC-8698-4518-BD86-DB3CF2F0E8CF}" srcId="{3F85D44F-49E8-4FA4-93DF-EAC52150DB38}" destId="{02E2752E-2E6F-4F1D-AFAB-5407F744B750}" srcOrd="5" destOrd="0" parTransId="{785EB068-FBFF-4AF1-AFF2-8DDE459C057D}" sibTransId="{35A1A63B-3917-4F99-AA8F-C0BC649E8577}"/>
    <dgm:cxn modelId="{C44605AE-4DBA-4004-9711-50DF20946EF0}" srcId="{CB82DF9C-BEE8-4DFB-8696-8B504F5D5EA0}" destId="{C454CE26-A143-40BF-A79D-2B3EAA5768EC}" srcOrd="2" destOrd="0" parTransId="{90B0D6DC-38A6-460E-853F-9FCD5FE3AFD0}" sibTransId="{72A6BBDC-AC83-4506-A603-927D57935763}"/>
    <dgm:cxn modelId="{0C04B0B0-9D7D-4763-922B-030A6BC5AC40}" type="presOf" srcId="{CDEB0EE6-2E26-4B70-AC27-FF4FF7D9CCFB}" destId="{90E8B9B6-8535-47FD-A2C2-A806CAC48BB8}" srcOrd="0" destOrd="0" presId="urn:microsoft.com/office/officeart/2005/8/layout/hList1"/>
    <dgm:cxn modelId="{DB4B22BD-EF17-4844-A4E5-8B42A856C4D4}" type="presOf" srcId="{C8AD6C00-9D2F-49B7-9BE2-1A8ECF7957C9}" destId="{EDEF8C64-BF6F-45B4-BF67-21DCB0BD7010}" srcOrd="0" destOrd="0" presId="urn:microsoft.com/office/officeart/2005/8/layout/hList1"/>
    <dgm:cxn modelId="{753106C2-B823-41A8-BC22-54693AD979A6}" type="presOf" srcId="{C2487D9A-2326-4846-B24F-C301AA56098C}" destId="{F6298557-1E2D-412D-8783-4D7180F13D10}" srcOrd="0" destOrd="0" presId="urn:microsoft.com/office/officeart/2005/8/layout/hList1"/>
    <dgm:cxn modelId="{85FEA6C8-B85F-46CE-9DAF-754E7E8FC6A3}" type="presOf" srcId="{7834F9A2-69A2-43F3-8C68-08292D9D25CE}" destId="{507146B0-27C8-48EB-83EE-7516FD1FEE0B}" srcOrd="0" destOrd="0" presId="urn:microsoft.com/office/officeart/2005/8/layout/hList1"/>
    <dgm:cxn modelId="{8AF610CB-CD4B-4D24-A243-F567DE00F761}" type="presOf" srcId="{02E2752E-2E6F-4F1D-AFAB-5407F744B750}" destId="{9E96C975-41F8-4DC3-97CE-B50E13D24812}" srcOrd="0" destOrd="0" presId="urn:microsoft.com/office/officeart/2005/8/layout/hList1"/>
    <dgm:cxn modelId="{3DBCB5D7-261D-4EDF-A83C-176A5FFC36E9}" type="presOf" srcId="{69A45929-4F13-4A69-A0C8-1FCE7972A93B}" destId="{AEB6FC93-E2EF-4481-93E2-E79DC0D60E27}" srcOrd="0" destOrd="0" presId="urn:microsoft.com/office/officeart/2005/8/layout/hList1"/>
    <dgm:cxn modelId="{D8C6AFEB-8345-4DD4-ABE9-9A28A618150E}" type="presOf" srcId="{F36D756E-3E95-4856-8ECE-68CD97720B88}" destId="{464278F4-16BF-49E1-B453-1B7C4E5A4A00}" srcOrd="0" destOrd="1" presId="urn:microsoft.com/office/officeart/2005/8/layout/hList1"/>
    <dgm:cxn modelId="{4599BEEF-6700-4E85-B962-3C5D6EE2E91D}" srcId="{B3D3E7FF-F235-4500-BE19-420A8BBEF3DF}" destId="{F9B4B48D-90AF-4E87-9309-6C7B389D0F93}" srcOrd="3" destOrd="0" parTransId="{E157366F-6AE8-49F1-9803-39F3A407C6F4}" sibTransId="{2316BD69-82E2-4C8E-945B-81EC57F679F1}"/>
    <dgm:cxn modelId="{84050BF1-C711-45C7-A21A-BD7C1CDA28F2}" type="presOf" srcId="{6909AE3D-0693-4A77-BA3F-70E3CBDD7DD8}" destId="{48E7A520-5DBC-48E1-9C28-698324FB7541}" srcOrd="0" destOrd="0" presId="urn:microsoft.com/office/officeart/2005/8/layout/hList1"/>
    <dgm:cxn modelId="{82E531FB-F4E3-46EF-8416-85D71AA97E11}" type="presOf" srcId="{A7328D3A-F622-4431-B1B9-E8B6FF905BA7}" destId="{EDEF8C64-BF6F-45B4-BF67-21DCB0BD7010}" srcOrd="0" destOrd="1" presId="urn:microsoft.com/office/officeart/2005/8/layout/hList1"/>
    <dgm:cxn modelId="{1C2C38FC-DE6E-45D4-A833-B0A600B2A26D}" srcId="{CEFA8C5D-7DE5-4641-A2B7-AF0E0D407C2F}" destId="{336CB1A8-9C1E-4217-96C0-82B12EFD1921}" srcOrd="3" destOrd="0" parTransId="{BD96AE4F-D3A2-4392-966C-FCC1E8CAB87B}" sibTransId="{8180AA81-1138-474F-AB3F-6E22E6DC5526}"/>
    <dgm:cxn modelId="{0D537418-B464-4D0F-933D-8FF8D4E70D44}" type="presParOf" srcId="{24A72339-F505-4D24-87FB-7508E3624D8A}" destId="{AFAED103-2F75-43B3-898D-E2E615736297}" srcOrd="0" destOrd="0" presId="urn:microsoft.com/office/officeart/2005/8/layout/hList1"/>
    <dgm:cxn modelId="{220FDAD6-941A-4450-A60C-84A890E66B3A}" type="presParOf" srcId="{AFAED103-2F75-43B3-898D-E2E615736297}" destId="{73190D18-051F-4CE0-A6C8-75859CAD0AB7}" srcOrd="0" destOrd="0" presId="urn:microsoft.com/office/officeart/2005/8/layout/hList1"/>
    <dgm:cxn modelId="{C2C752C0-FE2C-4D0E-ABA7-051B137EC721}" type="presParOf" srcId="{AFAED103-2F75-43B3-898D-E2E615736297}" destId="{464278F4-16BF-49E1-B453-1B7C4E5A4A00}" srcOrd="1" destOrd="0" presId="urn:microsoft.com/office/officeart/2005/8/layout/hList1"/>
    <dgm:cxn modelId="{AACE83AD-A9FC-4E01-8EC6-A9CD11679390}" type="presParOf" srcId="{24A72339-F505-4D24-87FB-7508E3624D8A}" destId="{BE5A9C58-5CF5-4687-BE6F-85420E37BA43}" srcOrd="1" destOrd="0" presId="urn:microsoft.com/office/officeart/2005/8/layout/hList1"/>
    <dgm:cxn modelId="{D90A1247-BFF0-45B3-A0AA-3DF10ABEAE84}" type="presParOf" srcId="{24A72339-F505-4D24-87FB-7508E3624D8A}" destId="{B92426FE-FBE9-4A44-81FC-27C6823450D6}" srcOrd="2" destOrd="0" presId="urn:microsoft.com/office/officeart/2005/8/layout/hList1"/>
    <dgm:cxn modelId="{5B6DB90D-7D74-4214-BBE5-B7512D136405}" type="presParOf" srcId="{B92426FE-FBE9-4A44-81FC-27C6823450D6}" destId="{F6298557-1E2D-412D-8783-4D7180F13D10}" srcOrd="0" destOrd="0" presId="urn:microsoft.com/office/officeart/2005/8/layout/hList1"/>
    <dgm:cxn modelId="{8F1C98EB-EDF7-4940-AC9A-A4A063F77A21}" type="presParOf" srcId="{B92426FE-FBE9-4A44-81FC-27C6823450D6}" destId="{507146B0-27C8-48EB-83EE-7516FD1FEE0B}" srcOrd="1" destOrd="0" presId="urn:microsoft.com/office/officeart/2005/8/layout/hList1"/>
    <dgm:cxn modelId="{CD667547-D850-46C4-BE94-B4BADDB5B724}" type="presParOf" srcId="{24A72339-F505-4D24-87FB-7508E3624D8A}" destId="{91FBD241-C301-40CD-BE30-CD43FFDA8D14}" srcOrd="3" destOrd="0" presId="urn:microsoft.com/office/officeart/2005/8/layout/hList1"/>
    <dgm:cxn modelId="{60999B95-39AA-4CCB-8AFC-2D9BEE9906AD}" type="presParOf" srcId="{24A72339-F505-4D24-87FB-7508E3624D8A}" destId="{B332849F-7220-4C14-9C6A-C279F650F3C2}" srcOrd="4" destOrd="0" presId="urn:microsoft.com/office/officeart/2005/8/layout/hList1"/>
    <dgm:cxn modelId="{DE8A8303-0773-43A4-B6F1-EEE27020FA05}" type="presParOf" srcId="{B332849F-7220-4C14-9C6A-C279F650F3C2}" destId="{0542962A-9D56-49E2-ADA7-313EA55747E2}" srcOrd="0" destOrd="0" presId="urn:microsoft.com/office/officeart/2005/8/layout/hList1"/>
    <dgm:cxn modelId="{391E255C-F62B-40C5-B09F-665DBA92E9D1}" type="presParOf" srcId="{B332849F-7220-4C14-9C6A-C279F650F3C2}" destId="{90E8B9B6-8535-47FD-A2C2-A806CAC48BB8}" srcOrd="1" destOrd="0" presId="urn:microsoft.com/office/officeart/2005/8/layout/hList1"/>
    <dgm:cxn modelId="{08E1F5A3-4DB5-4849-AEF9-06EED146DB56}" type="presParOf" srcId="{24A72339-F505-4D24-87FB-7508E3624D8A}" destId="{7C0E1ADF-5967-48EE-8DA2-4A852343C8A5}" srcOrd="5" destOrd="0" presId="urn:microsoft.com/office/officeart/2005/8/layout/hList1"/>
    <dgm:cxn modelId="{D00B7BEC-5440-4DF7-9932-57250B1C2A3D}" type="presParOf" srcId="{24A72339-F505-4D24-87FB-7508E3624D8A}" destId="{6FEE2CE9-86AE-492F-B257-BE4D795E666D}" srcOrd="6" destOrd="0" presId="urn:microsoft.com/office/officeart/2005/8/layout/hList1"/>
    <dgm:cxn modelId="{678956C6-636E-4129-AF0C-AF7B91805588}" type="presParOf" srcId="{6FEE2CE9-86AE-492F-B257-BE4D795E666D}" destId="{0F85CAA3-117B-41AF-BA6F-AEF0CC4B3E8A}" srcOrd="0" destOrd="0" presId="urn:microsoft.com/office/officeart/2005/8/layout/hList1"/>
    <dgm:cxn modelId="{5444FE1D-9CC5-4443-B0D3-9113B1DDA617}" type="presParOf" srcId="{6FEE2CE9-86AE-492F-B257-BE4D795E666D}" destId="{EDEF8C64-BF6F-45B4-BF67-21DCB0BD7010}" srcOrd="1" destOrd="0" presId="urn:microsoft.com/office/officeart/2005/8/layout/hList1"/>
    <dgm:cxn modelId="{098B86C4-2279-499C-B280-3D808BB4EBD8}" type="presParOf" srcId="{24A72339-F505-4D24-87FB-7508E3624D8A}" destId="{DC89C617-C916-4484-92A8-8D45B86600A0}" srcOrd="7" destOrd="0" presId="urn:microsoft.com/office/officeart/2005/8/layout/hList1"/>
    <dgm:cxn modelId="{C452C45D-76B6-48B3-9587-1843C42D02CB}" type="presParOf" srcId="{24A72339-F505-4D24-87FB-7508E3624D8A}" destId="{4D0BA9E1-A723-41C2-9C5E-30F20469027F}" srcOrd="8" destOrd="0" presId="urn:microsoft.com/office/officeart/2005/8/layout/hList1"/>
    <dgm:cxn modelId="{DB01FCDF-1F7A-4341-AFD0-37C5D1188348}" type="presParOf" srcId="{4D0BA9E1-A723-41C2-9C5E-30F20469027F}" destId="{48E7A520-5DBC-48E1-9C28-698324FB7541}" srcOrd="0" destOrd="0" presId="urn:microsoft.com/office/officeart/2005/8/layout/hList1"/>
    <dgm:cxn modelId="{F32324CC-B70B-4603-9D6B-6FC08C8E64B6}" type="presParOf" srcId="{4D0BA9E1-A723-41C2-9C5E-30F20469027F}" destId="{A506FF8D-0F58-4906-BF5A-C152D2151D5C}" srcOrd="1" destOrd="0" presId="urn:microsoft.com/office/officeart/2005/8/layout/hList1"/>
    <dgm:cxn modelId="{0A54EF21-674A-4EEB-B9A1-44B32E6F9719}" type="presParOf" srcId="{24A72339-F505-4D24-87FB-7508E3624D8A}" destId="{A9BBE498-0B6F-46BE-95B9-B388852340FB}" srcOrd="9" destOrd="0" presId="urn:microsoft.com/office/officeart/2005/8/layout/hList1"/>
    <dgm:cxn modelId="{4C9A0CE8-37E3-4277-92C4-5A87A6307D7B}" type="presParOf" srcId="{24A72339-F505-4D24-87FB-7508E3624D8A}" destId="{D3E3BF2F-0E56-4950-80F1-2CC9495BA5A5}" srcOrd="10" destOrd="0" presId="urn:microsoft.com/office/officeart/2005/8/layout/hList1"/>
    <dgm:cxn modelId="{02E0DDDA-FAA0-4A25-A10B-97821944F71E}" type="presParOf" srcId="{D3E3BF2F-0E56-4950-80F1-2CC9495BA5A5}" destId="{9E96C975-41F8-4DC3-97CE-B50E13D24812}" srcOrd="0" destOrd="0" presId="urn:microsoft.com/office/officeart/2005/8/layout/hList1"/>
    <dgm:cxn modelId="{B88375EA-E4B7-4E7A-9932-7B1B196EC222}" type="presParOf" srcId="{D3E3BF2F-0E56-4950-80F1-2CC9495BA5A5}" destId="{AEB6FC93-E2EF-4481-93E2-E79DC0D60E27}" srcOrd="1" destOrd="0" presId="urn:microsoft.com/office/officeart/2005/8/layout/hList1"/>
    <dgm:cxn modelId="{FDDB6996-B379-4A9C-AB01-821BD08D4E32}" type="presParOf" srcId="{24A72339-F505-4D24-87FB-7508E3624D8A}" destId="{34B02FC8-599A-4C62-A97E-C96DC6E1DEFE}" srcOrd="11" destOrd="0" presId="urn:microsoft.com/office/officeart/2005/8/layout/hList1"/>
    <dgm:cxn modelId="{83B2509C-D1A8-4DF0-9334-45A686149FC7}" type="presParOf" srcId="{24A72339-F505-4D24-87FB-7508E3624D8A}" destId="{4926EA4E-3ED2-4B7B-93B4-47DE9674CD2D}" srcOrd="12" destOrd="0" presId="urn:microsoft.com/office/officeart/2005/8/layout/hList1"/>
    <dgm:cxn modelId="{A44F003B-F0FB-4BEB-8CD2-A36186753E60}" type="presParOf" srcId="{4926EA4E-3ED2-4B7B-93B4-47DE9674CD2D}" destId="{14268067-7B6F-4BE1-A6BF-B3C2BBB9D686}" srcOrd="0" destOrd="0" presId="urn:microsoft.com/office/officeart/2005/8/layout/hList1"/>
    <dgm:cxn modelId="{DB2C9C2F-106D-4E6C-A74B-1F80B75B8488}" type="presParOf" srcId="{4926EA4E-3ED2-4B7B-93B4-47DE9674CD2D}" destId="{B2FFFD65-399B-4F2C-A14F-F7352EB1B0F1}"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9E4B9E-EB70-4EFC-ABD1-B7B935CF0F57}" type="doc">
      <dgm:prSet loTypeId="urn:microsoft.com/office/officeart/2005/8/layout/vList5" loCatId="list" qsTypeId="urn:microsoft.com/office/officeart/2005/8/quickstyle/simple4" qsCatId="simple" csTypeId="urn:microsoft.com/office/officeart/2005/8/colors/colorful4" csCatId="colorful" phldr="1"/>
      <dgm:spPr/>
      <dgm:t>
        <a:bodyPr/>
        <a:lstStyle/>
        <a:p>
          <a:endParaRPr lang="ru-RU"/>
        </a:p>
      </dgm:t>
    </dgm:pt>
    <dgm:pt modelId="{35B64907-C95B-40A3-BB6E-2219A73E8EC6}">
      <dgm:prSet/>
      <dgm:spPr/>
      <dgm:t>
        <a:bodyPr/>
        <a:lstStyle/>
        <a:p>
          <a:r>
            <a:rPr lang="ru-RU" b="1" i="0" dirty="0"/>
            <a:t>Машинное обучение (МО):</a:t>
          </a:r>
          <a:endParaRPr lang="ru-RU" dirty="0"/>
        </a:p>
      </dgm:t>
    </dgm:pt>
    <dgm:pt modelId="{E443DFA5-8E8D-4E2B-AC7F-6D4647B04007}" type="parTrans" cxnId="{7769AE68-42F7-4D64-AFEA-33A56D6FAC07}">
      <dgm:prSet/>
      <dgm:spPr/>
      <dgm:t>
        <a:bodyPr/>
        <a:lstStyle/>
        <a:p>
          <a:endParaRPr lang="ru-RU"/>
        </a:p>
      </dgm:t>
    </dgm:pt>
    <dgm:pt modelId="{FCC392B4-20B6-47E2-8FBD-DCE617AF05D9}" type="sibTrans" cxnId="{7769AE68-42F7-4D64-AFEA-33A56D6FAC07}">
      <dgm:prSet/>
      <dgm:spPr/>
      <dgm:t>
        <a:bodyPr/>
        <a:lstStyle/>
        <a:p>
          <a:endParaRPr lang="ru-RU"/>
        </a:p>
      </dgm:t>
    </dgm:pt>
    <dgm:pt modelId="{FF779117-69CB-40F3-B697-C45529F48016}">
      <dgm:prSet/>
      <dgm:spPr/>
      <dgm:t>
        <a:bodyPr/>
        <a:lstStyle/>
        <a:p>
          <a:r>
            <a:rPr lang="ru-RU" b="1" i="0" dirty="0"/>
            <a:t>Глубокое обучение (нейросети):</a:t>
          </a:r>
          <a:endParaRPr lang="ru-RU" dirty="0"/>
        </a:p>
      </dgm:t>
    </dgm:pt>
    <dgm:pt modelId="{9B5CF2F2-9B57-45CB-8207-38681DB2674A}" type="parTrans" cxnId="{F8C84505-B14A-4B9D-AC0C-D8B53E47D134}">
      <dgm:prSet/>
      <dgm:spPr/>
      <dgm:t>
        <a:bodyPr/>
        <a:lstStyle/>
        <a:p>
          <a:endParaRPr lang="ru-RU"/>
        </a:p>
      </dgm:t>
    </dgm:pt>
    <dgm:pt modelId="{0C890289-4F40-434C-A14B-BB927B6B1BA3}" type="sibTrans" cxnId="{F8C84505-B14A-4B9D-AC0C-D8B53E47D134}">
      <dgm:prSet/>
      <dgm:spPr/>
      <dgm:t>
        <a:bodyPr/>
        <a:lstStyle/>
        <a:p>
          <a:endParaRPr lang="ru-RU"/>
        </a:p>
      </dgm:t>
    </dgm:pt>
    <dgm:pt modelId="{3DB2E197-F56A-49EB-A27D-D2704114D303}">
      <dgm:prSet/>
      <dgm:spPr/>
      <dgm:t>
        <a:bodyPr/>
        <a:lstStyle/>
        <a:p>
          <a:r>
            <a:rPr lang="ru-RU" b="1" i="0" dirty="0"/>
            <a:t>Обработка естественного языка (NLP):</a:t>
          </a:r>
          <a:r>
            <a:rPr lang="ru-RU" b="0" i="0" dirty="0"/>
            <a:t> </a:t>
          </a:r>
          <a:endParaRPr lang="ru-RU" dirty="0"/>
        </a:p>
      </dgm:t>
    </dgm:pt>
    <dgm:pt modelId="{947CAC3F-FBE3-4CD7-B124-4FEF02846A36}" type="parTrans" cxnId="{9989D850-5B39-4860-A410-F9070833A2A6}">
      <dgm:prSet/>
      <dgm:spPr/>
      <dgm:t>
        <a:bodyPr/>
        <a:lstStyle/>
        <a:p>
          <a:endParaRPr lang="ru-RU"/>
        </a:p>
      </dgm:t>
    </dgm:pt>
    <dgm:pt modelId="{C5DE59E5-0004-4342-8F7A-D905CA1E1EB7}" type="sibTrans" cxnId="{9989D850-5B39-4860-A410-F9070833A2A6}">
      <dgm:prSet/>
      <dgm:spPr/>
      <dgm:t>
        <a:bodyPr/>
        <a:lstStyle/>
        <a:p>
          <a:endParaRPr lang="ru-RU"/>
        </a:p>
      </dgm:t>
    </dgm:pt>
    <dgm:pt modelId="{51D8AC1C-F6F0-4F39-8EE8-31B3427E8536}">
      <dgm:prSet/>
      <dgm:spPr/>
      <dgm:t>
        <a:bodyPr/>
        <a:lstStyle/>
        <a:p>
          <a:r>
            <a:rPr lang="ru-RU" b="1" i="0" dirty="0"/>
            <a:t>Большие языковые модели (LLM):</a:t>
          </a:r>
          <a:r>
            <a:rPr lang="ru-RU" b="0" i="0" dirty="0"/>
            <a:t> </a:t>
          </a:r>
          <a:endParaRPr lang="ru-RU" dirty="0"/>
        </a:p>
      </dgm:t>
    </dgm:pt>
    <dgm:pt modelId="{E7545633-1217-42D0-80CE-E8FD20AD37F1}" type="parTrans" cxnId="{8BFE21F0-AF43-4D94-8AB3-3843AF541408}">
      <dgm:prSet/>
      <dgm:spPr/>
      <dgm:t>
        <a:bodyPr/>
        <a:lstStyle/>
        <a:p>
          <a:endParaRPr lang="ru-RU"/>
        </a:p>
      </dgm:t>
    </dgm:pt>
    <dgm:pt modelId="{ECC2081A-49E6-44B2-BC89-DA17FF4669BB}" type="sibTrans" cxnId="{8BFE21F0-AF43-4D94-8AB3-3843AF541408}">
      <dgm:prSet/>
      <dgm:spPr/>
      <dgm:t>
        <a:bodyPr/>
        <a:lstStyle/>
        <a:p>
          <a:endParaRPr lang="ru-RU"/>
        </a:p>
      </dgm:t>
    </dgm:pt>
    <dgm:pt modelId="{E2287BB5-D991-4052-A72F-E3F71668B8EA}">
      <dgm:prSet/>
      <dgm:spPr/>
      <dgm:t>
        <a:bodyPr/>
        <a:lstStyle/>
        <a:p>
          <a:r>
            <a:rPr lang="ru-RU" b="0" i="0" dirty="0"/>
            <a:t> Для классификации вредоносных файлов, обнаружения аномалий в поведении и прогнозирования атак.</a:t>
          </a:r>
          <a:endParaRPr lang="ru-RU" dirty="0"/>
        </a:p>
      </dgm:t>
    </dgm:pt>
    <dgm:pt modelId="{1E289784-717E-4F5E-8EF2-467C0AAC3AD2}" type="parTrans" cxnId="{84914DDB-3AF6-498B-8A61-1C3780A84D24}">
      <dgm:prSet/>
      <dgm:spPr/>
      <dgm:t>
        <a:bodyPr/>
        <a:lstStyle/>
        <a:p>
          <a:endParaRPr lang="ru-RU"/>
        </a:p>
      </dgm:t>
    </dgm:pt>
    <dgm:pt modelId="{11282FA1-DC31-4967-A7AE-63F03CC21CE9}" type="sibTrans" cxnId="{84914DDB-3AF6-498B-8A61-1C3780A84D24}">
      <dgm:prSet/>
      <dgm:spPr/>
      <dgm:t>
        <a:bodyPr/>
        <a:lstStyle/>
        <a:p>
          <a:endParaRPr lang="ru-RU"/>
        </a:p>
      </dgm:t>
    </dgm:pt>
    <dgm:pt modelId="{7FBB3328-9AFC-48B3-9BAC-04C095D4051C}">
      <dgm:prSet/>
      <dgm:spPr/>
      <dgm:t>
        <a:bodyPr/>
        <a:lstStyle/>
        <a:p>
          <a:r>
            <a:rPr lang="ru-RU" b="0" i="0" dirty="0"/>
            <a:t> Для анализа нетривиальных паттернов в больших объемах данных (например, в сетевом трафике или последовательностях системных вызовов).</a:t>
          </a:r>
          <a:endParaRPr lang="ru-RU" dirty="0"/>
        </a:p>
      </dgm:t>
    </dgm:pt>
    <dgm:pt modelId="{00836EC4-485A-4590-B0EC-CAD23EE97898}" type="parTrans" cxnId="{622CBC4C-871B-4704-A22F-E245EA867EBF}">
      <dgm:prSet/>
      <dgm:spPr/>
      <dgm:t>
        <a:bodyPr/>
        <a:lstStyle/>
        <a:p>
          <a:endParaRPr lang="ru-RU"/>
        </a:p>
      </dgm:t>
    </dgm:pt>
    <dgm:pt modelId="{988CEF0A-CBD8-43F6-A8A3-45E871CA6AD3}" type="sibTrans" cxnId="{622CBC4C-871B-4704-A22F-E245EA867EBF}">
      <dgm:prSet/>
      <dgm:spPr/>
      <dgm:t>
        <a:bodyPr/>
        <a:lstStyle/>
        <a:p>
          <a:endParaRPr lang="ru-RU"/>
        </a:p>
      </dgm:t>
    </dgm:pt>
    <dgm:pt modelId="{696ED256-041A-4AC4-8E0A-1F5C41C7D1FD}">
      <dgm:prSet/>
      <dgm:spPr/>
      <dgm:t>
        <a:bodyPr/>
        <a:lstStyle/>
        <a:p>
          <a:r>
            <a:rPr lang="ru-RU" b="0" i="0" dirty="0"/>
            <a:t>Для анализа текстовых данных (отчеты об угрозах, лог-файлы, фишинговые письма).</a:t>
          </a:r>
          <a:endParaRPr lang="ru-RU" dirty="0"/>
        </a:p>
      </dgm:t>
    </dgm:pt>
    <dgm:pt modelId="{FC05F654-A8B7-4618-BF82-5E3467B8E9E3}" type="parTrans" cxnId="{C1E173A9-17F9-4900-9EE5-6DA6B3542629}">
      <dgm:prSet/>
      <dgm:spPr/>
      <dgm:t>
        <a:bodyPr/>
        <a:lstStyle/>
        <a:p>
          <a:endParaRPr lang="ru-RU"/>
        </a:p>
      </dgm:t>
    </dgm:pt>
    <dgm:pt modelId="{59B22048-8CEE-4402-9D3C-CF1EEA5CD880}" type="sibTrans" cxnId="{C1E173A9-17F9-4900-9EE5-6DA6B3542629}">
      <dgm:prSet/>
      <dgm:spPr/>
      <dgm:t>
        <a:bodyPr/>
        <a:lstStyle/>
        <a:p>
          <a:endParaRPr lang="ru-RU"/>
        </a:p>
      </dgm:t>
    </dgm:pt>
    <dgm:pt modelId="{52F59CE5-E66B-48E8-A9BB-D06483191C3E}">
      <dgm:prSet/>
      <dgm:spPr/>
      <dgm:t>
        <a:bodyPr/>
        <a:lstStyle/>
        <a:p>
          <a:r>
            <a:rPr lang="ru-RU" b="0" i="0" dirty="0"/>
            <a:t>Для автоматизации отчетности, анализа кода и помощи аналитикам в расследовании инцидентов.</a:t>
          </a:r>
          <a:endParaRPr lang="ru-RU" dirty="0"/>
        </a:p>
      </dgm:t>
    </dgm:pt>
    <dgm:pt modelId="{A26FC1A5-8D3B-4D7E-9C4D-BEAC42F4D3EF}" type="parTrans" cxnId="{32F9ED76-C076-44B0-9E7F-2C229966805C}">
      <dgm:prSet/>
      <dgm:spPr/>
      <dgm:t>
        <a:bodyPr/>
        <a:lstStyle/>
        <a:p>
          <a:endParaRPr lang="ru-RU"/>
        </a:p>
      </dgm:t>
    </dgm:pt>
    <dgm:pt modelId="{A6CAB6E1-1953-4B08-BD46-3AF3E663AB35}" type="sibTrans" cxnId="{32F9ED76-C076-44B0-9E7F-2C229966805C}">
      <dgm:prSet/>
      <dgm:spPr/>
      <dgm:t>
        <a:bodyPr/>
        <a:lstStyle/>
        <a:p>
          <a:endParaRPr lang="ru-RU"/>
        </a:p>
      </dgm:t>
    </dgm:pt>
    <dgm:pt modelId="{B8896EEC-A2FD-400F-A149-8272BF57644E}" type="pres">
      <dgm:prSet presAssocID="{689E4B9E-EB70-4EFC-ABD1-B7B935CF0F57}" presName="Name0" presStyleCnt="0">
        <dgm:presLayoutVars>
          <dgm:dir/>
          <dgm:animLvl val="lvl"/>
          <dgm:resizeHandles val="exact"/>
        </dgm:presLayoutVars>
      </dgm:prSet>
      <dgm:spPr/>
    </dgm:pt>
    <dgm:pt modelId="{33358E71-02F3-4344-87D3-87D5714DBA25}" type="pres">
      <dgm:prSet presAssocID="{35B64907-C95B-40A3-BB6E-2219A73E8EC6}" presName="linNode" presStyleCnt="0"/>
      <dgm:spPr/>
    </dgm:pt>
    <dgm:pt modelId="{B3B97343-2547-42EA-B7AE-C79FB96CA700}" type="pres">
      <dgm:prSet presAssocID="{35B64907-C95B-40A3-BB6E-2219A73E8EC6}" presName="parentText" presStyleLbl="node1" presStyleIdx="0" presStyleCnt="4">
        <dgm:presLayoutVars>
          <dgm:chMax val="1"/>
          <dgm:bulletEnabled val="1"/>
        </dgm:presLayoutVars>
      </dgm:prSet>
      <dgm:spPr/>
    </dgm:pt>
    <dgm:pt modelId="{094984AD-19A1-4F7A-B0FB-017DF447FF3F}" type="pres">
      <dgm:prSet presAssocID="{35B64907-C95B-40A3-BB6E-2219A73E8EC6}" presName="descendantText" presStyleLbl="alignAccFollowNode1" presStyleIdx="0" presStyleCnt="4">
        <dgm:presLayoutVars>
          <dgm:bulletEnabled val="1"/>
        </dgm:presLayoutVars>
      </dgm:prSet>
      <dgm:spPr/>
    </dgm:pt>
    <dgm:pt modelId="{CDC6EE9A-178F-442A-82CE-6B3A9D7D3777}" type="pres">
      <dgm:prSet presAssocID="{FCC392B4-20B6-47E2-8FBD-DCE617AF05D9}" presName="sp" presStyleCnt="0"/>
      <dgm:spPr/>
    </dgm:pt>
    <dgm:pt modelId="{58335FA4-BA6D-460F-A4DD-C5097B2D1D16}" type="pres">
      <dgm:prSet presAssocID="{FF779117-69CB-40F3-B697-C45529F48016}" presName="linNode" presStyleCnt="0"/>
      <dgm:spPr/>
    </dgm:pt>
    <dgm:pt modelId="{757D96E9-5730-4A68-B2C5-3CE6961255D0}" type="pres">
      <dgm:prSet presAssocID="{FF779117-69CB-40F3-B697-C45529F48016}" presName="parentText" presStyleLbl="node1" presStyleIdx="1" presStyleCnt="4">
        <dgm:presLayoutVars>
          <dgm:chMax val="1"/>
          <dgm:bulletEnabled val="1"/>
        </dgm:presLayoutVars>
      </dgm:prSet>
      <dgm:spPr/>
    </dgm:pt>
    <dgm:pt modelId="{3AAA6684-5C74-4947-AAC5-9318FF883EF1}" type="pres">
      <dgm:prSet presAssocID="{FF779117-69CB-40F3-B697-C45529F48016}" presName="descendantText" presStyleLbl="alignAccFollowNode1" presStyleIdx="1" presStyleCnt="4">
        <dgm:presLayoutVars>
          <dgm:bulletEnabled val="1"/>
        </dgm:presLayoutVars>
      </dgm:prSet>
      <dgm:spPr/>
    </dgm:pt>
    <dgm:pt modelId="{FEB44755-58BC-4E1D-A762-14598AF95867}" type="pres">
      <dgm:prSet presAssocID="{0C890289-4F40-434C-A14B-BB927B6B1BA3}" presName="sp" presStyleCnt="0"/>
      <dgm:spPr/>
    </dgm:pt>
    <dgm:pt modelId="{1A9F6BEE-FA34-4419-B25E-95D9B74026FD}" type="pres">
      <dgm:prSet presAssocID="{3DB2E197-F56A-49EB-A27D-D2704114D303}" presName="linNode" presStyleCnt="0"/>
      <dgm:spPr/>
    </dgm:pt>
    <dgm:pt modelId="{1001F3CB-7BA6-494C-BEAD-4363EBC5A2FB}" type="pres">
      <dgm:prSet presAssocID="{3DB2E197-F56A-49EB-A27D-D2704114D303}" presName="parentText" presStyleLbl="node1" presStyleIdx="2" presStyleCnt="4">
        <dgm:presLayoutVars>
          <dgm:chMax val="1"/>
          <dgm:bulletEnabled val="1"/>
        </dgm:presLayoutVars>
      </dgm:prSet>
      <dgm:spPr/>
    </dgm:pt>
    <dgm:pt modelId="{BBF11680-C055-4213-8D47-5E8780249A92}" type="pres">
      <dgm:prSet presAssocID="{3DB2E197-F56A-49EB-A27D-D2704114D303}" presName="descendantText" presStyleLbl="alignAccFollowNode1" presStyleIdx="2" presStyleCnt="4">
        <dgm:presLayoutVars>
          <dgm:bulletEnabled val="1"/>
        </dgm:presLayoutVars>
      </dgm:prSet>
      <dgm:spPr/>
    </dgm:pt>
    <dgm:pt modelId="{7EAEACEB-92FD-439B-AF29-F7113E53B5ED}" type="pres">
      <dgm:prSet presAssocID="{C5DE59E5-0004-4342-8F7A-D905CA1E1EB7}" presName="sp" presStyleCnt="0"/>
      <dgm:spPr/>
    </dgm:pt>
    <dgm:pt modelId="{2B49D32B-2E13-4A61-A23E-D7D94814A2AB}" type="pres">
      <dgm:prSet presAssocID="{51D8AC1C-F6F0-4F39-8EE8-31B3427E8536}" presName="linNode" presStyleCnt="0"/>
      <dgm:spPr/>
    </dgm:pt>
    <dgm:pt modelId="{2D57C8E0-7810-4642-BBD6-4A744F00C2E8}" type="pres">
      <dgm:prSet presAssocID="{51D8AC1C-F6F0-4F39-8EE8-31B3427E8536}" presName="parentText" presStyleLbl="node1" presStyleIdx="3" presStyleCnt="4">
        <dgm:presLayoutVars>
          <dgm:chMax val="1"/>
          <dgm:bulletEnabled val="1"/>
        </dgm:presLayoutVars>
      </dgm:prSet>
      <dgm:spPr/>
    </dgm:pt>
    <dgm:pt modelId="{80FDD8D0-6FDA-47B0-8BA5-6D96A0633A78}" type="pres">
      <dgm:prSet presAssocID="{51D8AC1C-F6F0-4F39-8EE8-31B3427E8536}" presName="descendantText" presStyleLbl="alignAccFollowNode1" presStyleIdx="3" presStyleCnt="4">
        <dgm:presLayoutVars>
          <dgm:bulletEnabled val="1"/>
        </dgm:presLayoutVars>
      </dgm:prSet>
      <dgm:spPr/>
    </dgm:pt>
  </dgm:ptLst>
  <dgm:cxnLst>
    <dgm:cxn modelId="{F8C84505-B14A-4B9D-AC0C-D8B53E47D134}" srcId="{689E4B9E-EB70-4EFC-ABD1-B7B935CF0F57}" destId="{FF779117-69CB-40F3-B697-C45529F48016}" srcOrd="1" destOrd="0" parTransId="{9B5CF2F2-9B57-45CB-8207-38681DB2674A}" sibTransId="{0C890289-4F40-434C-A14B-BB927B6B1BA3}"/>
    <dgm:cxn modelId="{290E7C0E-C719-4D26-B67D-81AE022D0524}" type="presOf" srcId="{7FBB3328-9AFC-48B3-9BAC-04C095D4051C}" destId="{3AAA6684-5C74-4947-AAC5-9318FF883EF1}" srcOrd="0" destOrd="0" presId="urn:microsoft.com/office/officeart/2005/8/layout/vList5"/>
    <dgm:cxn modelId="{23565A15-A0E4-4FC9-9009-48E87E55F034}" type="presOf" srcId="{51D8AC1C-F6F0-4F39-8EE8-31B3427E8536}" destId="{2D57C8E0-7810-4642-BBD6-4A744F00C2E8}" srcOrd="0" destOrd="0" presId="urn:microsoft.com/office/officeart/2005/8/layout/vList5"/>
    <dgm:cxn modelId="{B53FD31C-EDC0-4DAA-A3A1-083E3C1206AC}" type="presOf" srcId="{696ED256-041A-4AC4-8E0A-1F5C41C7D1FD}" destId="{BBF11680-C055-4213-8D47-5E8780249A92}" srcOrd="0" destOrd="0" presId="urn:microsoft.com/office/officeart/2005/8/layout/vList5"/>
    <dgm:cxn modelId="{94F7D040-C99A-4428-9758-569F20F78360}" type="presOf" srcId="{E2287BB5-D991-4052-A72F-E3F71668B8EA}" destId="{094984AD-19A1-4F7A-B0FB-017DF447FF3F}" srcOrd="0" destOrd="0" presId="urn:microsoft.com/office/officeart/2005/8/layout/vList5"/>
    <dgm:cxn modelId="{8D171C62-975B-42DE-A56F-489629ED58D0}" type="presOf" srcId="{3DB2E197-F56A-49EB-A27D-D2704114D303}" destId="{1001F3CB-7BA6-494C-BEAD-4363EBC5A2FB}" srcOrd="0" destOrd="0" presId="urn:microsoft.com/office/officeart/2005/8/layout/vList5"/>
    <dgm:cxn modelId="{E31C4465-3635-4709-9181-A301854FD43D}" type="presOf" srcId="{689E4B9E-EB70-4EFC-ABD1-B7B935CF0F57}" destId="{B8896EEC-A2FD-400F-A149-8272BF57644E}" srcOrd="0" destOrd="0" presId="urn:microsoft.com/office/officeart/2005/8/layout/vList5"/>
    <dgm:cxn modelId="{F2AA7047-E5C0-4C97-9C97-3C99D23B5533}" type="presOf" srcId="{52F59CE5-E66B-48E8-A9BB-D06483191C3E}" destId="{80FDD8D0-6FDA-47B0-8BA5-6D96A0633A78}" srcOrd="0" destOrd="0" presId="urn:microsoft.com/office/officeart/2005/8/layout/vList5"/>
    <dgm:cxn modelId="{7769AE68-42F7-4D64-AFEA-33A56D6FAC07}" srcId="{689E4B9E-EB70-4EFC-ABD1-B7B935CF0F57}" destId="{35B64907-C95B-40A3-BB6E-2219A73E8EC6}" srcOrd="0" destOrd="0" parTransId="{E443DFA5-8E8D-4E2B-AC7F-6D4647B04007}" sibTransId="{FCC392B4-20B6-47E2-8FBD-DCE617AF05D9}"/>
    <dgm:cxn modelId="{622CBC4C-871B-4704-A22F-E245EA867EBF}" srcId="{FF779117-69CB-40F3-B697-C45529F48016}" destId="{7FBB3328-9AFC-48B3-9BAC-04C095D4051C}" srcOrd="0" destOrd="0" parTransId="{00836EC4-485A-4590-B0EC-CAD23EE97898}" sibTransId="{988CEF0A-CBD8-43F6-A8A3-45E871CA6AD3}"/>
    <dgm:cxn modelId="{9989D850-5B39-4860-A410-F9070833A2A6}" srcId="{689E4B9E-EB70-4EFC-ABD1-B7B935CF0F57}" destId="{3DB2E197-F56A-49EB-A27D-D2704114D303}" srcOrd="2" destOrd="0" parTransId="{947CAC3F-FBE3-4CD7-B124-4FEF02846A36}" sibTransId="{C5DE59E5-0004-4342-8F7A-D905CA1E1EB7}"/>
    <dgm:cxn modelId="{389E7573-9B41-465E-807B-FEBF3609EFBD}" type="presOf" srcId="{35B64907-C95B-40A3-BB6E-2219A73E8EC6}" destId="{B3B97343-2547-42EA-B7AE-C79FB96CA700}" srcOrd="0" destOrd="0" presId="urn:microsoft.com/office/officeart/2005/8/layout/vList5"/>
    <dgm:cxn modelId="{32F9ED76-C076-44B0-9E7F-2C229966805C}" srcId="{51D8AC1C-F6F0-4F39-8EE8-31B3427E8536}" destId="{52F59CE5-E66B-48E8-A9BB-D06483191C3E}" srcOrd="0" destOrd="0" parTransId="{A26FC1A5-8D3B-4D7E-9C4D-BEAC42F4D3EF}" sibTransId="{A6CAB6E1-1953-4B08-BD46-3AF3E663AB35}"/>
    <dgm:cxn modelId="{69315094-3D43-4A52-8AB1-4E4690BD176E}" type="presOf" srcId="{FF779117-69CB-40F3-B697-C45529F48016}" destId="{757D96E9-5730-4A68-B2C5-3CE6961255D0}" srcOrd="0" destOrd="0" presId="urn:microsoft.com/office/officeart/2005/8/layout/vList5"/>
    <dgm:cxn modelId="{C1E173A9-17F9-4900-9EE5-6DA6B3542629}" srcId="{3DB2E197-F56A-49EB-A27D-D2704114D303}" destId="{696ED256-041A-4AC4-8E0A-1F5C41C7D1FD}" srcOrd="0" destOrd="0" parTransId="{FC05F654-A8B7-4618-BF82-5E3467B8E9E3}" sibTransId="{59B22048-8CEE-4402-9D3C-CF1EEA5CD880}"/>
    <dgm:cxn modelId="{84914DDB-3AF6-498B-8A61-1C3780A84D24}" srcId="{35B64907-C95B-40A3-BB6E-2219A73E8EC6}" destId="{E2287BB5-D991-4052-A72F-E3F71668B8EA}" srcOrd="0" destOrd="0" parTransId="{1E289784-717E-4F5E-8EF2-467C0AAC3AD2}" sibTransId="{11282FA1-DC31-4967-A7AE-63F03CC21CE9}"/>
    <dgm:cxn modelId="{8BFE21F0-AF43-4D94-8AB3-3843AF541408}" srcId="{689E4B9E-EB70-4EFC-ABD1-B7B935CF0F57}" destId="{51D8AC1C-F6F0-4F39-8EE8-31B3427E8536}" srcOrd="3" destOrd="0" parTransId="{E7545633-1217-42D0-80CE-E8FD20AD37F1}" sibTransId="{ECC2081A-49E6-44B2-BC89-DA17FF4669BB}"/>
    <dgm:cxn modelId="{847E0B6F-BC14-46DB-9EEE-A0C114473263}" type="presParOf" srcId="{B8896EEC-A2FD-400F-A149-8272BF57644E}" destId="{33358E71-02F3-4344-87D3-87D5714DBA25}" srcOrd="0" destOrd="0" presId="urn:microsoft.com/office/officeart/2005/8/layout/vList5"/>
    <dgm:cxn modelId="{A974C025-22DB-4E7F-B939-12D91C9E4E99}" type="presParOf" srcId="{33358E71-02F3-4344-87D3-87D5714DBA25}" destId="{B3B97343-2547-42EA-B7AE-C79FB96CA700}" srcOrd="0" destOrd="0" presId="urn:microsoft.com/office/officeart/2005/8/layout/vList5"/>
    <dgm:cxn modelId="{8C1E6934-A65E-46A9-9230-5138254EF073}" type="presParOf" srcId="{33358E71-02F3-4344-87D3-87D5714DBA25}" destId="{094984AD-19A1-4F7A-B0FB-017DF447FF3F}" srcOrd="1" destOrd="0" presId="urn:microsoft.com/office/officeart/2005/8/layout/vList5"/>
    <dgm:cxn modelId="{95D19732-D4BC-4F66-BBCC-41CE58E34A4B}" type="presParOf" srcId="{B8896EEC-A2FD-400F-A149-8272BF57644E}" destId="{CDC6EE9A-178F-442A-82CE-6B3A9D7D3777}" srcOrd="1" destOrd="0" presId="urn:microsoft.com/office/officeart/2005/8/layout/vList5"/>
    <dgm:cxn modelId="{DE27D0D5-70A8-47F8-8DA6-A6235D072D30}" type="presParOf" srcId="{B8896EEC-A2FD-400F-A149-8272BF57644E}" destId="{58335FA4-BA6D-460F-A4DD-C5097B2D1D16}" srcOrd="2" destOrd="0" presId="urn:microsoft.com/office/officeart/2005/8/layout/vList5"/>
    <dgm:cxn modelId="{10628FE5-291D-4E18-80EA-133608FCFDBD}" type="presParOf" srcId="{58335FA4-BA6D-460F-A4DD-C5097B2D1D16}" destId="{757D96E9-5730-4A68-B2C5-3CE6961255D0}" srcOrd="0" destOrd="0" presId="urn:microsoft.com/office/officeart/2005/8/layout/vList5"/>
    <dgm:cxn modelId="{E5EDBD91-5BDF-4F72-B611-6382869102ED}" type="presParOf" srcId="{58335FA4-BA6D-460F-A4DD-C5097B2D1D16}" destId="{3AAA6684-5C74-4947-AAC5-9318FF883EF1}" srcOrd="1" destOrd="0" presId="urn:microsoft.com/office/officeart/2005/8/layout/vList5"/>
    <dgm:cxn modelId="{A7BD89A4-5BE7-4267-8AA7-E47E0EF0A787}" type="presParOf" srcId="{B8896EEC-A2FD-400F-A149-8272BF57644E}" destId="{FEB44755-58BC-4E1D-A762-14598AF95867}" srcOrd="3" destOrd="0" presId="urn:microsoft.com/office/officeart/2005/8/layout/vList5"/>
    <dgm:cxn modelId="{9A27B1E2-43E8-44D8-A77F-DAF9844375CE}" type="presParOf" srcId="{B8896EEC-A2FD-400F-A149-8272BF57644E}" destId="{1A9F6BEE-FA34-4419-B25E-95D9B74026FD}" srcOrd="4" destOrd="0" presId="urn:microsoft.com/office/officeart/2005/8/layout/vList5"/>
    <dgm:cxn modelId="{1C9B45A9-7252-4BF4-81CD-519EE0301266}" type="presParOf" srcId="{1A9F6BEE-FA34-4419-B25E-95D9B74026FD}" destId="{1001F3CB-7BA6-494C-BEAD-4363EBC5A2FB}" srcOrd="0" destOrd="0" presId="urn:microsoft.com/office/officeart/2005/8/layout/vList5"/>
    <dgm:cxn modelId="{DFB318A1-4F04-4238-B72B-3FC883B676E2}" type="presParOf" srcId="{1A9F6BEE-FA34-4419-B25E-95D9B74026FD}" destId="{BBF11680-C055-4213-8D47-5E8780249A92}" srcOrd="1" destOrd="0" presId="urn:microsoft.com/office/officeart/2005/8/layout/vList5"/>
    <dgm:cxn modelId="{152894A5-7D85-4129-83EE-D3C4272EC6E0}" type="presParOf" srcId="{B8896EEC-A2FD-400F-A149-8272BF57644E}" destId="{7EAEACEB-92FD-439B-AF29-F7113E53B5ED}" srcOrd="5" destOrd="0" presId="urn:microsoft.com/office/officeart/2005/8/layout/vList5"/>
    <dgm:cxn modelId="{CA320AA4-9662-41E0-B886-6A33855A6DE5}" type="presParOf" srcId="{B8896EEC-A2FD-400F-A149-8272BF57644E}" destId="{2B49D32B-2E13-4A61-A23E-D7D94814A2AB}" srcOrd="6" destOrd="0" presId="urn:microsoft.com/office/officeart/2005/8/layout/vList5"/>
    <dgm:cxn modelId="{04ABEC02-5995-46F5-9886-A71A13FFAA18}" type="presParOf" srcId="{2B49D32B-2E13-4A61-A23E-D7D94814A2AB}" destId="{2D57C8E0-7810-4642-BBD6-4A744F00C2E8}" srcOrd="0" destOrd="0" presId="urn:microsoft.com/office/officeart/2005/8/layout/vList5"/>
    <dgm:cxn modelId="{E3FCDB9E-EF5F-4386-A16E-990EFBDB40D4}" type="presParOf" srcId="{2B49D32B-2E13-4A61-A23E-D7D94814A2AB}" destId="{80FDD8D0-6FDA-47B0-8BA5-6D96A0633A78}"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D776C5-F6B4-4D6F-B75C-61034B7BABC3}" type="doc">
      <dgm:prSet loTypeId="urn:microsoft.com/office/officeart/2008/layout/SquareAccentList" loCatId="list" qsTypeId="urn:microsoft.com/office/officeart/2005/8/quickstyle/simple5" qsCatId="simple" csTypeId="urn:microsoft.com/office/officeart/2005/8/colors/colorful4" csCatId="colorful" phldr="1"/>
      <dgm:spPr/>
      <dgm:t>
        <a:bodyPr/>
        <a:lstStyle/>
        <a:p>
          <a:endParaRPr lang="ru-RU"/>
        </a:p>
      </dgm:t>
    </dgm:pt>
    <dgm:pt modelId="{20148F0F-5BB6-481E-8FA3-F11B745C56B1}">
      <dgm:prSet/>
      <dgm:spPr/>
      <dgm:t>
        <a:bodyPr/>
        <a:lstStyle/>
        <a:p>
          <a:r>
            <a:rPr lang="ru-RU" b="1" i="0" dirty="0"/>
            <a:t>Высокая целенаправленность и подготовка:</a:t>
          </a:r>
          <a:r>
            <a:rPr lang="ru-RU" b="0" i="0" dirty="0"/>
            <a:t> </a:t>
          </a:r>
          <a:endParaRPr lang="ru-RU" dirty="0"/>
        </a:p>
      </dgm:t>
    </dgm:pt>
    <dgm:pt modelId="{A2DE4EEA-05EF-45DE-BE03-1C418E004709}" type="parTrans" cxnId="{1F4C9933-0B26-49BE-8386-831A059F7053}">
      <dgm:prSet/>
      <dgm:spPr/>
      <dgm:t>
        <a:bodyPr/>
        <a:lstStyle/>
        <a:p>
          <a:endParaRPr lang="ru-RU"/>
        </a:p>
      </dgm:t>
    </dgm:pt>
    <dgm:pt modelId="{1A155D07-ED7E-4320-9950-7003DAD78DC3}" type="sibTrans" cxnId="{1F4C9933-0B26-49BE-8386-831A059F7053}">
      <dgm:prSet/>
      <dgm:spPr/>
      <dgm:t>
        <a:bodyPr/>
        <a:lstStyle/>
        <a:p>
          <a:endParaRPr lang="ru-RU"/>
        </a:p>
      </dgm:t>
    </dgm:pt>
    <dgm:pt modelId="{6534FA20-E9AA-45E6-B9B9-05C219482063}">
      <dgm:prSet/>
      <dgm:spPr/>
      <dgm:t>
        <a:bodyPr/>
        <a:lstStyle/>
        <a:p>
          <a:r>
            <a:rPr lang="ru-RU" b="1" i="0" dirty="0"/>
            <a:t>Использование уникальных инструментов:</a:t>
          </a:r>
          <a:endParaRPr lang="ru-RU" dirty="0"/>
        </a:p>
      </dgm:t>
    </dgm:pt>
    <dgm:pt modelId="{7F37CC67-5DF0-4BAA-BB1E-19243A474354}" type="parTrans" cxnId="{4B8711DB-157A-4D8D-A300-C55BE45B3A14}">
      <dgm:prSet/>
      <dgm:spPr/>
      <dgm:t>
        <a:bodyPr/>
        <a:lstStyle/>
        <a:p>
          <a:endParaRPr lang="ru-RU"/>
        </a:p>
      </dgm:t>
    </dgm:pt>
    <dgm:pt modelId="{AE7B2FBD-710A-423E-B3BF-FC99FD1E22D6}" type="sibTrans" cxnId="{4B8711DB-157A-4D8D-A300-C55BE45B3A14}">
      <dgm:prSet/>
      <dgm:spPr/>
      <dgm:t>
        <a:bodyPr/>
        <a:lstStyle/>
        <a:p>
          <a:endParaRPr lang="ru-RU"/>
        </a:p>
      </dgm:t>
    </dgm:pt>
    <dgm:pt modelId="{751783A9-9114-4975-908F-B5CD52BF6C2F}">
      <dgm:prSet/>
      <dgm:spPr/>
      <dgm:t>
        <a:bodyPr/>
        <a:lstStyle/>
        <a:p>
          <a:r>
            <a:rPr lang="ru-RU" b="1" i="0" dirty="0"/>
            <a:t>Продолжительный жизненный цикл:</a:t>
          </a:r>
          <a:r>
            <a:rPr lang="ru-RU" b="0" i="0" dirty="0"/>
            <a:t> </a:t>
          </a:r>
          <a:endParaRPr lang="ru-RU" dirty="0"/>
        </a:p>
      </dgm:t>
    </dgm:pt>
    <dgm:pt modelId="{65C53EF4-2CF1-481B-B8E1-07CFFE7F187A}" type="parTrans" cxnId="{0192715B-821C-4A20-9170-396DDC29F10A}">
      <dgm:prSet/>
      <dgm:spPr/>
      <dgm:t>
        <a:bodyPr/>
        <a:lstStyle/>
        <a:p>
          <a:endParaRPr lang="ru-RU"/>
        </a:p>
      </dgm:t>
    </dgm:pt>
    <dgm:pt modelId="{E0C7B58A-5715-413F-9BE1-622AB8867931}" type="sibTrans" cxnId="{0192715B-821C-4A20-9170-396DDC29F10A}">
      <dgm:prSet/>
      <dgm:spPr/>
      <dgm:t>
        <a:bodyPr/>
        <a:lstStyle/>
        <a:p>
          <a:endParaRPr lang="ru-RU"/>
        </a:p>
      </dgm:t>
    </dgm:pt>
    <dgm:pt modelId="{CF3C3397-375B-4BAC-A4B9-9D253E2EF778}">
      <dgm:prSet custT="1"/>
      <dgm:spPr/>
      <dgm:t>
        <a:bodyPr/>
        <a:lstStyle/>
        <a:p>
          <a:r>
            <a:rPr lang="ru-RU" sz="1050" b="1" i="0" dirty="0"/>
            <a:t>Разведка:</a:t>
          </a:r>
          <a:r>
            <a:rPr lang="ru-RU" sz="1050" b="0" i="0" dirty="0"/>
            <a:t> Сбор информации о цели.</a:t>
          </a:r>
          <a:endParaRPr lang="ru-RU" sz="1050" dirty="0"/>
        </a:p>
      </dgm:t>
    </dgm:pt>
    <dgm:pt modelId="{7B43F1A0-7A47-4B08-A886-4C66381C731B}" type="parTrans" cxnId="{955FB446-94BA-4ED3-B4A3-0488AFC1D73A}">
      <dgm:prSet/>
      <dgm:spPr/>
      <dgm:t>
        <a:bodyPr/>
        <a:lstStyle/>
        <a:p>
          <a:endParaRPr lang="ru-RU"/>
        </a:p>
      </dgm:t>
    </dgm:pt>
    <dgm:pt modelId="{74A4D904-C708-4EFB-9104-1F90AAA83199}" type="sibTrans" cxnId="{955FB446-94BA-4ED3-B4A3-0488AFC1D73A}">
      <dgm:prSet/>
      <dgm:spPr/>
      <dgm:t>
        <a:bodyPr/>
        <a:lstStyle/>
        <a:p>
          <a:endParaRPr lang="ru-RU"/>
        </a:p>
      </dgm:t>
    </dgm:pt>
    <dgm:pt modelId="{79CD9435-14A8-4864-91D0-193F3F407CE8}">
      <dgm:prSet custT="1"/>
      <dgm:spPr/>
      <dgm:t>
        <a:bodyPr/>
        <a:lstStyle/>
        <a:p>
          <a:r>
            <a:rPr lang="ru-RU" sz="1050" b="1" i="0"/>
            <a:t>Проникновение:</a:t>
          </a:r>
          <a:r>
            <a:rPr lang="ru-RU" sz="1050" b="0" i="0"/>
            <a:t> Часто через целенаправленный фишинг или уязвимости.</a:t>
          </a:r>
          <a:endParaRPr lang="ru-RU" sz="1050"/>
        </a:p>
      </dgm:t>
    </dgm:pt>
    <dgm:pt modelId="{4835B80F-10E5-4742-9269-97820C957DC0}" type="parTrans" cxnId="{371D6883-219A-457D-B21D-F4D12B2DD82E}">
      <dgm:prSet/>
      <dgm:spPr/>
      <dgm:t>
        <a:bodyPr/>
        <a:lstStyle/>
        <a:p>
          <a:endParaRPr lang="ru-RU"/>
        </a:p>
      </dgm:t>
    </dgm:pt>
    <dgm:pt modelId="{FAEBF341-AF0A-4B7F-B67D-D08C3E67BC00}" type="sibTrans" cxnId="{371D6883-219A-457D-B21D-F4D12B2DD82E}">
      <dgm:prSet/>
      <dgm:spPr/>
      <dgm:t>
        <a:bodyPr/>
        <a:lstStyle/>
        <a:p>
          <a:endParaRPr lang="ru-RU"/>
        </a:p>
      </dgm:t>
    </dgm:pt>
    <dgm:pt modelId="{19026F21-62FE-479A-933A-406BA098EE74}">
      <dgm:prSet custT="1"/>
      <dgm:spPr/>
      <dgm:t>
        <a:bodyPr/>
        <a:lstStyle/>
        <a:p>
          <a:r>
            <a:rPr lang="ru-RU" sz="1050" b="1" i="0"/>
            <a:t>Закрепление:</a:t>
          </a:r>
          <a:r>
            <a:rPr lang="ru-RU" sz="1050" b="0" i="0"/>
            <a:t> Установка бекдоров и создание каналов управления (C2).</a:t>
          </a:r>
          <a:endParaRPr lang="ru-RU" sz="1050"/>
        </a:p>
      </dgm:t>
    </dgm:pt>
    <dgm:pt modelId="{F68E5A8E-66E1-4257-8C88-C09231FED3D9}" type="parTrans" cxnId="{FA4B1758-9116-4A27-B440-99341D134B24}">
      <dgm:prSet/>
      <dgm:spPr/>
      <dgm:t>
        <a:bodyPr/>
        <a:lstStyle/>
        <a:p>
          <a:endParaRPr lang="ru-RU"/>
        </a:p>
      </dgm:t>
    </dgm:pt>
    <dgm:pt modelId="{95B47828-01DC-4EDD-A731-C92264A70AB1}" type="sibTrans" cxnId="{FA4B1758-9116-4A27-B440-99341D134B24}">
      <dgm:prSet/>
      <dgm:spPr/>
      <dgm:t>
        <a:bodyPr/>
        <a:lstStyle/>
        <a:p>
          <a:endParaRPr lang="ru-RU"/>
        </a:p>
      </dgm:t>
    </dgm:pt>
    <dgm:pt modelId="{42E3AF25-B7A6-4BCF-8A02-172DD938C037}">
      <dgm:prSet custT="1"/>
      <dgm:spPr/>
      <dgm:t>
        <a:bodyPr/>
        <a:lstStyle/>
        <a:p>
          <a:r>
            <a:rPr lang="ru-RU" sz="1050" b="1" i="0"/>
            <a:t>Перемещение:</a:t>
          </a:r>
          <a:r>
            <a:rPr lang="ru-RU" sz="1050" b="0" i="0"/>
            <a:t> Горизонтальное движение по сети в поисках ценных активов.</a:t>
          </a:r>
          <a:endParaRPr lang="ru-RU" sz="1050"/>
        </a:p>
      </dgm:t>
    </dgm:pt>
    <dgm:pt modelId="{B9487E63-1060-46AF-904C-6EECE5A8852D}" type="parTrans" cxnId="{2F8DD0ED-1ADC-4A7F-8350-17D5B276A9EB}">
      <dgm:prSet/>
      <dgm:spPr/>
      <dgm:t>
        <a:bodyPr/>
        <a:lstStyle/>
        <a:p>
          <a:endParaRPr lang="ru-RU"/>
        </a:p>
      </dgm:t>
    </dgm:pt>
    <dgm:pt modelId="{A98874BD-7691-47CF-9F92-C971653350D7}" type="sibTrans" cxnId="{2F8DD0ED-1ADC-4A7F-8350-17D5B276A9EB}">
      <dgm:prSet/>
      <dgm:spPr/>
      <dgm:t>
        <a:bodyPr/>
        <a:lstStyle/>
        <a:p>
          <a:endParaRPr lang="ru-RU"/>
        </a:p>
      </dgm:t>
    </dgm:pt>
    <dgm:pt modelId="{55D85C8E-5ADE-4CB7-AE41-92E62DB32938}">
      <dgm:prSet custT="1"/>
      <dgm:spPr/>
      <dgm:t>
        <a:bodyPr/>
        <a:lstStyle/>
        <a:p>
          <a:r>
            <a:rPr lang="ru-RU" sz="1050" b="1" i="0" dirty="0"/>
            <a:t>Выполнение целей:</a:t>
          </a:r>
          <a:r>
            <a:rPr lang="ru-RU" sz="1050" b="0" i="0" dirty="0"/>
            <a:t> </a:t>
          </a:r>
          <a:r>
            <a:rPr lang="ru-RU" sz="1050" b="0" i="0" dirty="0" err="1"/>
            <a:t>Экфильтрация</a:t>
          </a:r>
          <a:r>
            <a:rPr lang="ru-RU" sz="1050" b="0" i="0" dirty="0"/>
            <a:t> данных, нарушение работы систем.</a:t>
          </a:r>
          <a:endParaRPr lang="ru-RU" sz="1050" dirty="0"/>
        </a:p>
      </dgm:t>
    </dgm:pt>
    <dgm:pt modelId="{415C5EC8-B2CA-423C-A098-3FEA0458879B}" type="parTrans" cxnId="{20F8A7FD-F073-4995-9E73-D2F55C7596AD}">
      <dgm:prSet/>
      <dgm:spPr/>
      <dgm:t>
        <a:bodyPr/>
        <a:lstStyle/>
        <a:p>
          <a:endParaRPr lang="ru-RU"/>
        </a:p>
      </dgm:t>
    </dgm:pt>
    <dgm:pt modelId="{9A853093-9143-49C1-95B4-643BE10E8A4B}" type="sibTrans" cxnId="{20F8A7FD-F073-4995-9E73-D2F55C7596AD}">
      <dgm:prSet/>
      <dgm:spPr/>
      <dgm:t>
        <a:bodyPr/>
        <a:lstStyle/>
        <a:p>
          <a:endParaRPr lang="ru-RU"/>
        </a:p>
      </dgm:t>
    </dgm:pt>
    <dgm:pt modelId="{CD111D52-DC3E-418E-BBFE-EFC3DF5F423C}">
      <dgm:prSet/>
      <dgm:spPr/>
      <dgm:t>
        <a:bodyPr/>
        <a:lstStyle/>
        <a:p>
          <a:r>
            <a:rPr lang="ru-RU" b="1" i="0" dirty="0"/>
            <a:t>Скрытность и адаптивность:</a:t>
          </a:r>
          <a:r>
            <a:rPr lang="ru-RU" b="0" i="0" dirty="0"/>
            <a:t> </a:t>
          </a:r>
          <a:endParaRPr lang="ru-RU" dirty="0"/>
        </a:p>
      </dgm:t>
    </dgm:pt>
    <dgm:pt modelId="{C9474714-981E-4A4E-897B-5A55D8F75143}" type="parTrans" cxnId="{F0FC3244-4A60-450C-9163-B2F12E26E079}">
      <dgm:prSet/>
      <dgm:spPr/>
      <dgm:t>
        <a:bodyPr/>
        <a:lstStyle/>
        <a:p>
          <a:endParaRPr lang="ru-RU"/>
        </a:p>
      </dgm:t>
    </dgm:pt>
    <dgm:pt modelId="{316FC1BF-912D-4A08-AA20-9A1CBCC41639}" type="sibTrans" cxnId="{F0FC3244-4A60-450C-9163-B2F12E26E079}">
      <dgm:prSet/>
      <dgm:spPr/>
      <dgm:t>
        <a:bodyPr/>
        <a:lstStyle/>
        <a:p>
          <a:endParaRPr lang="ru-RU"/>
        </a:p>
      </dgm:t>
    </dgm:pt>
    <dgm:pt modelId="{CF509B9C-B85E-40BE-991E-73A72C386D50}">
      <dgm:prSet custT="1"/>
      <dgm:spPr/>
      <dgm:t>
        <a:bodyPr/>
        <a:lstStyle/>
        <a:p>
          <a:r>
            <a:rPr lang="ru-RU" sz="1600" b="0" i="0" dirty="0"/>
            <a:t>Атака тщательно планируется. Злоумышленники заранее собирают разведданные о цели (</a:t>
          </a:r>
          <a:r>
            <a:rPr lang="ru-RU" sz="1600" b="0" i="0" dirty="0" err="1"/>
            <a:t>социнжиниринг</a:t>
          </a:r>
          <a:r>
            <a:rPr lang="ru-RU" sz="1600" b="0" i="0" dirty="0"/>
            <a:t>, анализ открытых источников).</a:t>
          </a:r>
          <a:endParaRPr lang="ru-RU" sz="1600" dirty="0"/>
        </a:p>
      </dgm:t>
    </dgm:pt>
    <dgm:pt modelId="{4D741DB3-D57E-4CF2-A48E-E6593F3FC7D3}" type="parTrans" cxnId="{FD6B87F1-F4C5-40B9-BC5B-F110F7D2EBE5}">
      <dgm:prSet/>
      <dgm:spPr/>
      <dgm:t>
        <a:bodyPr/>
        <a:lstStyle/>
        <a:p>
          <a:endParaRPr lang="ru-RU"/>
        </a:p>
      </dgm:t>
    </dgm:pt>
    <dgm:pt modelId="{297A2033-2FE3-4F84-ABF2-0DF126AFBE7B}" type="sibTrans" cxnId="{FD6B87F1-F4C5-40B9-BC5B-F110F7D2EBE5}">
      <dgm:prSet/>
      <dgm:spPr/>
      <dgm:t>
        <a:bodyPr/>
        <a:lstStyle/>
        <a:p>
          <a:endParaRPr lang="ru-RU"/>
        </a:p>
      </dgm:t>
    </dgm:pt>
    <dgm:pt modelId="{67304AA5-277F-4B4A-8655-FAE59BDE189B}">
      <dgm:prSet custT="1"/>
      <dgm:spPr/>
      <dgm:t>
        <a:bodyPr/>
        <a:lstStyle/>
        <a:p>
          <a:r>
            <a:rPr lang="ru-RU" sz="1600" b="0" i="0" dirty="0"/>
            <a:t> Применяются специально разработанные, ранее не встречавшиеся вредоносные программы (</a:t>
          </a:r>
          <a:r>
            <a:rPr lang="ru-RU" sz="1600" b="0" i="0" dirty="0" err="1"/>
            <a:t>zero-day</a:t>
          </a:r>
          <a:r>
            <a:rPr lang="ru-RU" sz="1600" b="0" i="0" dirty="0"/>
            <a:t>), что затрудняет их обнаружение сигнатурными методами.</a:t>
          </a:r>
          <a:endParaRPr lang="ru-RU" sz="1600" dirty="0"/>
        </a:p>
      </dgm:t>
    </dgm:pt>
    <dgm:pt modelId="{C80D8B3D-E483-45A9-BE93-799F32F8433E}" type="parTrans" cxnId="{DC83F345-67ED-4BAD-84A3-4F31734CF485}">
      <dgm:prSet/>
      <dgm:spPr/>
      <dgm:t>
        <a:bodyPr/>
        <a:lstStyle/>
        <a:p>
          <a:endParaRPr lang="ru-RU"/>
        </a:p>
      </dgm:t>
    </dgm:pt>
    <dgm:pt modelId="{508B4595-07B2-442F-B415-C7D558F6EB8F}" type="sibTrans" cxnId="{DC83F345-67ED-4BAD-84A3-4F31734CF485}">
      <dgm:prSet/>
      <dgm:spPr/>
      <dgm:t>
        <a:bodyPr/>
        <a:lstStyle/>
        <a:p>
          <a:endParaRPr lang="ru-RU"/>
        </a:p>
      </dgm:t>
    </dgm:pt>
    <dgm:pt modelId="{B32BFBC7-9A1A-47B1-9E7B-26F0FE21283C}">
      <dgm:prSet custT="1"/>
      <dgm:spPr/>
      <dgm:t>
        <a:bodyPr/>
        <a:lstStyle/>
        <a:p>
          <a:r>
            <a:rPr lang="ru-RU" sz="1600" b="0" i="0" dirty="0"/>
            <a:t>Злоумышленники маскируют свою активность под </a:t>
          </a:r>
          <a:r>
            <a:rPr lang="ru-RU" sz="1600" b="0" i="0" dirty="0" err="1"/>
            <a:t>легитный</a:t>
          </a:r>
          <a:r>
            <a:rPr lang="ru-RU" sz="1600" b="0" i="0" dirty="0"/>
            <a:t> трафик, используют </a:t>
          </a:r>
          <a:r>
            <a:rPr lang="ru-RU" sz="1600" b="0" i="0" dirty="0" err="1"/>
            <a:t>легитные</a:t>
          </a:r>
          <a:r>
            <a:rPr lang="ru-RU" sz="1600" b="0" i="0" dirty="0"/>
            <a:t> инструменты администратора (</a:t>
          </a:r>
          <a:r>
            <a:rPr lang="ru-RU" sz="1600" b="0" i="0" dirty="0" err="1"/>
            <a:t>Living</a:t>
          </a:r>
          <a:r>
            <a:rPr lang="ru-RU" sz="1600" b="0" i="0" dirty="0"/>
            <a:t>-</a:t>
          </a:r>
          <a:r>
            <a:rPr lang="ru-RU" sz="1600" b="0" i="0" dirty="0" err="1"/>
            <a:t>off</a:t>
          </a:r>
          <a:r>
            <a:rPr lang="ru-RU" sz="1600" b="0" i="0" dirty="0"/>
            <a:t>-</a:t>
          </a:r>
          <a:r>
            <a:rPr lang="ru-RU" sz="1600" b="0" i="0" dirty="0" err="1"/>
            <a:t>the</a:t>
          </a:r>
          <a:r>
            <a:rPr lang="ru-RU" sz="1600" b="0" i="0" dirty="0"/>
            <a:t>-Land) и меняют тактику при обнаружении.</a:t>
          </a:r>
          <a:endParaRPr lang="ru-RU" sz="1600" dirty="0"/>
        </a:p>
      </dgm:t>
    </dgm:pt>
    <dgm:pt modelId="{37B47872-5F4D-4606-A5D7-E0B15193ADFD}" type="parTrans" cxnId="{7C6416AA-AAC4-422A-AB90-25101F2D7FE5}">
      <dgm:prSet/>
      <dgm:spPr/>
      <dgm:t>
        <a:bodyPr/>
        <a:lstStyle/>
        <a:p>
          <a:endParaRPr lang="ru-RU"/>
        </a:p>
      </dgm:t>
    </dgm:pt>
    <dgm:pt modelId="{FD54D62C-DA26-42D1-93B5-2122BDEE6770}" type="sibTrans" cxnId="{7C6416AA-AAC4-422A-AB90-25101F2D7FE5}">
      <dgm:prSet/>
      <dgm:spPr/>
      <dgm:t>
        <a:bodyPr/>
        <a:lstStyle/>
        <a:p>
          <a:endParaRPr lang="ru-RU"/>
        </a:p>
      </dgm:t>
    </dgm:pt>
    <dgm:pt modelId="{8E7DF8CC-E5A7-4848-9853-16367DDD617C}">
      <dgm:prSet custT="1"/>
      <dgm:spPr/>
      <dgm:t>
        <a:bodyPr/>
        <a:lstStyle/>
        <a:p>
          <a:r>
            <a:rPr lang="ru-RU" sz="1050" b="0" i="0" dirty="0"/>
            <a:t>Атака может длиться месяцами или годами. Ее этапы следуют модели "</a:t>
          </a:r>
          <a:r>
            <a:rPr lang="ru-RU" sz="1050" b="0" i="0" dirty="0" err="1"/>
            <a:t>Киберубийственной</a:t>
          </a:r>
          <a:r>
            <a:rPr lang="ru-RU" sz="1050" b="0" i="0" dirty="0"/>
            <a:t> цепи":</a:t>
          </a:r>
          <a:endParaRPr lang="ru-RU" sz="1050" dirty="0"/>
        </a:p>
      </dgm:t>
    </dgm:pt>
    <dgm:pt modelId="{92EB9D2C-9B1F-405C-99DA-B2EC7AE91389}" type="parTrans" cxnId="{B89FBB64-AF0E-4FD2-A0E7-AF2E4B9BF394}">
      <dgm:prSet/>
      <dgm:spPr/>
      <dgm:t>
        <a:bodyPr/>
        <a:lstStyle/>
        <a:p>
          <a:endParaRPr lang="ru-RU"/>
        </a:p>
      </dgm:t>
    </dgm:pt>
    <dgm:pt modelId="{4DA53EA0-45BA-42AB-8582-E0F506FF2960}" type="sibTrans" cxnId="{B89FBB64-AF0E-4FD2-A0E7-AF2E4B9BF394}">
      <dgm:prSet/>
      <dgm:spPr/>
      <dgm:t>
        <a:bodyPr/>
        <a:lstStyle/>
        <a:p>
          <a:endParaRPr lang="ru-RU"/>
        </a:p>
      </dgm:t>
    </dgm:pt>
    <dgm:pt modelId="{8981AF26-FEF0-421F-8F53-27AA09B5E32A}" type="pres">
      <dgm:prSet presAssocID="{3BD776C5-F6B4-4D6F-B75C-61034B7BABC3}" presName="layout" presStyleCnt="0">
        <dgm:presLayoutVars>
          <dgm:chMax/>
          <dgm:chPref/>
          <dgm:dir/>
          <dgm:resizeHandles/>
        </dgm:presLayoutVars>
      </dgm:prSet>
      <dgm:spPr/>
    </dgm:pt>
    <dgm:pt modelId="{C07D5F73-7484-4A26-955F-8CE4659E31ED}" type="pres">
      <dgm:prSet presAssocID="{20148F0F-5BB6-481E-8FA3-F11B745C56B1}" presName="root" presStyleCnt="0">
        <dgm:presLayoutVars>
          <dgm:chMax/>
          <dgm:chPref/>
        </dgm:presLayoutVars>
      </dgm:prSet>
      <dgm:spPr/>
    </dgm:pt>
    <dgm:pt modelId="{685BB14C-0F6D-45CB-99E7-C18DEF6651A1}" type="pres">
      <dgm:prSet presAssocID="{20148F0F-5BB6-481E-8FA3-F11B745C56B1}" presName="rootComposite" presStyleCnt="0">
        <dgm:presLayoutVars/>
      </dgm:prSet>
      <dgm:spPr/>
    </dgm:pt>
    <dgm:pt modelId="{CE527376-DA99-4B6A-B591-76B1287C3072}" type="pres">
      <dgm:prSet presAssocID="{20148F0F-5BB6-481E-8FA3-F11B745C56B1}" presName="ParentAccent" presStyleLbl="alignNode1" presStyleIdx="0" presStyleCnt="4"/>
      <dgm:spPr/>
    </dgm:pt>
    <dgm:pt modelId="{6B217E05-10EE-4307-8585-079B18B3C28A}" type="pres">
      <dgm:prSet presAssocID="{20148F0F-5BB6-481E-8FA3-F11B745C56B1}" presName="ParentSmallAccent" presStyleLbl="fgAcc1" presStyleIdx="0" presStyleCnt="4"/>
      <dgm:spPr/>
    </dgm:pt>
    <dgm:pt modelId="{2A919EAE-4125-4598-A972-6DCA84A7CCFE}" type="pres">
      <dgm:prSet presAssocID="{20148F0F-5BB6-481E-8FA3-F11B745C56B1}" presName="Parent" presStyleLbl="revTx" presStyleIdx="0" presStyleCnt="13">
        <dgm:presLayoutVars>
          <dgm:chMax/>
          <dgm:chPref val="4"/>
          <dgm:bulletEnabled val="1"/>
        </dgm:presLayoutVars>
      </dgm:prSet>
      <dgm:spPr/>
    </dgm:pt>
    <dgm:pt modelId="{A3DD31D6-8031-411B-8323-445761AEC129}" type="pres">
      <dgm:prSet presAssocID="{20148F0F-5BB6-481E-8FA3-F11B745C56B1}" presName="childShape" presStyleCnt="0">
        <dgm:presLayoutVars>
          <dgm:chMax val="0"/>
          <dgm:chPref val="0"/>
        </dgm:presLayoutVars>
      </dgm:prSet>
      <dgm:spPr/>
    </dgm:pt>
    <dgm:pt modelId="{2D2ACC14-A06F-456D-B435-C70ACEAD3113}" type="pres">
      <dgm:prSet presAssocID="{CF509B9C-B85E-40BE-991E-73A72C386D50}" presName="childComposite" presStyleCnt="0">
        <dgm:presLayoutVars>
          <dgm:chMax val="0"/>
          <dgm:chPref val="0"/>
        </dgm:presLayoutVars>
      </dgm:prSet>
      <dgm:spPr/>
    </dgm:pt>
    <dgm:pt modelId="{EEA91C02-0D54-44F6-B8C1-65FD25399E24}" type="pres">
      <dgm:prSet presAssocID="{CF509B9C-B85E-40BE-991E-73A72C386D50}" presName="ChildAccent" presStyleLbl="solidFgAcc1" presStyleIdx="0" presStyleCnt="9"/>
      <dgm:spPr/>
    </dgm:pt>
    <dgm:pt modelId="{5244B020-8A4F-403D-897F-3B06750649C4}" type="pres">
      <dgm:prSet presAssocID="{CF509B9C-B85E-40BE-991E-73A72C386D50}" presName="Child" presStyleLbl="revTx" presStyleIdx="1" presStyleCnt="13" custScaleY="558289">
        <dgm:presLayoutVars>
          <dgm:chMax val="0"/>
          <dgm:chPref val="0"/>
          <dgm:bulletEnabled val="1"/>
        </dgm:presLayoutVars>
      </dgm:prSet>
      <dgm:spPr/>
    </dgm:pt>
    <dgm:pt modelId="{0F7FB395-3F5C-4B3C-9096-23077D4E7E0F}" type="pres">
      <dgm:prSet presAssocID="{6534FA20-E9AA-45E6-B9B9-05C219482063}" presName="root" presStyleCnt="0">
        <dgm:presLayoutVars>
          <dgm:chMax/>
          <dgm:chPref/>
        </dgm:presLayoutVars>
      </dgm:prSet>
      <dgm:spPr/>
    </dgm:pt>
    <dgm:pt modelId="{F3DC2B27-629A-42D6-8208-4C56EA5C8D3C}" type="pres">
      <dgm:prSet presAssocID="{6534FA20-E9AA-45E6-B9B9-05C219482063}" presName="rootComposite" presStyleCnt="0">
        <dgm:presLayoutVars/>
      </dgm:prSet>
      <dgm:spPr/>
    </dgm:pt>
    <dgm:pt modelId="{19BA2700-8B91-42B9-BE28-8FCB252616CF}" type="pres">
      <dgm:prSet presAssocID="{6534FA20-E9AA-45E6-B9B9-05C219482063}" presName="ParentAccent" presStyleLbl="alignNode1" presStyleIdx="1" presStyleCnt="4"/>
      <dgm:spPr/>
    </dgm:pt>
    <dgm:pt modelId="{2B965123-564B-4B43-AB8B-E8E78FF70CD9}" type="pres">
      <dgm:prSet presAssocID="{6534FA20-E9AA-45E6-B9B9-05C219482063}" presName="ParentSmallAccent" presStyleLbl="fgAcc1" presStyleIdx="1" presStyleCnt="4"/>
      <dgm:spPr/>
    </dgm:pt>
    <dgm:pt modelId="{555AF9BF-9DC6-4051-936A-D34BE981EB72}" type="pres">
      <dgm:prSet presAssocID="{6534FA20-E9AA-45E6-B9B9-05C219482063}" presName="Parent" presStyleLbl="revTx" presStyleIdx="2" presStyleCnt="13">
        <dgm:presLayoutVars>
          <dgm:chMax/>
          <dgm:chPref val="4"/>
          <dgm:bulletEnabled val="1"/>
        </dgm:presLayoutVars>
      </dgm:prSet>
      <dgm:spPr/>
    </dgm:pt>
    <dgm:pt modelId="{31F197A6-D24A-4F8C-A97B-08E726C89A50}" type="pres">
      <dgm:prSet presAssocID="{6534FA20-E9AA-45E6-B9B9-05C219482063}" presName="childShape" presStyleCnt="0">
        <dgm:presLayoutVars>
          <dgm:chMax val="0"/>
          <dgm:chPref val="0"/>
        </dgm:presLayoutVars>
      </dgm:prSet>
      <dgm:spPr/>
    </dgm:pt>
    <dgm:pt modelId="{8D23DB71-D1A6-4B0E-9AA4-9928A16D52DB}" type="pres">
      <dgm:prSet presAssocID="{67304AA5-277F-4B4A-8655-FAE59BDE189B}" presName="childComposite" presStyleCnt="0">
        <dgm:presLayoutVars>
          <dgm:chMax val="0"/>
          <dgm:chPref val="0"/>
        </dgm:presLayoutVars>
      </dgm:prSet>
      <dgm:spPr/>
    </dgm:pt>
    <dgm:pt modelId="{45711A58-6AC2-4B74-B708-37504CD58481}" type="pres">
      <dgm:prSet presAssocID="{67304AA5-277F-4B4A-8655-FAE59BDE189B}" presName="ChildAccent" presStyleLbl="solidFgAcc1" presStyleIdx="1" presStyleCnt="9"/>
      <dgm:spPr/>
    </dgm:pt>
    <dgm:pt modelId="{E31B3C52-41BE-442C-9082-664B8A513DF6}" type="pres">
      <dgm:prSet presAssocID="{67304AA5-277F-4B4A-8655-FAE59BDE189B}" presName="Child" presStyleLbl="revTx" presStyleIdx="3" presStyleCnt="13" custScaleY="578881">
        <dgm:presLayoutVars>
          <dgm:chMax val="0"/>
          <dgm:chPref val="0"/>
          <dgm:bulletEnabled val="1"/>
        </dgm:presLayoutVars>
      </dgm:prSet>
      <dgm:spPr/>
    </dgm:pt>
    <dgm:pt modelId="{B04FBAE4-21A9-4CDD-9757-D3A5F9CAC3B9}" type="pres">
      <dgm:prSet presAssocID="{751783A9-9114-4975-908F-B5CD52BF6C2F}" presName="root" presStyleCnt="0">
        <dgm:presLayoutVars>
          <dgm:chMax/>
          <dgm:chPref/>
        </dgm:presLayoutVars>
      </dgm:prSet>
      <dgm:spPr/>
    </dgm:pt>
    <dgm:pt modelId="{365BCF88-DD4E-4481-BF90-88F7FB2B5E56}" type="pres">
      <dgm:prSet presAssocID="{751783A9-9114-4975-908F-B5CD52BF6C2F}" presName="rootComposite" presStyleCnt="0">
        <dgm:presLayoutVars/>
      </dgm:prSet>
      <dgm:spPr/>
    </dgm:pt>
    <dgm:pt modelId="{77DC77CA-6782-4A74-B4EC-46F3C1EE6E80}" type="pres">
      <dgm:prSet presAssocID="{751783A9-9114-4975-908F-B5CD52BF6C2F}" presName="ParentAccent" presStyleLbl="alignNode1" presStyleIdx="2" presStyleCnt="4"/>
      <dgm:spPr/>
    </dgm:pt>
    <dgm:pt modelId="{997F7746-FF42-4249-B437-3F7F417C2C0A}" type="pres">
      <dgm:prSet presAssocID="{751783A9-9114-4975-908F-B5CD52BF6C2F}" presName="ParentSmallAccent" presStyleLbl="fgAcc1" presStyleIdx="2" presStyleCnt="4"/>
      <dgm:spPr/>
    </dgm:pt>
    <dgm:pt modelId="{9A3FA5C1-42FE-4638-802A-6C3183D2661C}" type="pres">
      <dgm:prSet presAssocID="{751783A9-9114-4975-908F-B5CD52BF6C2F}" presName="Parent" presStyleLbl="revTx" presStyleIdx="4" presStyleCnt="13">
        <dgm:presLayoutVars>
          <dgm:chMax/>
          <dgm:chPref val="4"/>
          <dgm:bulletEnabled val="1"/>
        </dgm:presLayoutVars>
      </dgm:prSet>
      <dgm:spPr/>
    </dgm:pt>
    <dgm:pt modelId="{9D923E75-315D-4EB5-BF15-8A322C446891}" type="pres">
      <dgm:prSet presAssocID="{751783A9-9114-4975-908F-B5CD52BF6C2F}" presName="childShape" presStyleCnt="0">
        <dgm:presLayoutVars>
          <dgm:chMax val="0"/>
          <dgm:chPref val="0"/>
        </dgm:presLayoutVars>
      </dgm:prSet>
      <dgm:spPr/>
    </dgm:pt>
    <dgm:pt modelId="{09F7093C-60D7-41A7-8137-BC7823983843}" type="pres">
      <dgm:prSet presAssocID="{8E7DF8CC-E5A7-4848-9853-16367DDD617C}" presName="childComposite" presStyleCnt="0">
        <dgm:presLayoutVars>
          <dgm:chMax val="0"/>
          <dgm:chPref val="0"/>
        </dgm:presLayoutVars>
      </dgm:prSet>
      <dgm:spPr/>
    </dgm:pt>
    <dgm:pt modelId="{B0135C18-0248-4C3F-B5AE-FEFB11A86139}" type="pres">
      <dgm:prSet presAssocID="{8E7DF8CC-E5A7-4848-9853-16367DDD617C}" presName="ChildAccent" presStyleLbl="solidFgAcc1" presStyleIdx="2" presStyleCnt="9"/>
      <dgm:spPr/>
    </dgm:pt>
    <dgm:pt modelId="{D6A7A5A2-BCBF-4A7B-9310-8811222935E8}" type="pres">
      <dgm:prSet presAssocID="{8E7DF8CC-E5A7-4848-9853-16367DDD617C}" presName="Child" presStyleLbl="revTx" presStyleIdx="5" presStyleCnt="13" custLinFactNeighborY="15889">
        <dgm:presLayoutVars>
          <dgm:chMax val="0"/>
          <dgm:chPref val="0"/>
          <dgm:bulletEnabled val="1"/>
        </dgm:presLayoutVars>
      </dgm:prSet>
      <dgm:spPr/>
    </dgm:pt>
    <dgm:pt modelId="{FF764409-27BB-4082-A2D6-DDF0ABA3F631}" type="pres">
      <dgm:prSet presAssocID="{CF3C3397-375B-4BAC-A4B9-9D253E2EF778}" presName="childComposite" presStyleCnt="0">
        <dgm:presLayoutVars>
          <dgm:chMax val="0"/>
          <dgm:chPref val="0"/>
        </dgm:presLayoutVars>
      </dgm:prSet>
      <dgm:spPr/>
    </dgm:pt>
    <dgm:pt modelId="{034FDA9E-6791-495C-B10F-77B9354BE2E1}" type="pres">
      <dgm:prSet presAssocID="{CF3C3397-375B-4BAC-A4B9-9D253E2EF778}" presName="ChildAccent" presStyleLbl="solidFgAcc1" presStyleIdx="3" presStyleCnt="9"/>
      <dgm:spPr/>
    </dgm:pt>
    <dgm:pt modelId="{F3805D36-5020-444F-A2DB-7E18C9D533E4}" type="pres">
      <dgm:prSet presAssocID="{CF3C3397-375B-4BAC-A4B9-9D253E2EF778}" presName="Child" presStyleLbl="revTx" presStyleIdx="6" presStyleCnt="13" custLinFactNeighborY="15889">
        <dgm:presLayoutVars>
          <dgm:chMax val="0"/>
          <dgm:chPref val="0"/>
          <dgm:bulletEnabled val="1"/>
        </dgm:presLayoutVars>
      </dgm:prSet>
      <dgm:spPr/>
    </dgm:pt>
    <dgm:pt modelId="{E04FC057-4DD3-48A1-9A8B-4A64869A7E5E}" type="pres">
      <dgm:prSet presAssocID="{79CD9435-14A8-4864-91D0-193F3F407CE8}" presName="childComposite" presStyleCnt="0">
        <dgm:presLayoutVars>
          <dgm:chMax val="0"/>
          <dgm:chPref val="0"/>
        </dgm:presLayoutVars>
      </dgm:prSet>
      <dgm:spPr/>
    </dgm:pt>
    <dgm:pt modelId="{32C40B80-E1A3-479B-8AAC-6144A1426623}" type="pres">
      <dgm:prSet presAssocID="{79CD9435-14A8-4864-91D0-193F3F407CE8}" presName="ChildAccent" presStyleLbl="solidFgAcc1" presStyleIdx="4" presStyleCnt="9"/>
      <dgm:spPr/>
    </dgm:pt>
    <dgm:pt modelId="{1BF419E5-DC61-4685-811B-AA77742D8EA9}" type="pres">
      <dgm:prSet presAssocID="{79CD9435-14A8-4864-91D0-193F3F407CE8}" presName="Child" presStyleLbl="revTx" presStyleIdx="7" presStyleCnt="13" custLinFactNeighborY="15889">
        <dgm:presLayoutVars>
          <dgm:chMax val="0"/>
          <dgm:chPref val="0"/>
          <dgm:bulletEnabled val="1"/>
        </dgm:presLayoutVars>
      </dgm:prSet>
      <dgm:spPr/>
    </dgm:pt>
    <dgm:pt modelId="{AE0DE514-CB10-44E6-9304-30649FBC8DCE}" type="pres">
      <dgm:prSet presAssocID="{19026F21-62FE-479A-933A-406BA098EE74}" presName="childComposite" presStyleCnt="0">
        <dgm:presLayoutVars>
          <dgm:chMax val="0"/>
          <dgm:chPref val="0"/>
        </dgm:presLayoutVars>
      </dgm:prSet>
      <dgm:spPr/>
    </dgm:pt>
    <dgm:pt modelId="{2F974DBA-93E3-4929-B72A-4154AA0C721E}" type="pres">
      <dgm:prSet presAssocID="{19026F21-62FE-479A-933A-406BA098EE74}" presName="ChildAccent" presStyleLbl="solidFgAcc1" presStyleIdx="5" presStyleCnt="9"/>
      <dgm:spPr/>
    </dgm:pt>
    <dgm:pt modelId="{6DA1E04B-311D-407D-B150-C3976B5D5C3C}" type="pres">
      <dgm:prSet presAssocID="{19026F21-62FE-479A-933A-406BA098EE74}" presName="Child" presStyleLbl="revTx" presStyleIdx="8" presStyleCnt="13" custLinFactNeighborY="15889">
        <dgm:presLayoutVars>
          <dgm:chMax val="0"/>
          <dgm:chPref val="0"/>
          <dgm:bulletEnabled val="1"/>
        </dgm:presLayoutVars>
      </dgm:prSet>
      <dgm:spPr/>
    </dgm:pt>
    <dgm:pt modelId="{ED1D9A00-C5DD-42F0-8410-675681C03E12}" type="pres">
      <dgm:prSet presAssocID="{42E3AF25-B7A6-4BCF-8A02-172DD938C037}" presName="childComposite" presStyleCnt="0">
        <dgm:presLayoutVars>
          <dgm:chMax val="0"/>
          <dgm:chPref val="0"/>
        </dgm:presLayoutVars>
      </dgm:prSet>
      <dgm:spPr/>
    </dgm:pt>
    <dgm:pt modelId="{B3B90DDE-8BFC-464D-B924-6BD01FA55EAE}" type="pres">
      <dgm:prSet presAssocID="{42E3AF25-B7A6-4BCF-8A02-172DD938C037}" presName="ChildAccent" presStyleLbl="solidFgAcc1" presStyleIdx="6" presStyleCnt="9"/>
      <dgm:spPr/>
    </dgm:pt>
    <dgm:pt modelId="{B0DB25E7-887F-41AF-98EF-7989A2293AB3}" type="pres">
      <dgm:prSet presAssocID="{42E3AF25-B7A6-4BCF-8A02-172DD938C037}" presName="Child" presStyleLbl="revTx" presStyleIdx="9" presStyleCnt="13" custLinFactNeighborY="15889">
        <dgm:presLayoutVars>
          <dgm:chMax val="0"/>
          <dgm:chPref val="0"/>
          <dgm:bulletEnabled val="1"/>
        </dgm:presLayoutVars>
      </dgm:prSet>
      <dgm:spPr/>
    </dgm:pt>
    <dgm:pt modelId="{D8CB1146-B2CE-42F2-8375-E8D215B8211E}" type="pres">
      <dgm:prSet presAssocID="{55D85C8E-5ADE-4CB7-AE41-92E62DB32938}" presName="childComposite" presStyleCnt="0">
        <dgm:presLayoutVars>
          <dgm:chMax val="0"/>
          <dgm:chPref val="0"/>
        </dgm:presLayoutVars>
      </dgm:prSet>
      <dgm:spPr/>
    </dgm:pt>
    <dgm:pt modelId="{BF304029-4C9B-480E-96E3-520389F64C92}" type="pres">
      <dgm:prSet presAssocID="{55D85C8E-5ADE-4CB7-AE41-92E62DB32938}" presName="ChildAccent" presStyleLbl="solidFgAcc1" presStyleIdx="7" presStyleCnt="9"/>
      <dgm:spPr/>
    </dgm:pt>
    <dgm:pt modelId="{AF80EC31-979E-4C5C-B994-FAC292281EF5}" type="pres">
      <dgm:prSet presAssocID="{55D85C8E-5ADE-4CB7-AE41-92E62DB32938}" presName="Child" presStyleLbl="revTx" presStyleIdx="10" presStyleCnt="13" custLinFactNeighborY="15889">
        <dgm:presLayoutVars>
          <dgm:chMax val="0"/>
          <dgm:chPref val="0"/>
          <dgm:bulletEnabled val="1"/>
        </dgm:presLayoutVars>
      </dgm:prSet>
      <dgm:spPr/>
    </dgm:pt>
    <dgm:pt modelId="{F4277C8C-E4B0-4D72-832F-4DE41EABCB72}" type="pres">
      <dgm:prSet presAssocID="{CD111D52-DC3E-418E-BBFE-EFC3DF5F423C}" presName="root" presStyleCnt="0">
        <dgm:presLayoutVars>
          <dgm:chMax/>
          <dgm:chPref/>
        </dgm:presLayoutVars>
      </dgm:prSet>
      <dgm:spPr/>
    </dgm:pt>
    <dgm:pt modelId="{FC8EB71A-3C28-4EA6-9D00-7284C07DBB7E}" type="pres">
      <dgm:prSet presAssocID="{CD111D52-DC3E-418E-BBFE-EFC3DF5F423C}" presName="rootComposite" presStyleCnt="0">
        <dgm:presLayoutVars/>
      </dgm:prSet>
      <dgm:spPr/>
    </dgm:pt>
    <dgm:pt modelId="{FAB060A3-177F-453E-BE05-22FF42BB7D64}" type="pres">
      <dgm:prSet presAssocID="{CD111D52-DC3E-418E-BBFE-EFC3DF5F423C}" presName="ParentAccent" presStyleLbl="alignNode1" presStyleIdx="3" presStyleCnt="4"/>
      <dgm:spPr/>
    </dgm:pt>
    <dgm:pt modelId="{8203BA71-522C-4958-9A80-EB1546B960AC}" type="pres">
      <dgm:prSet presAssocID="{CD111D52-DC3E-418E-BBFE-EFC3DF5F423C}" presName="ParentSmallAccent" presStyleLbl="fgAcc1" presStyleIdx="3" presStyleCnt="4"/>
      <dgm:spPr/>
    </dgm:pt>
    <dgm:pt modelId="{1445CEDB-E8F8-4D2A-B646-A67DC6567C3A}" type="pres">
      <dgm:prSet presAssocID="{CD111D52-DC3E-418E-BBFE-EFC3DF5F423C}" presName="Parent" presStyleLbl="revTx" presStyleIdx="11" presStyleCnt="13">
        <dgm:presLayoutVars>
          <dgm:chMax/>
          <dgm:chPref val="4"/>
          <dgm:bulletEnabled val="1"/>
        </dgm:presLayoutVars>
      </dgm:prSet>
      <dgm:spPr/>
    </dgm:pt>
    <dgm:pt modelId="{8A878AA0-435F-46C3-A93B-B36A3251D444}" type="pres">
      <dgm:prSet presAssocID="{CD111D52-DC3E-418E-BBFE-EFC3DF5F423C}" presName="childShape" presStyleCnt="0">
        <dgm:presLayoutVars>
          <dgm:chMax val="0"/>
          <dgm:chPref val="0"/>
        </dgm:presLayoutVars>
      </dgm:prSet>
      <dgm:spPr/>
    </dgm:pt>
    <dgm:pt modelId="{AD475728-02B5-4895-9E5B-819D4F3DC09A}" type="pres">
      <dgm:prSet presAssocID="{B32BFBC7-9A1A-47B1-9E7B-26F0FE21283C}" presName="childComposite" presStyleCnt="0">
        <dgm:presLayoutVars>
          <dgm:chMax val="0"/>
          <dgm:chPref val="0"/>
        </dgm:presLayoutVars>
      </dgm:prSet>
      <dgm:spPr/>
    </dgm:pt>
    <dgm:pt modelId="{7185D506-8C75-4F6C-BAF2-A5A27E16C489}" type="pres">
      <dgm:prSet presAssocID="{B32BFBC7-9A1A-47B1-9E7B-26F0FE21283C}" presName="ChildAccent" presStyleLbl="solidFgAcc1" presStyleIdx="8" presStyleCnt="9"/>
      <dgm:spPr/>
    </dgm:pt>
    <dgm:pt modelId="{7EB941BE-B454-4194-BB1C-E54221C03854}" type="pres">
      <dgm:prSet presAssocID="{B32BFBC7-9A1A-47B1-9E7B-26F0FE21283C}" presName="Child" presStyleLbl="revTx" presStyleIdx="12" presStyleCnt="13" custScaleY="623340">
        <dgm:presLayoutVars>
          <dgm:chMax val="0"/>
          <dgm:chPref val="0"/>
          <dgm:bulletEnabled val="1"/>
        </dgm:presLayoutVars>
      </dgm:prSet>
      <dgm:spPr/>
    </dgm:pt>
  </dgm:ptLst>
  <dgm:cxnLst>
    <dgm:cxn modelId="{1E2D330A-3608-4232-80BC-C68DE5AE80BD}" type="presOf" srcId="{20148F0F-5BB6-481E-8FA3-F11B745C56B1}" destId="{2A919EAE-4125-4598-A972-6DCA84A7CCFE}" srcOrd="0" destOrd="0" presId="urn:microsoft.com/office/officeart/2008/layout/SquareAccentList"/>
    <dgm:cxn modelId="{528D2817-15BF-4EAE-85B8-9DF24897BD9E}" type="presOf" srcId="{6534FA20-E9AA-45E6-B9B9-05C219482063}" destId="{555AF9BF-9DC6-4051-936A-D34BE981EB72}" srcOrd="0" destOrd="0" presId="urn:microsoft.com/office/officeart/2008/layout/SquareAccentList"/>
    <dgm:cxn modelId="{70D64420-DFAE-493E-A218-6B1B2C357414}" type="presOf" srcId="{55D85C8E-5ADE-4CB7-AE41-92E62DB32938}" destId="{AF80EC31-979E-4C5C-B994-FAC292281EF5}" srcOrd="0" destOrd="0" presId="urn:microsoft.com/office/officeart/2008/layout/SquareAccentList"/>
    <dgm:cxn modelId="{1B0D9026-9C28-43E4-8D21-E3C2EB792703}" type="presOf" srcId="{CD111D52-DC3E-418E-BBFE-EFC3DF5F423C}" destId="{1445CEDB-E8F8-4D2A-B646-A67DC6567C3A}" srcOrd="0" destOrd="0" presId="urn:microsoft.com/office/officeart/2008/layout/SquareAccentList"/>
    <dgm:cxn modelId="{1F4C9933-0B26-49BE-8386-831A059F7053}" srcId="{3BD776C5-F6B4-4D6F-B75C-61034B7BABC3}" destId="{20148F0F-5BB6-481E-8FA3-F11B745C56B1}" srcOrd="0" destOrd="0" parTransId="{A2DE4EEA-05EF-45DE-BE03-1C418E004709}" sibTransId="{1A155D07-ED7E-4320-9950-7003DAD78DC3}"/>
    <dgm:cxn modelId="{0192715B-821C-4A20-9170-396DDC29F10A}" srcId="{3BD776C5-F6B4-4D6F-B75C-61034B7BABC3}" destId="{751783A9-9114-4975-908F-B5CD52BF6C2F}" srcOrd="2" destOrd="0" parTransId="{65C53EF4-2CF1-481B-B8E1-07CFFE7F187A}" sibTransId="{E0C7B58A-5715-413F-9BE1-622AB8867931}"/>
    <dgm:cxn modelId="{B1433743-2A55-4764-8F5F-E64971DF239C}" type="presOf" srcId="{67304AA5-277F-4B4A-8655-FAE59BDE189B}" destId="{E31B3C52-41BE-442C-9082-664B8A513DF6}" srcOrd="0" destOrd="0" presId="urn:microsoft.com/office/officeart/2008/layout/SquareAccentList"/>
    <dgm:cxn modelId="{F0FC3244-4A60-450C-9163-B2F12E26E079}" srcId="{3BD776C5-F6B4-4D6F-B75C-61034B7BABC3}" destId="{CD111D52-DC3E-418E-BBFE-EFC3DF5F423C}" srcOrd="3" destOrd="0" parTransId="{C9474714-981E-4A4E-897B-5A55D8F75143}" sibTransId="{316FC1BF-912D-4A08-AA20-9A1CBCC41639}"/>
    <dgm:cxn modelId="{B89FBB64-AF0E-4FD2-A0E7-AF2E4B9BF394}" srcId="{751783A9-9114-4975-908F-B5CD52BF6C2F}" destId="{8E7DF8CC-E5A7-4848-9853-16367DDD617C}" srcOrd="0" destOrd="0" parTransId="{92EB9D2C-9B1F-405C-99DA-B2EC7AE91389}" sibTransId="{4DA53EA0-45BA-42AB-8582-E0F506FF2960}"/>
    <dgm:cxn modelId="{DC83F345-67ED-4BAD-84A3-4F31734CF485}" srcId="{6534FA20-E9AA-45E6-B9B9-05C219482063}" destId="{67304AA5-277F-4B4A-8655-FAE59BDE189B}" srcOrd="0" destOrd="0" parTransId="{C80D8B3D-E483-45A9-BE93-799F32F8433E}" sibTransId="{508B4595-07B2-442F-B415-C7D558F6EB8F}"/>
    <dgm:cxn modelId="{955FB446-94BA-4ED3-B4A3-0488AFC1D73A}" srcId="{751783A9-9114-4975-908F-B5CD52BF6C2F}" destId="{CF3C3397-375B-4BAC-A4B9-9D253E2EF778}" srcOrd="1" destOrd="0" parTransId="{7B43F1A0-7A47-4B08-A886-4C66381C731B}" sibTransId="{74A4D904-C708-4EFB-9104-1F90AAA83199}"/>
    <dgm:cxn modelId="{398A1A6A-A072-456E-B70F-2768CE33D0C3}" type="presOf" srcId="{CF509B9C-B85E-40BE-991E-73A72C386D50}" destId="{5244B020-8A4F-403D-897F-3B06750649C4}" srcOrd="0" destOrd="0" presId="urn:microsoft.com/office/officeart/2008/layout/SquareAccentList"/>
    <dgm:cxn modelId="{FA4B1758-9116-4A27-B440-99341D134B24}" srcId="{751783A9-9114-4975-908F-B5CD52BF6C2F}" destId="{19026F21-62FE-479A-933A-406BA098EE74}" srcOrd="3" destOrd="0" parTransId="{F68E5A8E-66E1-4257-8C88-C09231FED3D9}" sibTransId="{95B47828-01DC-4EDD-A731-C92264A70AB1}"/>
    <dgm:cxn modelId="{8CAD6978-17A1-4E2C-BEC3-45C29A6F3DAF}" type="presOf" srcId="{3BD776C5-F6B4-4D6F-B75C-61034B7BABC3}" destId="{8981AF26-FEF0-421F-8F53-27AA09B5E32A}" srcOrd="0" destOrd="0" presId="urn:microsoft.com/office/officeart/2008/layout/SquareAccentList"/>
    <dgm:cxn modelId="{9512BC82-B9AE-413A-BB9F-DC08FDF66655}" type="presOf" srcId="{751783A9-9114-4975-908F-B5CD52BF6C2F}" destId="{9A3FA5C1-42FE-4638-802A-6C3183D2661C}" srcOrd="0" destOrd="0" presId="urn:microsoft.com/office/officeart/2008/layout/SquareAccentList"/>
    <dgm:cxn modelId="{371D6883-219A-457D-B21D-F4D12B2DD82E}" srcId="{751783A9-9114-4975-908F-B5CD52BF6C2F}" destId="{79CD9435-14A8-4864-91D0-193F3F407CE8}" srcOrd="2" destOrd="0" parTransId="{4835B80F-10E5-4742-9269-97820C957DC0}" sibTransId="{FAEBF341-AF0A-4B7F-B67D-D08C3E67BC00}"/>
    <dgm:cxn modelId="{6E7ED29A-E906-4BCC-B07F-46B855E6DD66}" type="presOf" srcId="{8E7DF8CC-E5A7-4848-9853-16367DDD617C}" destId="{D6A7A5A2-BCBF-4A7B-9310-8811222935E8}" srcOrd="0" destOrd="0" presId="urn:microsoft.com/office/officeart/2008/layout/SquareAccentList"/>
    <dgm:cxn modelId="{EFC58AA1-4CB1-4E0B-BA0D-CE11EB36F892}" type="presOf" srcId="{19026F21-62FE-479A-933A-406BA098EE74}" destId="{6DA1E04B-311D-407D-B150-C3976B5D5C3C}" srcOrd="0" destOrd="0" presId="urn:microsoft.com/office/officeart/2008/layout/SquareAccentList"/>
    <dgm:cxn modelId="{A1FF49A9-B1E6-4331-A46E-609C69829CE2}" type="presOf" srcId="{CF3C3397-375B-4BAC-A4B9-9D253E2EF778}" destId="{F3805D36-5020-444F-A2DB-7E18C9D533E4}" srcOrd="0" destOrd="0" presId="urn:microsoft.com/office/officeart/2008/layout/SquareAccentList"/>
    <dgm:cxn modelId="{7C6416AA-AAC4-422A-AB90-25101F2D7FE5}" srcId="{CD111D52-DC3E-418E-BBFE-EFC3DF5F423C}" destId="{B32BFBC7-9A1A-47B1-9E7B-26F0FE21283C}" srcOrd="0" destOrd="0" parTransId="{37B47872-5F4D-4606-A5D7-E0B15193ADFD}" sibTransId="{FD54D62C-DA26-42D1-93B5-2122BDEE6770}"/>
    <dgm:cxn modelId="{EEF416C9-634E-404B-A48C-3F087A837295}" type="presOf" srcId="{79CD9435-14A8-4864-91D0-193F3F407CE8}" destId="{1BF419E5-DC61-4685-811B-AA77742D8EA9}" srcOrd="0" destOrd="0" presId="urn:microsoft.com/office/officeart/2008/layout/SquareAccentList"/>
    <dgm:cxn modelId="{4B8711DB-157A-4D8D-A300-C55BE45B3A14}" srcId="{3BD776C5-F6B4-4D6F-B75C-61034B7BABC3}" destId="{6534FA20-E9AA-45E6-B9B9-05C219482063}" srcOrd="1" destOrd="0" parTransId="{7F37CC67-5DF0-4BAA-BB1E-19243A474354}" sibTransId="{AE7B2FBD-710A-423E-B3BF-FC99FD1E22D6}"/>
    <dgm:cxn modelId="{084790DF-3911-4548-969D-1DFAD94084A8}" type="presOf" srcId="{B32BFBC7-9A1A-47B1-9E7B-26F0FE21283C}" destId="{7EB941BE-B454-4194-BB1C-E54221C03854}" srcOrd="0" destOrd="0" presId="urn:microsoft.com/office/officeart/2008/layout/SquareAccentList"/>
    <dgm:cxn modelId="{628BE1E8-35EE-4D12-9C66-5E7E6D35CF5A}" type="presOf" srcId="{42E3AF25-B7A6-4BCF-8A02-172DD938C037}" destId="{B0DB25E7-887F-41AF-98EF-7989A2293AB3}" srcOrd="0" destOrd="0" presId="urn:microsoft.com/office/officeart/2008/layout/SquareAccentList"/>
    <dgm:cxn modelId="{2F8DD0ED-1ADC-4A7F-8350-17D5B276A9EB}" srcId="{751783A9-9114-4975-908F-B5CD52BF6C2F}" destId="{42E3AF25-B7A6-4BCF-8A02-172DD938C037}" srcOrd="4" destOrd="0" parTransId="{B9487E63-1060-46AF-904C-6EECE5A8852D}" sibTransId="{A98874BD-7691-47CF-9F92-C971653350D7}"/>
    <dgm:cxn modelId="{FD6B87F1-F4C5-40B9-BC5B-F110F7D2EBE5}" srcId="{20148F0F-5BB6-481E-8FA3-F11B745C56B1}" destId="{CF509B9C-B85E-40BE-991E-73A72C386D50}" srcOrd="0" destOrd="0" parTransId="{4D741DB3-D57E-4CF2-A48E-E6593F3FC7D3}" sibTransId="{297A2033-2FE3-4F84-ABF2-0DF126AFBE7B}"/>
    <dgm:cxn modelId="{20F8A7FD-F073-4995-9E73-D2F55C7596AD}" srcId="{751783A9-9114-4975-908F-B5CD52BF6C2F}" destId="{55D85C8E-5ADE-4CB7-AE41-92E62DB32938}" srcOrd="5" destOrd="0" parTransId="{415C5EC8-B2CA-423C-A098-3FEA0458879B}" sibTransId="{9A853093-9143-49C1-95B4-643BE10E8A4B}"/>
    <dgm:cxn modelId="{748057EC-790D-4505-9780-375CD5358D6F}" type="presParOf" srcId="{8981AF26-FEF0-421F-8F53-27AA09B5E32A}" destId="{C07D5F73-7484-4A26-955F-8CE4659E31ED}" srcOrd="0" destOrd="0" presId="urn:microsoft.com/office/officeart/2008/layout/SquareAccentList"/>
    <dgm:cxn modelId="{95129F47-497B-4D05-81F8-C6296DEC3CEB}" type="presParOf" srcId="{C07D5F73-7484-4A26-955F-8CE4659E31ED}" destId="{685BB14C-0F6D-45CB-99E7-C18DEF6651A1}" srcOrd="0" destOrd="0" presId="urn:microsoft.com/office/officeart/2008/layout/SquareAccentList"/>
    <dgm:cxn modelId="{477FF32F-2A55-4BB0-AE75-48F9DBAD1619}" type="presParOf" srcId="{685BB14C-0F6D-45CB-99E7-C18DEF6651A1}" destId="{CE527376-DA99-4B6A-B591-76B1287C3072}" srcOrd="0" destOrd="0" presId="urn:microsoft.com/office/officeart/2008/layout/SquareAccentList"/>
    <dgm:cxn modelId="{CA14C222-338D-4BB1-BCC1-E0FB36DEDAFE}" type="presParOf" srcId="{685BB14C-0F6D-45CB-99E7-C18DEF6651A1}" destId="{6B217E05-10EE-4307-8585-079B18B3C28A}" srcOrd="1" destOrd="0" presId="urn:microsoft.com/office/officeart/2008/layout/SquareAccentList"/>
    <dgm:cxn modelId="{613E51CA-C974-49E7-AD1E-7BC53D0C501F}" type="presParOf" srcId="{685BB14C-0F6D-45CB-99E7-C18DEF6651A1}" destId="{2A919EAE-4125-4598-A972-6DCA84A7CCFE}" srcOrd="2" destOrd="0" presId="urn:microsoft.com/office/officeart/2008/layout/SquareAccentList"/>
    <dgm:cxn modelId="{67C3EDEB-C8DF-463B-AF12-44EC739F66B4}" type="presParOf" srcId="{C07D5F73-7484-4A26-955F-8CE4659E31ED}" destId="{A3DD31D6-8031-411B-8323-445761AEC129}" srcOrd="1" destOrd="0" presId="urn:microsoft.com/office/officeart/2008/layout/SquareAccentList"/>
    <dgm:cxn modelId="{3F5011B6-1D58-47C6-9AC5-17265B6FE08D}" type="presParOf" srcId="{A3DD31D6-8031-411B-8323-445761AEC129}" destId="{2D2ACC14-A06F-456D-B435-C70ACEAD3113}" srcOrd="0" destOrd="0" presId="urn:microsoft.com/office/officeart/2008/layout/SquareAccentList"/>
    <dgm:cxn modelId="{4898C116-199D-436C-88DD-6C400D2903E2}" type="presParOf" srcId="{2D2ACC14-A06F-456D-B435-C70ACEAD3113}" destId="{EEA91C02-0D54-44F6-B8C1-65FD25399E24}" srcOrd="0" destOrd="0" presId="urn:microsoft.com/office/officeart/2008/layout/SquareAccentList"/>
    <dgm:cxn modelId="{F6210D26-00F7-433C-9AFA-202A22932147}" type="presParOf" srcId="{2D2ACC14-A06F-456D-B435-C70ACEAD3113}" destId="{5244B020-8A4F-403D-897F-3B06750649C4}" srcOrd="1" destOrd="0" presId="urn:microsoft.com/office/officeart/2008/layout/SquareAccentList"/>
    <dgm:cxn modelId="{6836924F-6F6C-4805-99C4-357952A7BFB6}" type="presParOf" srcId="{8981AF26-FEF0-421F-8F53-27AA09B5E32A}" destId="{0F7FB395-3F5C-4B3C-9096-23077D4E7E0F}" srcOrd="1" destOrd="0" presId="urn:microsoft.com/office/officeart/2008/layout/SquareAccentList"/>
    <dgm:cxn modelId="{D5505456-C2CF-4AF3-B4D5-975FBBE96718}" type="presParOf" srcId="{0F7FB395-3F5C-4B3C-9096-23077D4E7E0F}" destId="{F3DC2B27-629A-42D6-8208-4C56EA5C8D3C}" srcOrd="0" destOrd="0" presId="urn:microsoft.com/office/officeart/2008/layout/SquareAccentList"/>
    <dgm:cxn modelId="{1496EE40-EBB1-4720-804B-25B1B062FF03}" type="presParOf" srcId="{F3DC2B27-629A-42D6-8208-4C56EA5C8D3C}" destId="{19BA2700-8B91-42B9-BE28-8FCB252616CF}" srcOrd="0" destOrd="0" presId="urn:microsoft.com/office/officeart/2008/layout/SquareAccentList"/>
    <dgm:cxn modelId="{52B84527-1ACD-4FE6-8E23-FB32956B6C9F}" type="presParOf" srcId="{F3DC2B27-629A-42D6-8208-4C56EA5C8D3C}" destId="{2B965123-564B-4B43-AB8B-E8E78FF70CD9}" srcOrd="1" destOrd="0" presId="urn:microsoft.com/office/officeart/2008/layout/SquareAccentList"/>
    <dgm:cxn modelId="{EE5DD959-28B1-43A1-B0F2-4BEE5DD99294}" type="presParOf" srcId="{F3DC2B27-629A-42D6-8208-4C56EA5C8D3C}" destId="{555AF9BF-9DC6-4051-936A-D34BE981EB72}" srcOrd="2" destOrd="0" presId="urn:microsoft.com/office/officeart/2008/layout/SquareAccentList"/>
    <dgm:cxn modelId="{4DF51173-BDCA-4D38-AA04-BD63F1D51BB9}" type="presParOf" srcId="{0F7FB395-3F5C-4B3C-9096-23077D4E7E0F}" destId="{31F197A6-D24A-4F8C-A97B-08E726C89A50}" srcOrd="1" destOrd="0" presId="urn:microsoft.com/office/officeart/2008/layout/SquareAccentList"/>
    <dgm:cxn modelId="{4260E2F2-1E02-4851-A110-DC1F55AF7B8D}" type="presParOf" srcId="{31F197A6-D24A-4F8C-A97B-08E726C89A50}" destId="{8D23DB71-D1A6-4B0E-9AA4-9928A16D52DB}" srcOrd="0" destOrd="0" presId="urn:microsoft.com/office/officeart/2008/layout/SquareAccentList"/>
    <dgm:cxn modelId="{B2503704-5B1E-4273-B4E2-D91494719E32}" type="presParOf" srcId="{8D23DB71-D1A6-4B0E-9AA4-9928A16D52DB}" destId="{45711A58-6AC2-4B74-B708-37504CD58481}" srcOrd="0" destOrd="0" presId="urn:microsoft.com/office/officeart/2008/layout/SquareAccentList"/>
    <dgm:cxn modelId="{4C9CB4AB-922F-4A16-906F-D94AC65E5783}" type="presParOf" srcId="{8D23DB71-D1A6-4B0E-9AA4-9928A16D52DB}" destId="{E31B3C52-41BE-442C-9082-664B8A513DF6}" srcOrd="1" destOrd="0" presId="urn:microsoft.com/office/officeart/2008/layout/SquareAccentList"/>
    <dgm:cxn modelId="{BFDA4024-34F4-4501-A6E2-0D6DEF8E7CB6}" type="presParOf" srcId="{8981AF26-FEF0-421F-8F53-27AA09B5E32A}" destId="{B04FBAE4-21A9-4CDD-9757-D3A5F9CAC3B9}" srcOrd="2" destOrd="0" presId="urn:microsoft.com/office/officeart/2008/layout/SquareAccentList"/>
    <dgm:cxn modelId="{6EE66F62-626B-4498-A805-B1DC03D239AF}" type="presParOf" srcId="{B04FBAE4-21A9-4CDD-9757-D3A5F9CAC3B9}" destId="{365BCF88-DD4E-4481-BF90-88F7FB2B5E56}" srcOrd="0" destOrd="0" presId="urn:microsoft.com/office/officeart/2008/layout/SquareAccentList"/>
    <dgm:cxn modelId="{8251D64E-5BE8-4533-831F-4861DBE1CB3D}" type="presParOf" srcId="{365BCF88-DD4E-4481-BF90-88F7FB2B5E56}" destId="{77DC77CA-6782-4A74-B4EC-46F3C1EE6E80}" srcOrd="0" destOrd="0" presId="urn:microsoft.com/office/officeart/2008/layout/SquareAccentList"/>
    <dgm:cxn modelId="{1F6357B6-F461-42B8-9860-4F6CCB0D991F}" type="presParOf" srcId="{365BCF88-DD4E-4481-BF90-88F7FB2B5E56}" destId="{997F7746-FF42-4249-B437-3F7F417C2C0A}" srcOrd="1" destOrd="0" presId="urn:microsoft.com/office/officeart/2008/layout/SquareAccentList"/>
    <dgm:cxn modelId="{C7B792B0-5408-4421-9380-01444478B89E}" type="presParOf" srcId="{365BCF88-DD4E-4481-BF90-88F7FB2B5E56}" destId="{9A3FA5C1-42FE-4638-802A-6C3183D2661C}" srcOrd="2" destOrd="0" presId="urn:microsoft.com/office/officeart/2008/layout/SquareAccentList"/>
    <dgm:cxn modelId="{B90799DD-F0CF-4655-9F25-06D4897B5436}" type="presParOf" srcId="{B04FBAE4-21A9-4CDD-9757-D3A5F9CAC3B9}" destId="{9D923E75-315D-4EB5-BF15-8A322C446891}" srcOrd="1" destOrd="0" presId="urn:microsoft.com/office/officeart/2008/layout/SquareAccentList"/>
    <dgm:cxn modelId="{02DFD0DD-743B-471C-A883-006B794A63B2}" type="presParOf" srcId="{9D923E75-315D-4EB5-BF15-8A322C446891}" destId="{09F7093C-60D7-41A7-8137-BC7823983843}" srcOrd="0" destOrd="0" presId="urn:microsoft.com/office/officeart/2008/layout/SquareAccentList"/>
    <dgm:cxn modelId="{439CA694-3893-44D1-9E9B-BC459956A3FB}" type="presParOf" srcId="{09F7093C-60D7-41A7-8137-BC7823983843}" destId="{B0135C18-0248-4C3F-B5AE-FEFB11A86139}" srcOrd="0" destOrd="0" presId="urn:microsoft.com/office/officeart/2008/layout/SquareAccentList"/>
    <dgm:cxn modelId="{462FCACB-4DD2-4555-9E3B-8E4768F7BBA7}" type="presParOf" srcId="{09F7093C-60D7-41A7-8137-BC7823983843}" destId="{D6A7A5A2-BCBF-4A7B-9310-8811222935E8}" srcOrd="1" destOrd="0" presId="urn:microsoft.com/office/officeart/2008/layout/SquareAccentList"/>
    <dgm:cxn modelId="{4CE02D90-96E8-4917-B697-17B3E61ADF5D}" type="presParOf" srcId="{9D923E75-315D-4EB5-BF15-8A322C446891}" destId="{FF764409-27BB-4082-A2D6-DDF0ABA3F631}" srcOrd="1" destOrd="0" presId="urn:microsoft.com/office/officeart/2008/layout/SquareAccentList"/>
    <dgm:cxn modelId="{D3E6C217-C339-4CA8-BDBB-ADDE626944D1}" type="presParOf" srcId="{FF764409-27BB-4082-A2D6-DDF0ABA3F631}" destId="{034FDA9E-6791-495C-B10F-77B9354BE2E1}" srcOrd="0" destOrd="0" presId="urn:microsoft.com/office/officeart/2008/layout/SquareAccentList"/>
    <dgm:cxn modelId="{CBAC30F8-8FF7-42A6-854E-956C1B5223EE}" type="presParOf" srcId="{FF764409-27BB-4082-A2D6-DDF0ABA3F631}" destId="{F3805D36-5020-444F-A2DB-7E18C9D533E4}" srcOrd="1" destOrd="0" presId="urn:microsoft.com/office/officeart/2008/layout/SquareAccentList"/>
    <dgm:cxn modelId="{F8FBDE74-95CA-40A8-B125-3F2D60FEB69C}" type="presParOf" srcId="{9D923E75-315D-4EB5-BF15-8A322C446891}" destId="{E04FC057-4DD3-48A1-9A8B-4A64869A7E5E}" srcOrd="2" destOrd="0" presId="urn:microsoft.com/office/officeart/2008/layout/SquareAccentList"/>
    <dgm:cxn modelId="{9658ABFA-16F5-407C-A4BD-00EB1C7486F5}" type="presParOf" srcId="{E04FC057-4DD3-48A1-9A8B-4A64869A7E5E}" destId="{32C40B80-E1A3-479B-8AAC-6144A1426623}" srcOrd="0" destOrd="0" presId="urn:microsoft.com/office/officeart/2008/layout/SquareAccentList"/>
    <dgm:cxn modelId="{52D2A82E-7C76-4357-904C-CC0C04FCFDD1}" type="presParOf" srcId="{E04FC057-4DD3-48A1-9A8B-4A64869A7E5E}" destId="{1BF419E5-DC61-4685-811B-AA77742D8EA9}" srcOrd="1" destOrd="0" presId="urn:microsoft.com/office/officeart/2008/layout/SquareAccentList"/>
    <dgm:cxn modelId="{6156408F-553F-4AEF-B870-4B44AE104ED5}" type="presParOf" srcId="{9D923E75-315D-4EB5-BF15-8A322C446891}" destId="{AE0DE514-CB10-44E6-9304-30649FBC8DCE}" srcOrd="3" destOrd="0" presId="urn:microsoft.com/office/officeart/2008/layout/SquareAccentList"/>
    <dgm:cxn modelId="{A9B69779-1B8F-480E-A9E9-43D1AE584DE9}" type="presParOf" srcId="{AE0DE514-CB10-44E6-9304-30649FBC8DCE}" destId="{2F974DBA-93E3-4929-B72A-4154AA0C721E}" srcOrd="0" destOrd="0" presId="urn:microsoft.com/office/officeart/2008/layout/SquareAccentList"/>
    <dgm:cxn modelId="{1126AB03-43B9-4225-896C-99D6AEF4A849}" type="presParOf" srcId="{AE0DE514-CB10-44E6-9304-30649FBC8DCE}" destId="{6DA1E04B-311D-407D-B150-C3976B5D5C3C}" srcOrd="1" destOrd="0" presId="urn:microsoft.com/office/officeart/2008/layout/SquareAccentList"/>
    <dgm:cxn modelId="{6AD45EB3-B3BA-4932-BABE-ADB7F2568B42}" type="presParOf" srcId="{9D923E75-315D-4EB5-BF15-8A322C446891}" destId="{ED1D9A00-C5DD-42F0-8410-675681C03E12}" srcOrd="4" destOrd="0" presId="urn:microsoft.com/office/officeart/2008/layout/SquareAccentList"/>
    <dgm:cxn modelId="{A140EC99-BD27-47BE-A38C-1366DE084D19}" type="presParOf" srcId="{ED1D9A00-C5DD-42F0-8410-675681C03E12}" destId="{B3B90DDE-8BFC-464D-B924-6BD01FA55EAE}" srcOrd="0" destOrd="0" presId="urn:microsoft.com/office/officeart/2008/layout/SquareAccentList"/>
    <dgm:cxn modelId="{9A41CFF4-8D90-4619-8B11-6F3BA8751A19}" type="presParOf" srcId="{ED1D9A00-C5DD-42F0-8410-675681C03E12}" destId="{B0DB25E7-887F-41AF-98EF-7989A2293AB3}" srcOrd="1" destOrd="0" presId="urn:microsoft.com/office/officeart/2008/layout/SquareAccentList"/>
    <dgm:cxn modelId="{5427F4C3-A654-4127-8285-44B445FEA8B4}" type="presParOf" srcId="{9D923E75-315D-4EB5-BF15-8A322C446891}" destId="{D8CB1146-B2CE-42F2-8375-E8D215B8211E}" srcOrd="5" destOrd="0" presId="urn:microsoft.com/office/officeart/2008/layout/SquareAccentList"/>
    <dgm:cxn modelId="{59DD1C14-C387-496D-8FD8-01089752C555}" type="presParOf" srcId="{D8CB1146-B2CE-42F2-8375-E8D215B8211E}" destId="{BF304029-4C9B-480E-96E3-520389F64C92}" srcOrd="0" destOrd="0" presId="urn:microsoft.com/office/officeart/2008/layout/SquareAccentList"/>
    <dgm:cxn modelId="{1E338373-E254-469C-A363-7F0B7B962CB1}" type="presParOf" srcId="{D8CB1146-B2CE-42F2-8375-E8D215B8211E}" destId="{AF80EC31-979E-4C5C-B994-FAC292281EF5}" srcOrd="1" destOrd="0" presId="urn:microsoft.com/office/officeart/2008/layout/SquareAccentList"/>
    <dgm:cxn modelId="{9115D50F-3002-46DE-A901-C68BA7AA60A3}" type="presParOf" srcId="{8981AF26-FEF0-421F-8F53-27AA09B5E32A}" destId="{F4277C8C-E4B0-4D72-832F-4DE41EABCB72}" srcOrd="3" destOrd="0" presId="urn:microsoft.com/office/officeart/2008/layout/SquareAccentList"/>
    <dgm:cxn modelId="{021B8E10-3DA7-4B57-A7F3-5362F3094F23}" type="presParOf" srcId="{F4277C8C-E4B0-4D72-832F-4DE41EABCB72}" destId="{FC8EB71A-3C28-4EA6-9D00-7284C07DBB7E}" srcOrd="0" destOrd="0" presId="urn:microsoft.com/office/officeart/2008/layout/SquareAccentList"/>
    <dgm:cxn modelId="{0F9F083D-B8CA-4176-89F0-3331076564D8}" type="presParOf" srcId="{FC8EB71A-3C28-4EA6-9D00-7284C07DBB7E}" destId="{FAB060A3-177F-453E-BE05-22FF42BB7D64}" srcOrd="0" destOrd="0" presId="urn:microsoft.com/office/officeart/2008/layout/SquareAccentList"/>
    <dgm:cxn modelId="{D2CF941B-76B0-4698-93CF-B482863D4712}" type="presParOf" srcId="{FC8EB71A-3C28-4EA6-9D00-7284C07DBB7E}" destId="{8203BA71-522C-4958-9A80-EB1546B960AC}" srcOrd="1" destOrd="0" presId="urn:microsoft.com/office/officeart/2008/layout/SquareAccentList"/>
    <dgm:cxn modelId="{E35F0EC4-6C4C-4207-960C-A17C6D8D6534}" type="presParOf" srcId="{FC8EB71A-3C28-4EA6-9D00-7284C07DBB7E}" destId="{1445CEDB-E8F8-4D2A-B646-A67DC6567C3A}" srcOrd="2" destOrd="0" presId="urn:microsoft.com/office/officeart/2008/layout/SquareAccentList"/>
    <dgm:cxn modelId="{8EF958EE-780B-4689-A79F-52B440F6AC0F}" type="presParOf" srcId="{F4277C8C-E4B0-4D72-832F-4DE41EABCB72}" destId="{8A878AA0-435F-46C3-A93B-B36A3251D444}" srcOrd="1" destOrd="0" presId="urn:microsoft.com/office/officeart/2008/layout/SquareAccentList"/>
    <dgm:cxn modelId="{C3DBE4B7-3607-4676-8AEE-C4A6ADA15EF5}" type="presParOf" srcId="{8A878AA0-435F-46C3-A93B-B36A3251D444}" destId="{AD475728-02B5-4895-9E5B-819D4F3DC09A}" srcOrd="0" destOrd="0" presId="urn:microsoft.com/office/officeart/2008/layout/SquareAccentList"/>
    <dgm:cxn modelId="{FF3DF4D7-FE71-4A43-B5D3-47AE7BA09227}" type="presParOf" srcId="{AD475728-02B5-4895-9E5B-819D4F3DC09A}" destId="{7185D506-8C75-4F6C-BAF2-A5A27E16C489}" srcOrd="0" destOrd="0" presId="urn:microsoft.com/office/officeart/2008/layout/SquareAccentList"/>
    <dgm:cxn modelId="{8F33FABF-9C35-4DF3-818B-C30ECDA8037E}" type="presParOf" srcId="{AD475728-02B5-4895-9E5B-819D4F3DC09A}" destId="{7EB941BE-B454-4194-BB1C-E54221C03854}" srcOrd="1" destOrd="0" presId="urn:microsoft.com/office/officeart/2008/layout/Squa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B86F19-087E-4A49-ACB3-265803AA551A}" type="doc">
      <dgm:prSet loTypeId="urn:microsoft.com/office/officeart/2005/8/layout/vList6" loCatId="list" qsTypeId="urn:microsoft.com/office/officeart/2005/8/quickstyle/simple4" qsCatId="simple" csTypeId="urn:microsoft.com/office/officeart/2005/8/colors/colorful4" csCatId="colorful" phldr="1"/>
      <dgm:spPr/>
      <dgm:t>
        <a:bodyPr/>
        <a:lstStyle/>
        <a:p>
          <a:endParaRPr lang="ru-RU"/>
        </a:p>
      </dgm:t>
    </dgm:pt>
    <dgm:pt modelId="{3A3208AF-B2E6-47B6-9C12-4953C3787AB7}">
      <dgm:prSet custT="1"/>
      <dgm:spPr/>
      <dgm:t>
        <a:bodyPr/>
        <a:lstStyle/>
        <a:p>
          <a:r>
            <a:rPr lang="ru-RU" sz="2000" b="1" i="0" dirty="0"/>
            <a:t>1. TIP (</a:t>
          </a:r>
          <a:r>
            <a:rPr lang="ru-RU" sz="2000" b="1" i="0" dirty="0" err="1"/>
            <a:t>Threat</a:t>
          </a:r>
          <a:r>
            <a:rPr lang="ru-RU" sz="2000" b="1" i="0" dirty="0"/>
            <a:t> Intelligence Platform) — Платформы для работы с разведкой угроз</a:t>
          </a:r>
          <a:r>
            <a:rPr lang="en-US" sz="2000" b="1" dirty="0"/>
            <a:t>.</a:t>
          </a:r>
          <a:endParaRPr lang="ru-RU" sz="2000" dirty="0"/>
        </a:p>
      </dgm:t>
    </dgm:pt>
    <dgm:pt modelId="{33F02C2D-081F-4F5F-8F83-3B65EC1C7B43}" type="parTrans" cxnId="{66CD8257-954E-4119-B8FD-F303DC030217}">
      <dgm:prSet/>
      <dgm:spPr/>
      <dgm:t>
        <a:bodyPr/>
        <a:lstStyle/>
        <a:p>
          <a:endParaRPr lang="ru-RU"/>
        </a:p>
      </dgm:t>
    </dgm:pt>
    <dgm:pt modelId="{2EEC2CD2-A0B5-421F-8122-D1DD6F596F4D}" type="sibTrans" cxnId="{66CD8257-954E-4119-B8FD-F303DC030217}">
      <dgm:prSet/>
      <dgm:spPr/>
      <dgm:t>
        <a:bodyPr/>
        <a:lstStyle/>
        <a:p>
          <a:endParaRPr lang="ru-RU"/>
        </a:p>
      </dgm:t>
    </dgm:pt>
    <dgm:pt modelId="{64600229-3E24-4077-8635-2A65E96B86F9}">
      <dgm:prSet custT="1"/>
      <dgm:spPr/>
      <dgm:t>
        <a:bodyPr/>
        <a:lstStyle/>
        <a:p>
          <a:r>
            <a:rPr lang="ru-RU" sz="1400" b="1" i="0" dirty="0"/>
            <a:t>Назначение:</a:t>
          </a:r>
          <a:r>
            <a:rPr lang="ru-RU" sz="1400" b="0" i="0" dirty="0"/>
            <a:t> Агрегация, корреляция, обогащение и управление данными об угрозах из множества источников.</a:t>
          </a:r>
          <a:endParaRPr lang="ru-RU" sz="1400" dirty="0"/>
        </a:p>
      </dgm:t>
    </dgm:pt>
    <dgm:pt modelId="{F50C87EC-3169-4A41-897F-A9241C12BE48}" type="parTrans" cxnId="{88C0DEC1-DEDD-4369-9B2C-6CFA1477874B}">
      <dgm:prSet/>
      <dgm:spPr/>
      <dgm:t>
        <a:bodyPr/>
        <a:lstStyle/>
        <a:p>
          <a:endParaRPr lang="ru-RU"/>
        </a:p>
      </dgm:t>
    </dgm:pt>
    <dgm:pt modelId="{667CA5B0-D333-48F4-A478-4F7D86B56C5E}" type="sibTrans" cxnId="{88C0DEC1-DEDD-4369-9B2C-6CFA1477874B}">
      <dgm:prSet/>
      <dgm:spPr/>
      <dgm:t>
        <a:bodyPr/>
        <a:lstStyle/>
        <a:p>
          <a:endParaRPr lang="ru-RU"/>
        </a:p>
      </dgm:t>
    </dgm:pt>
    <dgm:pt modelId="{4B9D4279-992A-4C83-879C-D21A1DCB9B52}">
      <dgm:prSet custT="1"/>
      <dgm:spPr/>
      <dgm:t>
        <a:bodyPr/>
        <a:lstStyle/>
        <a:p>
          <a:r>
            <a:rPr lang="ru-RU" sz="1400" b="1" i="0" dirty="0"/>
            <a:t>Что делают:</a:t>
          </a:r>
          <a:r>
            <a:rPr lang="ru-RU" sz="1400" b="0" i="0" dirty="0"/>
            <a:t> Собирают </a:t>
          </a:r>
          <a:r>
            <a:rPr lang="ru-RU" sz="1400" b="0" i="0" dirty="0" err="1"/>
            <a:t>IOCs</a:t>
          </a:r>
          <a:r>
            <a:rPr lang="ru-RU" sz="1400" b="0" i="0" dirty="0"/>
            <a:t> из различных каналов, обогащают их контекстом (например, к какой хакерской группе относится, какие </a:t>
          </a:r>
          <a:r>
            <a:rPr lang="ru-RU" sz="1400" b="0" i="0" dirty="0" err="1"/>
            <a:t>TTPs</a:t>
          </a:r>
          <a:r>
            <a:rPr lang="ru-RU" sz="1400" b="0" i="0" dirty="0"/>
            <a:t> использует), позволяют аналитикам работать с данными и автоматически передавать их в другие системы (SIEM, файрволы).</a:t>
          </a:r>
          <a:endParaRPr lang="ru-RU" sz="1400" dirty="0"/>
        </a:p>
      </dgm:t>
    </dgm:pt>
    <dgm:pt modelId="{77DF7D51-28A7-4761-877A-9784CF2F21F3}" type="parTrans" cxnId="{29C301D7-8647-45E9-AEC7-EC8601573AD2}">
      <dgm:prSet/>
      <dgm:spPr/>
      <dgm:t>
        <a:bodyPr/>
        <a:lstStyle/>
        <a:p>
          <a:endParaRPr lang="ru-RU"/>
        </a:p>
      </dgm:t>
    </dgm:pt>
    <dgm:pt modelId="{F09EDE26-17EA-45A4-B217-DCF2673FC0F4}" type="sibTrans" cxnId="{29C301D7-8647-45E9-AEC7-EC8601573AD2}">
      <dgm:prSet/>
      <dgm:spPr/>
      <dgm:t>
        <a:bodyPr/>
        <a:lstStyle/>
        <a:p>
          <a:endParaRPr lang="ru-RU"/>
        </a:p>
      </dgm:t>
    </dgm:pt>
    <dgm:pt modelId="{30379210-9CBE-4117-8453-A68AC2E18F3D}">
      <dgm:prSet custT="1"/>
      <dgm:spPr/>
      <dgm:t>
        <a:bodyPr/>
        <a:lstStyle/>
        <a:p>
          <a:r>
            <a:rPr lang="ru-RU" sz="2000" b="1" i="0" dirty="0"/>
            <a:t>2. Системы для анализа и обогащения данных:</a:t>
          </a:r>
          <a:endParaRPr lang="ru-RU" sz="2000" dirty="0"/>
        </a:p>
      </dgm:t>
    </dgm:pt>
    <dgm:pt modelId="{0572E127-219D-458F-9D5B-EC525828AD0D}" type="parTrans" cxnId="{1824DDC3-9C3D-49C3-B507-3703E7AC1300}">
      <dgm:prSet/>
      <dgm:spPr/>
      <dgm:t>
        <a:bodyPr/>
        <a:lstStyle/>
        <a:p>
          <a:endParaRPr lang="ru-RU"/>
        </a:p>
      </dgm:t>
    </dgm:pt>
    <dgm:pt modelId="{E4A62D46-708B-4417-941E-7784F2E2E92C}" type="sibTrans" cxnId="{1824DDC3-9C3D-49C3-B507-3703E7AC1300}">
      <dgm:prSet/>
      <dgm:spPr/>
      <dgm:t>
        <a:bodyPr/>
        <a:lstStyle/>
        <a:p>
          <a:endParaRPr lang="ru-RU"/>
        </a:p>
      </dgm:t>
    </dgm:pt>
    <dgm:pt modelId="{AF4E273E-D7A6-4449-AC0C-5C8E8193FCDE}">
      <dgm:prSet custT="1"/>
      <dgm:spPr/>
      <dgm:t>
        <a:bodyPr/>
        <a:lstStyle/>
        <a:p>
          <a:r>
            <a:rPr lang="ru-RU" sz="1400" b="1" i="0" dirty="0"/>
            <a:t>Назначение:</a:t>
          </a:r>
          <a:r>
            <a:rPr lang="ru-RU" sz="1400" b="0" i="0" dirty="0"/>
            <a:t> Глубокий анализ образцов вредоносного ПО, файлов, URL.</a:t>
          </a:r>
          <a:endParaRPr lang="ru-RU" sz="1400" dirty="0"/>
        </a:p>
      </dgm:t>
    </dgm:pt>
    <dgm:pt modelId="{9C16A429-B1B5-439A-865B-2D298D5AAAA4}" type="parTrans" cxnId="{44F87102-664B-4027-9E16-DAA4B92C906E}">
      <dgm:prSet/>
      <dgm:spPr/>
      <dgm:t>
        <a:bodyPr/>
        <a:lstStyle/>
        <a:p>
          <a:endParaRPr lang="ru-RU"/>
        </a:p>
      </dgm:t>
    </dgm:pt>
    <dgm:pt modelId="{3A07F814-8520-4AD4-956F-DD2353155215}" type="sibTrans" cxnId="{44F87102-664B-4027-9E16-DAA4B92C906E}">
      <dgm:prSet/>
      <dgm:spPr/>
      <dgm:t>
        <a:bodyPr/>
        <a:lstStyle/>
        <a:p>
          <a:endParaRPr lang="ru-RU"/>
        </a:p>
      </dgm:t>
    </dgm:pt>
    <dgm:pt modelId="{0F65161D-AEB5-4E3D-90D7-F531DB37FA78}">
      <dgm:prSet custT="1"/>
      <dgm:spPr/>
      <dgm:t>
        <a:bodyPr/>
        <a:lstStyle/>
        <a:p>
          <a:r>
            <a:rPr lang="ru-RU" sz="1400" b="1" i="0" dirty="0"/>
            <a:t>Что делают:</a:t>
          </a:r>
          <a:r>
            <a:rPr lang="ru-RU" sz="1400" b="0" i="0" dirty="0"/>
            <a:t> Позволяют загрузить подозрительный файл и получить детальный отчет о его поведении: что он делает в системе, с какими серверами связывается, какие файлы изменяет.</a:t>
          </a:r>
          <a:endParaRPr lang="ru-RU" sz="1400" dirty="0"/>
        </a:p>
      </dgm:t>
    </dgm:pt>
    <dgm:pt modelId="{63064F16-ED47-4308-905F-9A01A8C01F87}" type="parTrans" cxnId="{48718CF2-B5C7-4CDD-9EA2-AC037C632EA3}">
      <dgm:prSet/>
      <dgm:spPr/>
      <dgm:t>
        <a:bodyPr/>
        <a:lstStyle/>
        <a:p>
          <a:endParaRPr lang="ru-RU"/>
        </a:p>
      </dgm:t>
    </dgm:pt>
    <dgm:pt modelId="{B5BC5874-8B53-4C6B-917B-CFA19D86A57D}" type="sibTrans" cxnId="{48718CF2-B5C7-4CDD-9EA2-AC037C632EA3}">
      <dgm:prSet/>
      <dgm:spPr/>
      <dgm:t>
        <a:bodyPr/>
        <a:lstStyle/>
        <a:p>
          <a:endParaRPr lang="ru-RU"/>
        </a:p>
      </dgm:t>
    </dgm:pt>
    <dgm:pt modelId="{F1F51BC7-D285-44CC-A81D-A01F5298692B}">
      <dgm:prSet custT="1"/>
      <dgm:spPr/>
      <dgm:t>
        <a:bodyPr/>
        <a:lstStyle/>
        <a:p>
          <a:r>
            <a:rPr lang="ru-RU" sz="2000" b="1" i="0" dirty="0"/>
            <a:t>3. Источники данных (также могут быть платформами):</a:t>
          </a:r>
          <a:endParaRPr lang="ru-RU" sz="2000" dirty="0"/>
        </a:p>
      </dgm:t>
    </dgm:pt>
    <dgm:pt modelId="{D9221130-EAA1-4EEE-A6BB-C22241889E17}" type="parTrans" cxnId="{F8D1FE63-DA1A-4030-9B68-FBA8F317DC31}">
      <dgm:prSet/>
      <dgm:spPr/>
      <dgm:t>
        <a:bodyPr/>
        <a:lstStyle/>
        <a:p>
          <a:endParaRPr lang="ru-RU"/>
        </a:p>
      </dgm:t>
    </dgm:pt>
    <dgm:pt modelId="{BF0CBF53-CC82-4577-900A-0317399EBE5F}" type="sibTrans" cxnId="{F8D1FE63-DA1A-4030-9B68-FBA8F317DC31}">
      <dgm:prSet/>
      <dgm:spPr/>
      <dgm:t>
        <a:bodyPr/>
        <a:lstStyle/>
        <a:p>
          <a:endParaRPr lang="ru-RU"/>
        </a:p>
      </dgm:t>
    </dgm:pt>
    <dgm:pt modelId="{34A70851-07C9-4D2D-98A3-C3F5C31D0AC0}">
      <dgm:prSet custT="1"/>
      <dgm:spPr/>
      <dgm:t>
        <a:bodyPr/>
        <a:lstStyle/>
        <a:p>
          <a:r>
            <a:rPr lang="ru-RU" sz="1200" b="1" i="0" dirty="0"/>
            <a:t>Коммерческие:</a:t>
          </a:r>
          <a:r>
            <a:rPr lang="ru-RU" sz="1200" b="0" i="0" dirty="0"/>
            <a:t> Поставщики платной разведки (</a:t>
          </a:r>
          <a:r>
            <a:rPr lang="ru-RU" sz="1200" b="0" i="0" dirty="0" err="1"/>
            <a:t>CrowdStrike</a:t>
          </a:r>
          <a:r>
            <a:rPr lang="ru-RU" sz="1200" b="0" i="0" dirty="0"/>
            <a:t>, </a:t>
          </a:r>
          <a:r>
            <a:rPr lang="ru-RU" sz="1200" b="0" i="0" dirty="0" err="1"/>
            <a:t>FireEye</a:t>
          </a:r>
          <a:r>
            <a:rPr lang="ru-RU" sz="1200" b="0" i="0" dirty="0"/>
            <a:t>, Kaspersky), которые предоставляют доступ к своим базам данных и отчетам через порталы или API.</a:t>
          </a:r>
          <a:endParaRPr lang="ru-RU" sz="1200" dirty="0"/>
        </a:p>
      </dgm:t>
    </dgm:pt>
    <dgm:pt modelId="{F42B9D20-F44E-45DB-93CD-65CDFE138F08}" type="parTrans" cxnId="{D5B9BCDF-4ED3-4B2A-81E7-EA0F210A2515}">
      <dgm:prSet/>
      <dgm:spPr/>
      <dgm:t>
        <a:bodyPr/>
        <a:lstStyle/>
        <a:p>
          <a:endParaRPr lang="ru-RU"/>
        </a:p>
      </dgm:t>
    </dgm:pt>
    <dgm:pt modelId="{694B8E34-E221-42B7-91E4-18FEB4430248}" type="sibTrans" cxnId="{D5B9BCDF-4ED3-4B2A-81E7-EA0F210A2515}">
      <dgm:prSet/>
      <dgm:spPr/>
      <dgm:t>
        <a:bodyPr/>
        <a:lstStyle/>
        <a:p>
          <a:endParaRPr lang="ru-RU"/>
        </a:p>
      </dgm:t>
    </dgm:pt>
    <dgm:pt modelId="{0FAD07F8-3C41-483F-B9EF-B6483E1982C8}">
      <dgm:prSet custT="1"/>
      <dgm:spPr/>
      <dgm:t>
        <a:bodyPr/>
        <a:lstStyle/>
        <a:p>
          <a:r>
            <a:rPr lang="ru-RU" sz="1200" b="1" i="0" dirty="0"/>
            <a:t>Правительственные и отраслевые:</a:t>
          </a:r>
          <a:r>
            <a:rPr lang="ru-RU" sz="1200" b="0" i="0" dirty="0"/>
            <a:t> </a:t>
          </a:r>
          <a:r>
            <a:rPr lang="ru-RU" sz="1200" b="0" i="0" dirty="0" err="1"/>
            <a:t>CERTs</a:t>
          </a:r>
          <a:r>
            <a:rPr lang="ru-RU" sz="1200" b="0" i="0" dirty="0"/>
            <a:t>, </a:t>
          </a:r>
          <a:r>
            <a:rPr lang="ru-RU" sz="1200" b="0" i="0" dirty="0" err="1"/>
            <a:t>ISACs</a:t>
          </a:r>
          <a:r>
            <a:rPr lang="ru-RU" sz="1200" b="0" i="0" dirty="0"/>
            <a:t> (Information </a:t>
          </a:r>
          <a:r>
            <a:rPr lang="ru-RU" sz="1200" b="0" i="0" dirty="0" err="1"/>
            <a:t>Sharing</a:t>
          </a:r>
          <a:r>
            <a:rPr lang="ru-RU" sz="1200" b="0" i="0" dirty="0"/>
            <a:t> </a:t>
          </a:r>
          <a:r>
            <a:rPr lang="ru-RU" sz="1200" b="0" i="0" dirty="0" err="1"/>
            <a:t>and</a:t>
          </a:r>
          <a:r>
            <a:rPr lang="ru-RU" sz="1200" b="0" i="0" dirty="0"/>
            <a:t> Analysis Center — центры обмена информацией внутри отраслей, например, FS-ISAC для финансового сектора).</a:t>
          </a:r>
          <a:endParaRPr lang="ru-RU" sz="1200" dirty="0"/>
        </a:p>
      </dgm:t>
    </dgm:pt>
    <dgm:pt modelId="{A344ACF9-9884-4FC9-B3B5-28DF54FA6F35}" type="parTrans" cxnId="{ACC66F31-CF9D-4822-98B0-6FC04E7AE4CB}">
      <dgm:prSet/>
      <dgm:spPr/>
      <dgm:t>
        <a:bodyPr/>
        <a:lstStyle/>
        <a:p>
          <a:endParaRPr lang="ru-RU"/>
        </a:p>
      </dgm:t>
    </dgm:pt>
    <dgm:pt modelId="{C71C5138-9B47-4781-96D8-EB6767AC996F}" type="sibTrans" cxnId="{ACC66F31-CF9D-4822-98B0-6FC04E7AE4CB}">
      <dgm:prSet/>
      <dgm:spPr/>
      <dgm:t>
        <a:bodyPr/>
        <a:lstStyle/>
        <a:p>
          <a:endParaRPr lang="ru-RU"/>
        </a:p>
      </dgm:t>
    </dgm:pt>
    <dgm:pt modelId="{DA503B00-033D-4DAA-B02D-841165E8B6E8}">
      <dgm:prSet custT="1"/>
      <dgm:spPr/>
      <dgm:t>
        <a:bodyPr/>
        <a:lstStyle/>
        <a:p>
          <a:r>
            <a:rPr lang="ru-RU" sz="1200" b="1" i="0" dirty="0"/>
            <a:t>Открытые (Open Source):</a:t>
          </a:r>
          <a:r>
            <a:rPr lang="ru-RU" sz="1200" b="0" i="0" dirty="0"/>
            <a:t> Блоги по безопасности, </a:t>
          </a:r>
          <a:r>
            <a:rPr lang="ru-RU" sz="1200" b="0" i="0" dirty="0" err="1"/>
            <a:t>GitHub</a:t>
          </a:r>
          <a:r>
            <a:rPr lang="ru-RU" sz="1200" b="0" i="0" dirty="0"/>
            <a:t>, Twitter исследователей, открытые базы данных (CVE, MITRE ATT&amp;CK).</a:t>
          </a:r>
          <a:endParaRPr lang="ru-RU" sz="1200" dirty="0"/>
        </a:p>
      </dgm:t>
    </dgm:pt>
    <dgm:pt modelId="{9299EDDC-871E-44AC-BD2F-935C9FBD7E9B}" type="parTrans" cxnId="{C3E708B0-EC68-4BE3-81C8-A4D4E6C9BEC6}">
      <dgm:prSet/>
      <dgm:spPr/>
      <dgm:t>
        <a:bodyPr/>
        <a:lstStyle/>
        <a:p>
          <a:endParaRPr lang="ru-RU"/>
        </a:p>
      </dgm:t>
    </dgm:pt>
    <dgm:pt modelId="{B839A390-4F73-4314-BC08-866984743518}" type="sibTrans" cxnId="{C3E708B0-EC68-4BE3-81C8-A4D4E6C9BEC6}">
      <dgm:prSet/>
      <dgm:spPr/>
      <dgm:t>
        <a:bodyPr/>
        <a:lstStyle/>
        <a:p>
          <a:endParaRPr lang="ru-RU"/>
        </a:p>
      </dgm:t>
    </dgm:pt>
    <dgm:pt modelId="{D5E079AE-A06F-4A99-987E-E5EEED207C35}" type="pres">
      <dgm:prSet presAssocID="{76B86F19-087E-4A49-ACB3-265803AA551A}" presName="Name0" presStyleCnt="0">
        <dgm:presLayoutVars>
          <dgm:dir/>
          <dgm:animLvl val="lvl"/>
          <dgm:resizeHandles/>
        </dgm:presLayoutVars>
      </dgm:prSet>
      <dgm:spPr/>
    </dgm:pt>
    <dgm:pt modelId="{8A03B6D8-2957-4268-8E36-98C5BFA0BFD6}" type="pres">
      <dgm:prSet presAssocID="{3A3208AF-B2E6-47B6-9C12-4953C3787AB7}" presName="linNode" presStyleCnt="0"/>
      <dgm:spPr/>
    </dgm:pt>
    <dgm:pt modelId="{8FD6F415-0550-49BB-AA3B-15BC6657EB1F}" type="pres">
      <dgm:prSet presAssocID="{3A3208AF-B2E6-47B6-9C12-4953C3787AB7}" presName="parentShp" presStyleLbl="node1" presStyleIdx="0" presStyleCnt="3" custScaleX="65704">
        <dgm:presLayoutVars>
          <dgm:bulletEnabled val="1"/>
        </dgm:presLayoutVars>
      </dgm:prSet>
      <dgm:spPr/>
    </dgm:pt>
    <dgm:pt modelId="{514F8707-BA94-4FE6-B9CF-118B9CEA18BD}" type="pres">
      <dgm:prSet presAssocID="{3A3208AF-B2E6-47B6-9C12-4953C3787AB7}" presName="childShp" presStyleLbl="bgAccFollowNode1" presStyleIdx="0" presStyleCnt="3" custScaleY="109622">
        <dgm:presLayoutVars>
          <dgm:bulletEnabled val="1"/>
        </dgm:presLayoutVars>
      </dgm:prSet>
      <dgm:spPr/>
    </dgm:pt>
    <dgm:pt modelId="{3BC1344B-F1A2-4C95-AFD8-6D37F5B76999}" type="pres">
      <dgm:prSet presAssocID="{2EEC2CD2-A0B5-421F-8122-D1DD6F596F4D}" presName="spacing" presStyleCnt="0"/>
      <dgm:spPr/>
    </dgm:pt>
    <dgm:pt modelId="{7F0E48CA-CC87-4D21-A629-67A6A345149A}" type="pres">
      <dgm:prSet presAssocID="{30379210-9CBE-4117-8453-A68AC2E18F3D}" presName="linNode" presStyleCnt="0"/>
      <dgm:spPr/>
    </dgm:pt>
    <dgm:pt modelId="{D651C1E7-9FD1-43C3-8567-14FA94EF8535}" type="pres">
      <dgm:prSet presAssocID="{30379210-9CBE-4117-8453-A68AC2E18F3D}" presName="parentShp" presStyleLbl="node1" presStyleIdx="1" presStyleCnt="3" custScaleX="69017">
        <dgm:presLayoutVars>
          <dgm:bulletEnabled val="1"/>
        </dgm:presLayoutVars>
      </dgm:prSet>
      <dgm:spPr/>
    </dgm:pt>
    <dgm:pt modelId="{452C6349-A842-4E58-9F76-47EF813D47E5}" type="pres">
      <dgm:prSet presAssocID="{30379210-9CBE-4117-8453-A68AC2E18F3D}" presName="childShp" presStyleLbl="bgAccFollowNode1" presStyleIdx="1" presStyleCnt="3" custScaleY="115333">
        <dgm:presLayoutVars>
          <dgm:bulletEnabled val="1"/>
        </dgm:presLayoutVars>
      </dgm:prSet>
      <dgm:spPr/>
    </dgm:pt>
    <dgm:pt modelId="{0EE4A237-E69C-44EC-8BB4-680C3AB43FDF}" type="pres">
      <dgm:prSet presAssocID="{E4A62D46-708B-4417-941E-7784F2E2E92C}" presName="spacing" presStyleCnt="0"/>
      <dgm:spPr/>
    </dgm:pt>
    <dgm:pt modelId="{9402F618-7BD5-4F59-8576-BE6730C53983}" type="pres">
      <dgm:prSet presAssocID="{F1F51BC7-D285-44CC-A81D-A01F5298692B}" presName="linNode" presStyleCnt="0"/>
      <dgm:spPr/>
    </dgm:pt>
    <dgm:pt modelId="{B30B6E52-4216-4895-8094-8E87AB59F0B8}" type="pres">
      <dgm:prSet presAssocID="{F1F51BC7-D285-44CC-A81D-A01F5298692B}" presName="parentShp" presStyleLbl="node1" presStyleIdx="2" presStyleCnt="3" custScaleX="66808">
        <dgm:presLayoutVars>
          <dgm:bulletEnabled val="1"/>
        </dgm:presLayoutVars>
      </dgm:prSet>
      <dgm:spPr/>
    </dgm:pt>
    <dgm:pt modelId="{1185E572-E2C5-4119-B920-000CD669BD0A}" type="pres">
      <dgm:prSet presAssocID="{F1F51BC7-D285-44CC-A81D-A01F5298692B}" presName="childShp" presStyleLbl="bgAccFollowNode1" presStyleIdx="2" presStyleCnt="3" custScaleY="122455">
        <dgm:presLayoutVars>
          <dgm:bulletEnabled val="1"/>
        </dgm:presLayoutVars>
      </dgm:prSet>
      <dgm:spPr/>
    </dgm:pt>
  </dgm:ptLst>
  <dgm:cxnLst>
    <dgm:cxn modelId="{44F87102-664B-4027-9E16-DAA4B92C906E}" srcId="{30379210-9CBE-4117-8453-A68AC2E18F3D}" destId="{AF4E273E-D7A6-4449-AC0C-5C8E8193FCDE}" srcOrd="0" destOrd="0" parTransId="{9C16A429-B1B5-439A-865B-2D298D5AAAA4}" sibTransId="{3A07F814-8520-4AD4-956F-DD2353155215}"/>
    <dgm:cxn modelId="{BC8D9507-CA2B-4F60-8E7A-CFF250D47AFF}" type="presOf" srcId="{4B9D4279-992A-4C83-879C-D21A1DCB9B52}" destId="{514F8707-BA94-4FE6-B9CF-118B9CEA18BD}" srcOrd="0" destOrd="1" presId="urn:microsoft.com/office/officeart/2005/8/layout/vList6"/>
    <dgm:cxn modelId="{325F6E2D-E0D9-4A0B-BD6E-44094DFBCBBF}" type="presOf" srcId="{DA503B00-033D-4DAA-B02D-841165E8B6E8}" destId="{1185E572-E2C5-4119-B920-000CD669BD0A}" srcOrd="0" destOrd="2" presId="urn:microsoft.com/office/officeart/2005/8/layout/vList6"/>
    <dgm:cxn modelId="{ACC66F31-CF9D-4822-98B0-6FC04E7AE4CB}" srcId="{F1F51BC7-D285-44CC-A81D-A01F5298692B}" destId="{0FAD07F8-3C41-483F-B9EF-B6483E1982C8}" srcOrd="1" destOrd="0" parTransId="{A344ACF9-9884-4FC9-B3B5-28DF54FA6F35}" sibTransId="{C71C5138-9B47-4781-96D8-EB6767AC996F}"/>
    <dgm:cxn modelId="{34E8E23E-4F01-448F-96B2-865DB66809BF}" type="presOf" srcId="{0FAD07F8-3C41-483F-B9EF-B6483E1982C8}" destId="{1185E572-E2C5-4119-B920-000CD669BD0A}" srcOrd="0" destOrd="1" presId="urn:microsoft.com/office/officeart/2005/8/layout/vList6"/>
    <dgm:cxn modelId="{F8D1FE63-DA1A-4030-9B68-FBA8F317DC31}" srcId="{76B86F19-087E-4A49-ACB3-265803AA551A}" destId="{F1F51BC7-D285-44CC-A81D-A01F5298692B}" srcOrd="2" destOrd="0" parTransId="{D9221130-EAA1-4EEE-A6BB-C22241889E17}" sibTransId="{BF0CBF53-CC82-4577-900A-0317399EBE5F}"/>
    <dgm:cxn modelId="{2ACD9047-3ADC-46D4-811F-AD53E7E6E009}" type="presOf" srcId="{3A3208AF-B2E6-47B6-9C12-4953C3787AB7}" destId="{8FD6F415-0550-49BB-AA3B-15BC6657EB1F}" srcOrd="0" destOrd="0" presId="urn:microsoft.com/office/officeart/2005/8/layout/vList6"/>
    <dgm:cxn modelId="{D132086A-F601-43FC-B60F-3A97069817BB}" type="presOf" srcId="{0F65161D-AEB5-4E3D-90D7-F531DB37FA78}" destId="{452C6349-A842-4E58-9F76-47EF813D47E5}" srcOrd="0" destOrd="1" presId="urn:microsoft.com/office/officeart/2005/8/layout/vList6"/>
    <dgm:cxn modelId="{6D5E7375-660F-4816-A701-74BB2C018E3E}" type="presOf" srcId="{30379210-9CBE-4117-8453-A68AC2E18F3D}" destId="{D651C1E7-9FD1-43C3-8567-14FA94EF8535}" srcOrd="0" destOrd="0" presId="urn:microsoft.com/office/officeart/2005/8/layout/vList6"/>
    <dgm:cxn modelId="{F5198955-E407-4165-AE0E-8EF1C7C9B65D}" type="presOf" srcId="{AF4E273E-D7A6-4449-AC0C-5C8E8193FCDE}" destId="{452C6349-A842-4E58-9F76-47EF813D47E5}" srcOrd="0" destOrd="0" presId="urn:microsoft.com/office/officeart/2005/8/layout/vList6"/>
    <dgm:cxn modelId="{66CD8257-954E-4119-B8FD-F303DC030217}" srcId="{76B86F19-087E-4A49-ACB3-265803AA551A}" destId="{3A3208AF-B2E6-47B6-9C12-4953C3787AB7}" srcOrd="0" destOrd="0" parTransId="{33F02C2D-081F-4F5F-8F83-3B65EC1C7B43}" sibTransId="{2EEC2CD2-A0B5-421F-8122-D1DD6F596F4D}"/>
    <dgm:cxn modelId="{5B2F1E8C-146A-4E47-A5F4-8320C46C6C17}" type="presOf" srcId="{64600229-3E24-4077-8635-2A65E96B86F9}" destId="{514F8707-BA94-4FE6-B9CF-118B9CEA18BD}" srcOrd="0" destOrd="0" presId="urn:microsoft.com/office/officeart/2005/8/layout/vList6"/>
    <dgm:cxn modelId="{9664AE9A-6CC7-4A7E-B410-6FD3D03BB5CD}" type="presOf" srcId="{34A70851-07C9-4D2D-98A3-C3F5C31D0AC0}" destId="{1185E572-E2C5-4119-B920-000CD669BD0A}" srcOrd="0" destOrd="0" presId="urn:microsoft.com/office/officeart/2005/8/layout/vList6"/>
    <dgm:cxn modelId="{C3E708B0-EC68-4BE3-81C8-A4D4E6C9BEC6}" srcId="{F1F51BC7-D285-44CC-A81D-A01F5298692B}" destId="{DA503B00-033D-4DAA-B02D-841165E8B6E8}" srcOrd="2" destOrd="0" parTransId="{9299EDDC-871E-44AC-BD2F-935C9FBD7E9B}" sibTransId="{B839A390-4F73-4314-BC08-866984743518}"/>
    <dgm:cxn modelId="{88C0DEC1-DEDD-4369-9B2C-6CFA1477874B}" srcId="{3A3208AF-B2E6-47B6-9C12-4953C3787AB7}" destId="{64600229-3E24-4077-8635-2A65E96B86F9}" srcOrd="0" destOrd="0" parTransId="{F50C87EC-3169-4A41-897F-A9241C12BE48}" sibTransId="{667CA5B0-D333-48F4-A478-4F7D86B56C5E}"/>
    <dgm:cxn modelId="{1824DDC3-9C3D-49C3-B507-3703E7AC1300}" srcId="{76B86F19-087E-4A49-ACB3-265803AA551A}" destId="{30379210-9CBE-4117-8453-A68AC2E18F3D}" srcOrd="1" destOrd="0" parTransId="{0572E127-219D-458F-9D5B-EC525828AD0D}" sibTransId="{E4A62D46-708B-4417-941E-7784F2E2E92C}"/>
    <dgm:cxn modelId="{0B4D7FC4-86B3-4244-8AA5-1F88C9DD148D}" type="presOf" srcId="{76B86F19-087E-4A49-ACB3-265803AA551A}" destId="{D5E079AE-A06F-4A99-987E-E5EEED207C35}" srcOrd="0" destOrd="0" presId="urn:microsoft.com/office/officeart/2005/8/layout/vList6"/>
    <dgm:cxn modelId="{D51A8CCA-E813-459E-A3C8-B1E6F8D84EBD}" type="presOf" srcId="{F1F51BC7-D285-44CC-A81D-A01F5298692B}" destId="{B30B6E52-4216-4895-8094-8E87AB59F0B8}" srcOrd="0" destOrd="0" presId="urn:microsoft.com/office/officeart/2005/8/layout/vList6"/>
    <dgm:cxn modelId="{29C301D7-8647-45E9-AEC7-EC8601573AD2}" srcId="{3A3208AF-B2E6-47B6-9C12-4953C3787AB7}" destId="{4B9D4279-992A-4C83-879C-D21A1DCB9B52}" srcOrd="1" destOrd="0" parTransId="{77DF7D51-28A7-4761-877A-9784CF2F21F3}" sibTransId="{F09EDE26-17EA-45A4-B217-DCF2673FC0F4}"/>
    <dgm:cxn modelId="{D5B9BCDF-4ED3-4B2A-81E7-EA0F210A2515}" srcId="{F1F51BC7-D285-44CC-A81D-A01F5298692B}" destId="{34A70851-07C9-4D2D-98A3-C3F5C31D0AC0}" srcOrd="0" destOrd="0" parTransId="{F42B9D20-F44E-45DB-93CD-65CDFE138F08}" sibTransId="{694B8E34-E221-42B7-91E4-18FEB4430248}"/>
    <dgm:cxn modelId="{48718CF2-B5C7-4CDD-9EA2-AC037C632EA3}" srcId="{30379210-9CBE-4117-8453-A68AC2E18F3D}" destId="{0F65161D-AEB5-4E3D-90D7-F531DB37FA78}" srcOrd="1" destOrd="0" parTransId="{63064F16-ED47-4308-905F-9A01A8C01F87}" sibTransId="{B5BC5874-8B53-4C6B-917B-CFA19D86A57D}"/>
    <dgm:cxn modelId="{9508E635-BD00-40A3-B232-C8268188D32E}" type="presParOf" srcId="{D5E079AE-A06F-4A99-987E-E5EEED207C35}" destId="{8A03B6D8-2957-4268-8E36-98C5BFA0BFD6}" srcOrd="0" destOrd="0" presId="urn:microsoft.com/office/officeart/2005/8/layout/vList6"/>
    <dgm:cxn modelId="{FC3E2851-8152-4667-A7BE-22D83F7895E7}" type="presParOf" srcId="{8A03B6D8-2957-4268-8E36-98C5BFA0BFD6}" destId="{8FD6F415-0550-49BB-AA3B-15BC6657EB1F}" srcOrd="0" destOrd="0" presId="urn:microsoft.com/office/officeart/2005/8/layout/vList6"/>
    <dgm:cxn modelId="{974F230D-4C06-4B15-931E-E3685DFEAEA0}" type="presParOf" srcId="{8A03B6D8-2957-4268-8E36-98C5BFA0BFD6}" destId="{514F8707-BA94-4FE6-B9CF-118B9CEA18BD}" srcOrd="1" destOrd="0" presId="urn:microsoft.com/office/officeart/2005/8/layout/vList6"/>
    <dgm:cxn modelId="{ADA34FBD-6E3C-42E2-A09F-6BD131CF6FDE}" type="presParOf" srcId="{D5E079AE-A06F-4A99-987E-E5EEED207C35}" destId="{3BC1344B-F1A2-4C95-AFD8-6D37F5B76999}" srcOrd="1" destOrd="0" presId="urn:microsoft.com/office/officeart/2005/8/layout/vList6"/>
    <dgm:cxn modelId="{E7D0C762-BD16-4925-BB49-CE9A498BC9BE}" type="presParOf" srcId="{D5E079AE-A06F-4A99-987E-E5EEED207C35}" destId="{7F0E48CA-CC87-4D21-A629-67A6A345149A}" srcOrd="2" destOrd="0" presId="urn:microsoft.com/office/officeart/2005/8/layout/vList6"/>
    <dgm:cxn modelId="{DBDFF3DB-32D5-47A5-ADD4-BA8B3DD5081F}" type="presParOf" srcId="{7F0E48CA-CC87-4D21-A629-67A6A345149A}" destId="{D651C1E7-9FD1-43C3-8567-14FA94EF8535}" srcOrd="0" destOrd="0" presId="urn:microsoft.com/office/officeart/2005/8/layout/vList6"/>
    <dgm:cxn modelId="{6C8F389F-E0D5-4642-BA2D-50199F9002FB}" type="presParOf" srcId="{7F0E48CA-CC87-4D21-A629-67A6A345149A}" destId="{452C6349-A842-4E58-9F76-47EF813D47E5}" srcOrd="1" destOrd="0" presId="urn:microsoft.com/office/officeart/2005/8/layout/vList6"/>
    <dgm:cxn modelId="{9AF57FDA-617A-4933-955A-242DB62DFABB}" type="presParOf" srcId="{D5E079AE-A06F-4A99-987E-E5EEED207C35}" destId="{0EE4A237-E69C-44EC-8BB4-680C3AB43FDF}" srcOrd="3" destOrd="0" presId="urn:microsoft.com/office/officeart/2005/8/layout/vList6"/>
    <dgm:cxn modelId="{69C084DC-435B-4334-A2FD-54A8AE4C839D}" type="presParOf" srcId="{D5E079AE-A06F-4A99-987E-E5EEED207C35}" destId="{9402F618-7BD5-4F59-8576-BE6730C53983}" srcOrd="4" destOrd="0" presId="urn:microsoft.com/office/officeart/2005/8/layout/vList6"/>
    <dgm:cxn modelId="{B08BCC54-4188-4064-AECB-49C73D83E7E7}" type="presParOf" srcId="{9402F618-7BD5-4F59-8576-BE6730C53983}" destId="{B30B6E52-4216-4895-8094-8E87AB59F0B8}" srcOrd="0" destOrd="0" presId="urn:microsoft.com/office/officeart/2005/8/layout/vList6"/>
    <dgm:cxn modelId="{0A2B61F3-FEDE-446D-A08B-6D872C9059A0}" type="presParOf" srcId="{9402F618-7BD5-4F59-8576-BE6730C53983}" destId="{1185E572-E2C5-4119-B920-000CD669BD0A}"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7D2222-8A5E-4DD5-A9F7-F8535834F472}" type="doc">
      <dgm:prSet loTypeId="urn:microsoft.com/office/officeart/2005/8/layout/pyramid3" loCatId="pyramid" qsTypeId="urn:microsoft.com/office/officeart/2005/8/quickstyle/simple5" qsCatId="simple" csTypeId="urn:microsoft.com/office/officeart/2005/8/colors/colorful4" csCatId="colorful" phldr="1"/>
      <dgm:spPr/>
      <dgm:t>
        <a:bodyPr/>
        <a:lstStyle/>
        <a:p>
          <a:endParaRPr lang="ru-RU"/>
        </a:p>
      </dgm:t>
    </dgm:pt>
    <dgm:pt modelId="{BB4A0728-A537-40DA-976B-4EDDB2F2F4C1}">
      <dgm:prSet/>
      <dgm:spPr/>
      <dgm:t>
        <a:bodyPr/>
        <a:lstStyle/>
        <a:p>
          <a:r>
            <a:rPr lang="ru-RU" b="1"/>
            <a:t>1. Сетевые индикаторы</a:t>
          </a:r>
          <a:endParaRPr lang="ru-RU"/>
        </a:p>
      </dgm:t>
    </dgm:pt>
    <dgm:pt modelId="{FAD2C467-9DC4-4AFA-B432-85CC62DF48D1}" type="parTrans" cxnId="{830390D3-7556-46A5-A174-AC1981D50BC3}">
      <dgm:prSet/>
      <dgm:spPr/>
      <dgm:t>
        <a:bodyPr/>
        <a:lstStyle/>
        <a:p>
          <a:endParaRPr lang="ru-RU"/>
        </a:p>
      </dgm:t>
    </dgm:pt>
    <dgm:pt modelId="{75A0B13B-D145-47F2-875C-A545F3C691A6}" type="sibTrans" cxnId="{830390D3-7556-46A5-A174-AC1981D50BC3}">
      <dgm:prSet/>
      <dgm:spPr/>
      <dgm:t>
        <a:bodyPr/>
        <a:lstStyle/>
        <a:p>
          <a:endParaRPr lang="ru-RU"/>
        </a:p>
      </dgm:t>
    </dgm:pt>
    <dgm:pt modelId="{D4600DDC-D5B5-46C0-9A44-A16BC613BC57}">
      <dgm:prSet/>
      <dgm:spPr/>
      <dgm:t>
        <a:bodyPr/>
        <a:lstStyle/>
        <a:p>
          <a:r>
            <a:rPr lang="ru-RU" b="1" i="0" dirty="0"/>
            <a:t>IP-адреса</a:t>
          </a:r>
          <a:r>
            <a:rPr lang="ru-RU" b="0" i="0" dirty="0"/>
            <a:t> вредоносных серверов</a:t>
          </a:r>
          <a:endParaRPr lang="ru-RU" dirty="0"/>
        </a:p>
      </dgm:t>
    </dgm:pt>
    <dgm:pt modelId="{B009AD0A-DB10-404A-B934-CAE269C5E3F9}" type="parTrans" cxnId="{2C0280BF-B514-472B-B905-224A1D3F9B3F}">
      <dgm:prSet/>
      <dgm:spPr/>
      <dgm:t>
        <a:bodyPr/>
        <a:lstStyle/>
        <a:p>
          <a:endParaRPr lang="ru-RU"/>
        </a:p>
      </dgm:t>
    </dgm:pt>
    <dgm:pt modelId="{C4A7ADF5-533B-4B43-BC39-F5EAE4024C01}" type="sibTrans" cxnId="{2C0280BF-B514-472B-B905-224A1D3F9B3F}">
      <dgm:prSet/>
      <dgm:spPr/>
      <dgm:t>
        <a:bodyPr/>
        <a:lstStyle/>
        <a:p>
          <a:endParaRPr lang="ru-RU"/>
        </a:p>
      </dgm:t>
    </dgm:pt>
    <dgm:pt modelId="{16314E91-7A81-4D2C-B1DC-FFF2E059F94B}">
      <dgm:prSet/>
      <dgm:spPr/>
      <dgm:t>
        <a:bodyPr/>
        <a:lstStyle/>
        <a:p>
          <a:r>
            <a:rPr lang="ru-RU" b="1" i="0" dirty="0"/>
            <a:t>Доменные имена</a:t>
          </a:r>
          <a:r>
            <a:rPr lang="ru-RU" b="0" i="0" dirty="0"/>
            <a:t> ботнетов, фишинговых сайтов</a:t>
          </a:r>
          <a:endParaRPr lang="ru-RU" dirty="0"/>
        </a:p>
      </dgm:t>
    </dgm:pt>
    <dgm:pt modelId="{B15FA009-C370-47DC-9A31-72BADA242349}" type="parTrans" cxnId="{F98C3A56-D474-4DF5-84C5-72DB768D4274}">
      <dgm:prSet/>
      <dgm:spPr/>
      <dgm:t>
        <a:bodyPr/>
        <a:lstStyle/>
        <a:p>
          <a:endParaRPr lang="ru-RU"/>
        </a:p>
      </dgm:t>
    </dgm:pt>
    <dgm:pt modelId="{777B1487-A3E3-4819-9001-5662E8A24E5D}" type="sibTrans" cxnId="{F98C3A56-D474-4DF5-84C5-72DB768D4274}">
      <dgm:prSet/>
      <dgm:spPr/>
      <dgm:t>
        <a:bodyPr/>
        <a:lstStyle/>
        <a:p>
          <a:endParaRPr lang="ru-RU"/>
        </a:p>
      </dgm:t>
    </dgm:pt>
    <dgm:pt modelId="{71440516-A175-493C-BAEF-5CE8DFAE1089}">
      <dgm:prSet/>
      <dgm:spPr/>
      <dgm:t>
        <a:bodyPr/>
        <a:lstStyle/>
        <a:p>
          <a:r>
            <a:rPr lang="ru-RU" b="1" i="0" dirty="0"/>
            <a:t>URL-адреса</a:t>
          </a:r>
          <a:r>
            <a:rPr lang="ru-RU" b="0" i="0" dirty="0"/>
            <a:t> для доступа к вредоносному контенту</a:t>
          </a:r>
          <a:endParaRPr lang="ru-RU" dirty="0"/>
        </a:p>
      </dgm:t>
    </dgm:pt>
    <dgm:pt modelId="{721922CC-045F-4BFE-A085-634294616AA7}" type="parTrans" cxnId="{40936B67-6C20-431D-8D8D-3CFB796990CF}">
      <dgm:prSet/>
      <dgm:spPr/>
      <dgm:t>
        <a:bodyPr/>
        <a:lstStyle/>
        <a:p>
          <a:endParaRPr lang="ru-RU"/>
        </a:p>
      </dgm:t>
    </dgm:pt>
    <dgm:pt modelId="{EA7470D6-77F8-4C06-A631-6F250CFC8BA1}" type="sibTrans" cxnId="{40936B67-6C20-431D-8D8D-3CFB796990CF}">
      <dgm:prSet/>
      <dgm:spPr/>
      <dgm:t>
        <a:bodyPr/>
        <a:lstStyle/>
        <a:p>
          <a:endParaRPr lang="ru-RU"/>
        </a:p>
      </dgm:t>
    </dgm:pt>
    <dgm:pt modelId="{C57BC70D-2587-4FCE-A59A-9BD2F87290F2}">
      <dgm:prSet/>
      <dgm:spPr/>
      <dgm:t>
        <a:bodyPr/>
        <a:lstStyle/>
        <a:p>
          <a:r>
            <a:rPr lang="ru-RU" b="1" i="0" dirty="0"/>
            <a:t>Хэш-суммы</a:t>
          </a:r>
          <a:r>
            <a:rPr lang="ru-RU" b="0" i="0" dirty="0"/>
            <a:t> (MD5, SHA-1, SHA-256) вредоносных файлов</a:t>
          </a:r>
          <a:endParaRPr lang="ru-RU" dirty="0"/>
        </a:p>
      </dgm:t>
    </dgm:pt>
    <dgm:pt modelId="{760C7B68-5708-4F39-9C53-1F46CBF160C8}" type="parTrans" cxnId="{B48688A8-9E59-4DCF-AD8B-4DA55EAF5D4D}">
      <dgm:prSet/>
      <dgm:spPr/>
      <dgm:t>
        <a:bodyPr/>
        <a:lstStyle/>
        <a:p>
          <a:endParaRPr lang="ru-RU"/>
        </a:p>
      </dgm:t>
    </dgm:pt>
    <dgm:pt modelId="{07ADDA3B-37C5-4DA6-AA1F-BADD5CCD78A3}" type="sibTrans" cxnId="{B48688A8-9E59-4DCF-AD8B-4DA55EAF5D4D}">
      <dgm:prSet/>
      <dgm:spPr/>
      <dgm:t>
        <a:bodyPr/>
        <a:lstStyle/>
        <a:p>
          <a:endParaRPr lang="ru-RU"/>
        </a:p>
      </dgm:t>
    </dgm:pt>
    <dgm:pt modelId="{1CDD6EB4-CE64-4E07-BBB4-609B1325A710}">
      <dgm:prSet/>
      <dgm:spPr/>
      <dgm:t>
        <a:bodyPr/>
        <a:lstStyle/>
        <a:p>
          <a:r>
            <a:rPr lang="ru-RU" b="1"/>
            <a:t>2. Поведенческие индикаторы</a:t>
          </a:r>
          <a:endParaRPr lang="ru-RU"/>
        </a:p>
      </dgm:t>
    </dgm:pt>
    <dgm:pt modelId="{6AAC7A96-2C20-46EE-8F2A-63C423D11C70}" type="parTrans" cxnId="{E48F7362-F790-4521-BD31-2572A75ED390}">
      <dgm:prSet/>
      <dgm:spPr/>
      <dgm:t>
        <a:bodyPr/>
        <a:lstStyle/>
        <a:p>
          <a:endParaRPr lang="ru-RU"/>
        </a:p>
      </dgm:t>
    </dgm:pt>
    <dgm:pt modelId="{725F3A8E-A7AE-4891-AB18-D097AA2F42DD}" type="sibTrans" cxnId="{E48F7362-F790-4521-BD31-2572A75ED390}">
      <dgm:prSet/>
      <dgm:spPr/>
      <dgm:t>
        <a:bodyPr/>
        <a:lstStyle/>
        <a:p>
          <a:endParaRPr lang="ru-RU"/>
        </a:p>
      </dgm:t>
    </dgm:pt>
    <dgm:pt modelId="{7468E1F5-90D4-4B8C-B576-5294BC53CEE4}">
      <dgm:prSet/>
      <dgm:spPr/>
      <dgm:t>
        <a:bodyPr/>
        <a:lstStyle/>
        <a:p>
          <a:r>
            <a:rPr lang="ru-RU" b="1" i="0" dirty="0"/>
            <a:t>Аномальная активность</a:t>
          </a:r>
          <a:r>
            <a:rPr lang="ru-RU" b="0" i="0" dirty="0"/>
            <a:t> в логах системы</a:t>
          </a:r>
          <a:endParaRPr lang="ru-RU" dirty="0"/>
        </a:p>
      </dgm:t>
    </dgm:pt>
    <dgm:pt modelId="{AC0E8A6B-A00D-4796-AC1C-B12072A7CA6B}" type="parTrans" cxnId="{1E21E25B-03AE-4479-9A85-460371D59BE2}">
      <dgm:prSet/>
      <dgm:spPr/>
      <dgm:t>
        <a:bodyPr/>
        <a:lstStyle/>
        <a:p>
          <a:endParaRPr lang="ru-RU"/>
        </a:p>
      </dgm:t>
    </dgm:pt>
    <dgm:pt modelId="{7B15339E-680A-4444-8A3F-A4B940E9DD7A}" type="sibTrans" cxnId="{1E21E25B-03AE-4479-9A85-460371D59BE2}">
      <dgm:prSet/>
      <dgm:spPr/>
      <dgm:t>
        <a:bodyPr/>
        <a:lstStyle/>
        <a:p>
          <a:endParaRPr lang="ru-RU"/>
        </a:p>
      </dgm:t>
    </dgm:pt>
    <dgm:pt modelId="{06BE2C96-1C30-438B-8E54-E6F2B34E8B5D}">
      <dgm:prSet/>
      <dgm:spPr/>
      <dgm:t>
        <a:bodyPr/>
        <a:lstStyle/>
        <a:p>
          <a:r>
            <a:rPr lang="ru-RU" b="1" i="0" dirty="0"/>
            <a:t>Нестандартные порты</a:t>
          </a:r>
          <a:r>
            <a:rPr lang="ru-RU" b="0" i="0" dirty="0"/>
            <a:t> для передачи данных</a:t>
          </a:r>
          <a:endParaRPr lang="ru-RU" dirty="0"/>
        </a:p>
      </dgm:t>
    </dgm:pt>
    <dgm:pt modelId="{C284EB3A-F336-45AB-A101-737BA9E71B33}" type="parTrans" cxnId="{D11CDCF5-DF78-44A3-B88C-3556B6F45D47}">
      <dgm:prSet/>
      <dgm:spPr/>
      <dgm:t>
        <a:bodyPr/>
        <a:lstStyle/>
        <a:p>
          <a:endParaRPr lang="ru-RU"/>
        </a:p>
      </dgm:t>
    </dgm:pt>
    <dgm:pt modelId="{F6BE5B47-D7CD-4F9D-B951-1F25F7C0C351}" type="sibTrans" cxnId="{D11CDCF5-DF78-44A3-B88C-3556B6F45D47}">
      <dgm:prSet/>
      <dgm:spPr/>
      <dgm:t>
        <a:bodyPr/>
        <a:lstStyle/>
        <a:p>
          <a:endParaRPr lang="ru-RU"/>
        </a:p>
      </dgm:t>
    </dgm:pt>
    <dgm:pt modelId="{29C3C976-415D-4A51-8750-A71DB4D77481}">
      <dgm:prSet/>
      <dgm:spPr/>
      <dgm:t>
        <a:bodyPr/>
        <a:lstStyle/>
        <a:p>
          <a:r>
            <a:rPr lang="ru-RU" b="1" i="0" dirty="0"/>
            <a:t>Подозрительные процессы</a:t>
          </a:r>
          <a:r>
            <a:rPr lang="ru-RU" b="0" i="0" dirty="0"/>
            <a:t> в системе</a:t>
          </a:r>
          <a:endParaRPr lang="ru-RU" dirty="0"/>
        </a:p>
      </dgm:t>
    </dgm:pt>
    <dgm:pt modelId="{A4E5922B-0B3A-43B2-BDE6-3EF896C9FA26}" type="parTrans" cxnId="{55E64EA5-5CE7-4E90-A42D-CDDB82BD9E1F}">
      <dgm:prSet/>
      <dgm:spPr/>
      <dgm:t>
        <a:bodyPr/>
        <a:lstStyle/>
        <a:p>
          <a:endParaRPr lang="ru-RU"/>
        </a:p>
      </dgm:t>
    </dgm:pt>
    <dgm:pt modelId="{7C5B5FB0-8617-4114-8A52-94B9B93C468B}" type="sibTrans" cxnId="{55E64EA5-5CE7-4E90-A42D-CDDB82BD9E1F}">
      <dgm:prSet/>
      <dgm:spPr/>
      <dgm:t>
        <a:bodyPr/>
        <a:lstStyle/>
        <a:p>
          <a:endParaRPr lang="ru-RU"/>
        </a:p>
      </dgm:t>
    </dgm:pt>
    <dgm:pt modelId="{533DA166-683B-4665-8C8E-0A503CCE267E}">
      <dgm:prSet/>
      <dgm:spPr/>
      <dgm:t>
        <a:bodyPr/>
        <a:lstStyle/>
        <a:p>
          <a:r>
            <a:rPr lang="ru-RU" b="1" dirty="0"/>
            <a:t>3. Файловые индикаторы</a:t>
          </a:r>
          <a:endParaRPr lang="ru-RU" dirty="0"/>
        </a:p>
      </dgm:t>
    </dgm:pt>
    <dgm:pt modelId="{AB4895DC-9406-4834-B468-8F5BFA21299F}" type="parTrans" cxnId="{0FA75EFE-0955-496F-9F8C-856C3C7257C7}">
      <dgm:prSet/>
      <dgm:spPr/>
      <dgm:t>
        <a:bodyPr/>
        <a:lstStyle/>
        <a:p>
          <a:endParaRPr lang="ru-RU"/>
        </a:p>
      </dgm:t>
    </dgm:pt>
    <dgm:pt modelId="{6AD0913A-786F-4294-8E1C-C371E9C371DB}" type="sibTrans" cxnId="{0FA75EFE-0955-496F-9F8C-856C3C7257C7}">
      <dgm:prSet/>
      <dgm:spPr/>
      <dgm:t>
        <a:bodyPr/>
        <a:lstStyle/>
        <a:p>
          <a:endParaRPr lang="ru-RU"/>
        </a:p>
      </dgm:t>
    </dgm:pt>
    <dgm:pt modelId="{A7B41676-2B28-4667-A903-019F50A47904}">
      <dgm:prSet/>
      <dgm:spPr/>
      <dgm:t>
        <a:bodyPr/>
        <a:lstStyle/>
        <a:p>
          <a:r>
            <a:rPr lang="ru-RU" b="1" i="0" dirty="0"/>
            <a:t>Имена вредоносных файлов</a:t>
          </a:r>
          <a:endParaRPr lang="ru-RU" dirty="0"/>
        </a:p>
      </dgm:t>
    </dgm:pt>
    <dgm:pt modelId="{0B305433-700A-42F8-95F3-A0D8464515B7}" type="parTrans" cxnId="{F88A6493-0C7F-4EE0-9AC0-EFE2C0EE511F}">
      <dgm:prSet/>
      <dgm:spPr/>
      <dgm:t>
        <a:bodyPr/>
        <a:lstStyle/>
        <a:p>
          <a:endParaRPr lang="ru-RU"/>
        </a:p>
      </dgm:t>
    </dgm:pt>
    <dgm:pt modelId="{A267D1AE-8AD1-4F50-9ADB-0935801F0000}" type="sibTrans" cxnId="{F88A6493-0C7F-4EE0-9AC0-EFE2C0EE511F}">
      <dgm:prSet/>
      <dgm:spPr/>
      <dgm:t>
        <a:bodyPr/>
        <a:lstStyle/>
        <a:p>
          <a:endParaRPr lang="ru-RU"/>
        </a:p>
      </dgm:t>
    </dgm:pt>
    <dgm:pt modelId="{3AE77E22-DF2F-4EE2-893E-6EA673FC36C5}">
      <dgm:prSet/>
      <dgm:spPr/>
      <dgm:t>
        <a:bodyPr/>
        <a:lstStyle/>
        <a:p>
          <a:r>
            <a:rPr lang="ru-RU" b="1" i="0" dirty="0"/>
            <a:t>Пути к файлам</a:t>
          </a:r>
          <a:r>
            <a:rPr lang="ru-RU" b="0" i="0" dirty="0"/>
            <a:t> в системе</a:t>
          </a:r>
          <a:endParaRPr lang="ru-RU" dirty="0"/>
        </a:p>
      </dgm:t>
    </dgm:pt>
    <dgm:pt modelId="{05A05CFF-2675-4C7A-9796-558DC4B2BB60}" type="parTrans" cxnId="{EC14EF4A-A12E-4AB1-A5CD-9630D70FC25C}">
      <dgm:prSet/>
      <dgm:spPr/>
      <dgm:t>
        <a:bodyPr/>
        <a:lstStyle/>
        <a:p>
          <a:endParaRPr lang="ru-RU"/>
        </a:p>
      </dgm:t>
    </dgm:pt>
    <dgm:pt modelId="{50F7BA3B-6C2A-4BB8-A8E9-C637ACBC66A4}" type="sibTrans" cxnId="{EC14EF4A-A12E-4AB1-A5CD-9630D70FC25C}">
      <dgm:prSet/>
      <dgm:spPr/>
      <dgm:t>
        <a:bodyPr/>
        <a:lstStyle/>
        <a:p>
          <a:endParaRPr lang="ru-RU"/>
        </a:p>
      </dgm:t>
    </dgm:pt>
    <dgm:pt modelId="{1664A2E5-6263-44CA-BCAA-87CBDD5CB574}">
      <dgm:prSet/>
      <dgm:spPr/>
      <dgm:t>
        <a:bodyPr/>
        <a:lstStyle/>
        <a:p>
          <a:r>
            <a:rPr lang="ru-RU" b="1" i="0" dirty="0"/>
            <a:t>Сигнатуры</a:t>
          </a:r>
          <a:r>
            <a:rPr lang="ru-RU" b="0" i="0" dirty="0"/>
            <a:t> вредоносного ПО</a:t>
          </a:r>
          <a:endParaRPr lang="ru-RU" dirty="0"/>
        </a:p>
      </dgm:t>
    </dgm:pt>
    <dgm:pt modelId="{55B2CF8D-F239-4126-9CC4-082568BE2D21}" type="parTrans" cxnId="{1233CBFD-C3D0-4B7E-9F97-4CBE6BC860DC}">
      <dgm:prSet/>
      <dgm:spPr/>
      <dgm:t>
        <a:bodyPr/>
        <a:lstStyle/>
        <a:p>
          <a:endParaRPr lang="ru-RU"/>
        </a:p>
      </dgm:t>
    </dgm:pt>
    <dgm:pt modelId="{348EF224-0270-45D6-A39D-84CCCD1EBAFC}" type="sibTrans" cxnId="{1233CBFD-C3D0-4B7E-9F97-4CBE6BC860DC}">
      <dgm:prSet/>
      <dgm:spPr/>
      <dgm:t>
        <a:bodyPr/>
        <a:lstStyle/>
        <a:p>
          <a:endParaRPr lang="ru-RU"/>
        </a:p>
      </dgm:t>
    </dgm:pt>
    <dgm:pt modelId="{2A8F4CB3-4CF9-4D0E-BEF9-1B4A93A3A238}">
      <dgm:prSet/>
      <dgm:spPr/>
      <dgm:t>
        <a:bodyPr/>
        <a:lstStyle/>
        <a:p>
          <a:r>
            <a:rPr lang="ru-RU" b="1"/>
            <a:t>4. Хостинговые индикаторы</a:t>
          </a:r>
          <a:endParaRPr lang="ru-RU"/>
        </a:p>
      </dgm:t>
    </dgm:pt>
    <dgm:pt modelId="{509436CB-70F7-4028-A0B1-28175518EDF0}" type="parTrans" cxnId="{752CDE53-D332-4951-94B2-849C223703BB}">
      <dgm:prSet/>
      <dgm:spPr/>
      <dgm:t>
        <a:bodyPr/>
        <a:lstStyle/>
        <a:p>
          <a:endParaRPr lang="ru-RU"/>
        </a:p>
      </dgm:t>
    </dgm:pt>
    <dgm:pt modelId="{74DCE11A-FF4A-4420-81C6-E71567D2429E}" type="sibTrans" cxnId="{752CDE53-D332-4951-94B2-849C223703BB}">
      <dgm:prSet/>
      <dgm:spPr/>
      <dgm:t>
        <a:bodyPr/>
        <a:lstStyle/>
        <a:p>
          <a:endParaRPr lang="ru-RU"/>
        </a:p>
      </dgm:t>
    </dgm:pt>
    <dgm:pt modelId="{B482C088-2011-445B-87D9-43F79444C551}">
      <dgm:prSet/>
      <dgm:spPr/>
      <dgm:t>
        <a:bodyPr/>
        <a:lstStyle/>
        <a:p>
          <a:r>
            <a:rPr lang="ru-RU" b="1" i="0" dirty="0"/>
            <a:t>DNS-записи</a:t>
          </a:r>
          <a:r>
            <a:rPr lang="ru-RU" b="0" i="0" dirty="0"/>
            <a:t> связанные с вредоносными доменами</a:t>
          </a:r>
          <a:endParaRPr lang="ru-RU" dirty="0"/>
        </a:p>
      </dgm:t>
    </dgm:pt>
    <dgm:pt modelId="{B80CCE4B-9824-4008-8836-BD5FD87F73A7}" type="parTrans" cxnId="{158CDC5D-8857-453C-8B96-774A8F137974}">
      <dgm:prSet/>
      <dgm:spPr/>
      <dgm:t>
        <a:bodyPr/>
        <a:lstStyle/>
        <a:p>
          <a:endParaRPr lang="ru-RU"/>
        </a:p>
      </dgm:t>
    </dgm:pt>
    <dgm:pt modelId="{3ED77D08-8F9A-486B-A4D5-34855B218AAC}" type="sibTrans" cxnId="{158CDC5D-8857-453C-8B96-774A8F137974}">
      <dgm:prSet/>
      <dgm:spPr/>
      <dgm:t>
        <a:bodyPr/>
        <a:lstStyle/>
        <a:p>
          <a:endParaRPr lang="ru-RU"/>
        </a:p>
      </dgm:t>
    </dgm:pt>
    <dgm:pt modelId="{955A1B74-2C47-4157-88B2-E0DD3B69E3DB}">
      <dgm:prSet/>
      <dgm:spPr/>
      <dgm:t>
        <a:bodyPr/>
        <a:lstStyle/>
        <a:p>
          <a:r>
            <a:rPr lang="ru-RU" b="1" i="0" dirty="0"/>
            <a:t>SSL-сертификаты</a:t>
          </a:r>
          <a:r>
            <a:rPr lang="ru-RU" b="0" i="0" dirty="0"/>
            <a:t> подозрительных сайтов</a:t>
          </a:r>
          <a:endParaRPr lang="ru-RU" dirty="0"/>
        </a:p>
      </dgm:t>
    </dgm:pt>
    <dgm:pt modelId="{E76BC1CC-FC1B-40A3-8F4D-0972F92A2300}" type="parTrans" cxnId="{F5671D13-52DF-4980-8ECB-2D40F5046353}">
      <dgm:prSet/>
      <dgm:spPr/>
      <dgm:t>
        <a:bodyPr/>
        <a:lstStyle/>
        <a:p>
          <a:endParaRPr lang="ru-RU"/>
        </a:p>
      </dgm:t>
    </dgm:pt>
    <dgm:pt modelId="{2D0718A0-A9D5-4C21-8044-8C5A2D9F26D3}" type="sibTrans" cxnId="{F5671D13-52DF-4980-8ECB-2D40F5046353}">
      <dgm:prSet/>
      <dgm:spPr/>
      <dgm:t>
        <a:bodyPr/>
        <a:lstStyle/>
        <a:p>
          <a:endParaRPr lang="ru-RU"/>
        </a:p>
      </dgm:t>
    </dgm:pt>
    <dgm:pt modelId="{486228AF-C561-426D-9EFC-B4054469D970}" type="pres">
      <dgm:prSet presAssocID="{7C7D2222-8A5E-4DD5-A9F7-F8535834F472}" presName="Name0" presStyleCnt="0">
        <dgm:presLayoutVars>
          <dgm:dir/>
          <dgm:animLvl val="lvl"/>
          <dgm:resizeHandles val="exact"/>
        </dgm:presLayoutVars>
      </dgm:prSet>
      <dgm:spPr/>
    </dgm:pt>
    <dgm:pt modelId="{94DCDAD0-A278-4D4C-A726-49141E7F91DC}" type="pres">
      <dgm:prSet presAssocID="{BB4A0728-A537-40DA-976B-4EDDB2F2F4C1}" presName="Name8" presStyleCnt="0"/>
      <dgm:spPr/>
    </dgm:pt>
    <dgm:pt modelId="{64EB039C-CEFB-4706-AF75-567002251A31}" type="pres">
      <dgm:prSet presAssocID="{BB4A0728-A537-40DA-976B-4EDDB2F2F4C1}" presName="acctBkgd" presStyleLbl="alignAcc1" presStyleIdx="0" presStyleCnt="4"/>
      <dgm:spPr/>
    </dgm:pt>
    <dgm:pt modelId="{3595409F-ABB0-40DA-8A4D-E67C1AB431C8}" type="pres">
      <dgm:prSet presAssocID="{BB4A0728-A537-40DA-976B-4EDDB2F2F4C1}" presName="acctTx" presStyleLbl="alignAcc1" presStyleIdx="0" presStyleCnt="4">
        <dgm:presLayoutVars>
          <dgm:bulletEnabled val="1"/>
        </dgm:presLayoutVars>
      </dgm:prSet>
      <dgm:spPr/>
    </dgm:pt>
    <dgm:pt modelId="{FEEF8CD0-80A3-4AD8-8C6B-F39761CDB7DF}" type="pres">
      <dgm:prSet presAssocID="{BB4A0728-A537-40DA-976B-4EDDB2F2F4C1}" presName="level" presStyleLbl="node1" presStyleIdx="0" presStyleCnt="4">
        <dgm:presLayoutVars>
          <dgm:chMax val="1"/>
          <dgm:bulletEnabled val="1"/>
        </dgm:presLayoutVars>
      </dgm:prSet>
      <dgm:spPr/>
    </dgm:pt>
    <dgm:pt modelId="{62B895DE-FA27-4931-A021-7ADD70E5A146}" type="pres">
      <dgm:prSet presAssocID="{BB4A0728-A537-40DA-976B-4EDDB2F2F4C1}" presName="levelTx" presStyleLbl="revTx" presStyleIdx="0" presStyleCnt="0">
        <dgm:presLayoutVars>
          <dgm:chMax val="1"/>
          <dgm:bulletEnabled val="1"/>
        </dgm:presLayoutVars>
      </dgm:prSet>
      <dgm:spPr/>
    </dgm:pt>
    <dgm:pt modelId="{6E4AB14A-12B9-4007-B3C3-830DC2075256}" type="pres">
      <dgm:prSet presAssocID="{1CDD6EB4-CE64-4E07-BBB4-609B1325A710}" presName="Name8" presStyleCnt="0"/>
      <dgm:spPr/>
    </dgm:pt>
    <dgm:pt modelId="{9894ECF8-FFF7-46DD-B86E-FB0F2E57258A}" type="pres">
      <dgm:prSet presAssocID="{1CDD6EB4-CE64-4E07-BBB4-609B1325A710}" presName="acctBkgd" presStyleLbl="alignAcc1" presStyleIdx="1" presStyleCnt="4"/>
      <dgm:spPr/>
    </dgm:pt>
    <dgm:pt modelId="{9BD640A0-BE8D-44D5-9EEC-BD7D5EDFB60C}" type="pres">
      <dgm:prSet presAssocID="{1CDD6EB4-CE64-4E07-BBB4-609B1325A710}" presName="acctTx" presStyleLbl="alignAcc1" presStyleIdx="1" presStyleCnt="4">
        <dgm:presLayoutVars>
          <dgm:bulletEnabled val="1"/>
        </dgm:presLayoutVars>
      </dgm:prSet>
      <dgm:spPr/>
    </dgm:pt>
    <dgm:pt modelId="{A213E080-905F-4960-9DD3-9A530351BFBA}" type="pres">
      <dgm:prSet presAssocID="{1CDD6EB4-CE64-4E07-BBB4-609B1325A710}" presName="level" presStyleLbl="node1" presStyleIdx="1" presStyleCnt="4">
        <dgm:presLayoutVars>
          <dgm:chMax val="1"/>
          <dgm:bulletEnabled val="1"/>
        </dgm:presLayoutVars>
      </dgm:prSet>
      <dgm:spPr/>
    </dgm:pt>
    <dgm:pt modelId="{05464924-24E2-4413-9819-274B806CD06E}" type="pres">
      <dgm:prSet presAssocID="{1CDD6EB4-CE64-4E07-BBB4-609B1325A710}" presName="levelTx" presStyleLbl="revTx" presStyleIdx="0" presStyleCnt="0">
        <dgm:presLayoutVars>
          <dgm:chMax val="1"/>
          <dgm:bulletEnabled val="1"/>
        </dgm:presLayoutVars>
      </dgm:prSet>
      <dgm:spPr/>
    </dgm:pt>
    <dgm:pt modelId="{E7FD9CC6-7A4E-42D4-AB7A-A9452BEE20C4}" type="pres">
      <dgm:prSet presAssocID="{533DA166-683B-4665-8C8E-0A503CCE267E}" presName="Name8" presStyleCnt="0"/>
      <dgm:spPr/>
    </dgm:pt>
    <dgm:pt modelId="{AE2649AC-7BA3-4365-8DC1-53843CF3F5D3}" type="pres">
      <dgm:prSet presAssocID="{533DA166-683B-4665-8C8E-0A503CCE267E}" presName="acctBkgd" presStyleLbl="alignAcc1" presStyleIdx="2" presStyleCnt="4"/>
      <dgm:spPr/>
    </dgm:pt>
    <dgm:pt modelId="{8EEC8CEB-6BD3-4B4F-B491-C7E65193A3AB}" type="pres">
      <dgm:prSet presAssocID="{533DA166-683B-4665-8C8E-0A503CCE267E}" presName="acctTx" presStyleLbl="alignAcc1" presStyleIdx="2" presStyleCnt="4">
        <dgm:presLayoutVars>
          <dgm:bulletEnabled val="1"/>
        </dgm:presLayoutVars>
      </dgm:prSet>
      <dgm:spPr/>
    </dgm:pt>
    <dgm:pt modelId="{1894E82E-B45D-486B-A8A6-76FE6E45D5B6}" type="pres">
      <dgm:prSet presAssocID="{533DA166-683B-4665-8C8E-0A503CCE267E}" presName="level" presStyleLbl="node1" presStyleIdx="2" presStyleCnt="4">
        <dgm:presLayoutVars>
          <dgm:chMax val="1"/>
          <dgm:bulletEnabled val="1"/>
        </dgm:presLayoutVars>
      </dgm:prSet>
      <dgm:spPr/>
    </dgm:pt>
    <dgm:pt modelId="{2218B6C6-FDF2-4A7C-97F4-78807DDC73AD}" type="pres">
      <dgm:prSet presAssocID="{533DA166-683B-4665-8C8E-0A503CCE267E}" presName="levelTx" presStyleLbl="revTx" presStyleIdx="0" presStyleCnt="0">
        <dgm:presLayoutVars>
          <dgm:chMax val="1"/>
          <dgm:bulletEnabled val="1"/>
        </dgm:presLayoutVars>
      </dgm:prSet>
      <dgm:spPr/>
    </dgm:pt>
    <dgm:pt modelId="{1020F988-54E9-4558-983D-C119F65ADE84}" type="pres">
      <dgm:prSet presAssocID="{2A8F4CB3-4CF9-4D0E-BEF9-1B4A93A3A238}" presName="Name8" presStyleCnt="0"/>
      <dgm:spPr/>
    </dgm:pt>
    <dgm:pt modelId="{B4632CA9-1943-4805-97BD-A405AD84AFD9}" type="pres">
      <dgm:prSet presAssocID="{2A8F4CB3-4CF9-4D0E-BEF9-1B4A93A3A238}" presName="acctBkgd" presStyleLbl="alignAcc1" presStyleIdx="3" presStyleCnt="4"/>
      <dgm:spPr/>
    </dgm:pt>
    <dgm:pt modelId="{C96DBBA9-DB27-41F8-B1DF-D3C07478B1B8}" type="pres">
      <dgm:prSet presAssocID="{2A8F4CB3-4CF9-4D0E-BEF9-1B4A93A3A238}" presName="acctTx" presStyleLbl="alignAcc1" presStyleIdx="3" presStyleCnt="4">
        <dgm:presLayoutVars>
          <dgm:bulletEnabled val="1"/>
        </dgm:presLayoutVars>
      </dgm:prSet>
      <dgm:spPr/>
    </dgm:pt>
    <dgm:pt modelId="{3B31A91D-2DA6-4E47-AC3B-A6C7C8E4865C}" type="pres">
      <dgm:prSet presAssocID="{2A8F4CB3-4CF9-4D0E-BEF9-1B4A93A3A238}" presName="level" presStyleLbl="node1" presStyleIdx="3" presStyleCnt="4">
        <dgm:presLayoutVars>
          <dgm:chMax val="1"/>
          <dgm:bulletEnabled val="1"/>
        </dgm:presLayoutVars>
      </dgm:prSet>
      <dgm:spPr/>
    </dgm:pt>
    <dgm:pt modelId="{09C56D9E-A77D-4535-9DF8-106D6F7C4E5A}" type="pres">
      <dgm:prSet presAssocID="{2A8F4CB3-4CF9-4D0E-BEF9-1B4A93A3A238}" presName="levelTx" presStyleLbl="revTx" presStyleIdx="0" presStyleCnt="0">
        <dgm:presLayoutVars>
          <dgm:chMax val="1"/>
          <dgm:bulletEnabled val="1"/>
        </dgm:presLayoutVars>
      </dgm:prSet>
      <dgm:spPr/>
    </dgm:pt>
  </dgm:ptLst>
  <dgm:cxnLst>
    <dgm:cxn modelId="{AB03D301-1CFE-48CC-998D-6C2A5A7A91D1}" type="presOf" srcId="{06BE2C96-1C30-438B-8E54-E6F2B34E8B5D}" destId="{9894ECF8-FFF7-46DD-B86E-FB0F2E57258A}" srcOrd="0" destOrd="1" presId="urn:microsoft.com/office/officeart/2005/8/layout/pyramid3"/>
    <dgm:cxn modelId="{BA54DF0D-5DEC-48E1-A234-20BF47C8ACAB}" type="presOf" srcId="{3AE77E22-DF2F-4EE2-893E-6EA673FC36C5}" destId="{8EEC8CEB-6BD3-4B4F-B491-C7E65193A3AB}" srcOrd="1" destOrd="1" presId="urn:microsoft.com/office/officeart/2005/8/layout/pyramid3"/>
    <dgm:cxn modelId="{D471BC0E-803A-4F7A-A3C9-F26F8D4D6397}" type="presOf" srcId="{29C3C976-415D-4A51-8750-A71DB4D77481}" destId="{9BD640A0-BE8D-44D5-9EEC-BD7D5EDFB60C}" srcOrd="1" destOrd="2" presId="urn:microsoft.com/office/officeart/2005/8/layout/pyramid3"/>
    <dgm:cxn modelId="{F5671D13-52DF-4980-8ECB-2D40F5046353}" srcId="{2A8F4CB3-4CF9-4D0E-BEF9-1B4A93A3A238}" destId="{955A1B74-2C47-4157-88B2-E0DD3B69E3DB}" srcOrd="1" destOrd="0" parTransId="{E76BC1CC-FC1B-40A3-8F4D-0972F92A2300}" sibTransId="{2D0718A0-A9D5-4C21-8044-8C5A2D9F26D3}"/>
    <dgm:cxn modelId="{D5DB251E-5F6E-4DB6-B15A-21238C9F0E19}" type="presOf" srcId="{A7B41676-2B28-4667-A903-019F50A47904}" destId="{8EEC8CEB-6BD3-4B4F-B491-C7E65193A3AB}" srcOrd="1" destOrd="0" presId="urn:microsoft.com/office/officeart/2005/8/layout/pyramid3"/>
    <dgm:cxn modelId="{1E21E25B-03AE-4479-9A85-460371D59BE2}" srcId="{1CDD6EB4-CE64-4E07-BBB4-609B1325A710}" destId="{7468E1F5-90D4-4B8C-B576-5294BC53CEE4}" srcOrd="0" destOrd="0" parTransId="{AC0E8A6B-A00D-4796-AC1C-B12072A7CA6B}" sibTransId="{7B15339E-680A-4444-8A3F-A4B940E9DD7A}"/>
    <dgm:cxn modelId="{D4BA2B5C-6DB6-4993-89E0-B0DF207D7307}" type="presOf" srcId="{71440516-A175-493C-BAEF-5CE8DFAE1089}" destId="{64EB039C-CEFB-4706-AF75-567002251A31}" srcOrd="0" destOrd="2" presId="urn:microsoft.com/office/officeart/2005/8/layout/pyramid3"/>
    <dgm:cxn modelId="{158CDC5D-8857-453C-8B96-774A8F137974}" srcId="{2A8F4CB3-4CF9-4D0E-BEF9-1B4A93A3A238}" destId="{B482C088-2011-445B-87D9-43F79444C551}" srcOrd="0" destOrd="0" parTransId="{B80CCE4B-9824-4008-8836-BD5FD87F73A7}" sibTransId="{3ED77D08-8F9A-486B-A4D5-34855B218AAC}"/>
    <dgm:cxn modelId="{6DD2C55E-BD01-4684-9AD3-EC1558BD29C0}" type="presOf" srcId="{B482C088-2011-445B-87D9-43F79444C551}" destId="{B4632CA9-1943-4805-97BD-A405AD84AFD9}" srcOrd="0" destOrd="0" presId="urn:microsoft.com/office/officeart/2005/8/layout/pyramid3"/>
    <dgm:cxn modelId="{E48F7362-F790-4521-BD31-2572A75ED390}" srcId="{7C7D2222-8A5E-4DD5-A9F7-F8535834F472}" destId="{1CDD6EB4-CE64-4E07-BBB4-609B1325A710}" srcOrd="1" destOrd="0" parTransId="{6AAC7A96-2C20-46EE-8F2A-63C423D11C70}" sibTransId="{725F3A8E-A7AE-4891-AB18-D097AA2F42DD}"/>
    <dgm:cxn modelId="{E80E1F46-9862-4349-B74E-4384C16BCBA4}" type="presOf" srcId="{7468E1F5-90D4-4B8C-B576-5294BC53CEE4}" destId="{9894ECF8-FFF7-46DD-B86E-FB0F2E57258A}" srcOrd="0" destOrd="0" presId="urn:microsoft.com/office/officeart/2005/8/layout/pyramid3"/>
    <dgm:cxn modelId="{5CB6A166-9B3B-4201-A776-B3242EE30E9D}" type="presOf" srcId="{955A1B74-2C47-4157-88B2-E0DD3B69E3DB}" destId="{C96DBBA9-DB27-41F8-B1DF-D3C07478B1B8}" srcOrd="1" destOrd="1" presId="urn:microsoft.com/office/officeart/2005/8/layout/pyramid3"/>
    <dgm:cxn modelId="{40936B67-6C20-431D-8D8D-3CFB796990CF}" srcId="{BB4A0728-A537-40DA-976B-4EDDB2F2F4C1}" destId="{71440516-A175-493C-BAEF-5CE8DFAE1089}" srcOrd="2" destOrd="0" parTransId="{721922CC-045F-4BFE-A085-634294616AA7}" sibTransId="{EA7470D6-77F8-4C06-A631-6F250CFC8BA1}"/>
    <dgm:cxn modelId="{EC14EF4A-A12E-4AB1-A5CD-9630D70FC25C}" srcId="{533DA166-683B-4665-8C8E-0A503CCE267E}" destId="{3AE77E22-DF2F-4EE2-893E-6EA673FC36C5}" srcOrd="1" destOrd="0" parTransId="{05A05CFF-2675-4C7A-9796-558DC4B2BB60}" sibTransId="{50F7BA3B-6C2A-4BB8-A8E9-C637ACBC66A4}"/>
    <dgm:cxn modelId="{55E2E052-E4F4-4739-9944-F6A6E6F0646D}" type="presOf" srcId="{C57BC70D-2587-4FCE-A59A-9BD2F87290F2}" destId="{64EB039C-CEFB-4706-AF75-567002251A31}" srcOrd="0" destOrd="3" presId="urn:microsoft.com/office/officeart/2005/8/layout/pyramid3"/>
    <dgm:cxn modelId="{752CDE53-D332-4951-94B2-849C223703BB}" srcId="{7C7D2222-8A5E-4DD5-A9F7-F8535834F472}" destId="{2A8F4CB3-4CF9-4D0E-BEF9-1B4A93A3A238}" srcOrd="3" destOrd="0" parTransId="{509436CB-70F7-4028-A0B1-28175518EDF0}" sibTransId="{74DCE11A-FF4A-4420-81C6-E71567D2429E}"/>
    <dgm:cxn modelId="{F98C3A56-D474-4DF5-84C5-72DB768D4274}" srcId="{BB4A0728-A537-40DA-976B-4EDDB2F2F4C1}" destId="{16314E91-7A81-4D2C-B1DC-FFF2E059F94B}" srcOrd="1" destOrd="0" parTransId="{B15FA009-C370-47DC-9A31-72BADA242349}" sibTransId="{777B1487-A3E3-4819-9001-5662E8A24E5D}"/>
    <dgm:cxn modelId="{68F48376-374E-40F3-B0DD-9D36F164920E}" type="presOf" srcId="{BB4A0728-A537-40DA-976B-4EDDB2F2F4C1}" destId="{FEEF8CD0-80A3-4AD8-8C6B-F39761CDB7DF}" srcOrd="0" destOrd="0" presId="urn:microsoft.com/office/officeart/2005/8/layout/pyramid3"/>
    <dgm:cxn modelId="{D6780677-781B-433A-8BCA-9CF5C6020C34}" type="presOf" srcId="{3AE77E22-DF2F-4EE2-893E-6EA673FC36C5}" destId="{AE2649AC-7BA3-4365-8DC1-53843CF3F5D3}" srcOrd="0" destOrd="1" presId="urn:microsoft.com/office/officeart/2005/8/layout/pyramid3"/>
    <dgm:cxn modelId="{F30DBB59-8954-4B32-A90A-C88CBAE0FF40}" type="presOf" srcId="{7468E1F5-90D4-4B8C-B576-5294BC53CEE4}" destId="{9BD640A0-BE8D-44D5-9EEC-BD7D5EDFB60C}" srcOrd="1" destOrd="0" presId="urn:microsoft.com/office/officeart/2005/8/layout/pyramid3"/>
    <dgm:cxn modelId="{F574007D-4CC5-4F88-8E03-039AF7AE95F5}" type="presOf" srcId="{1CDD6EB4-CE64-4E07-BBB4-609B1325A710}" destId="{05464924-24E2-4413-9819-274B806CD06E}" srcOrd="1" destOrd="0" presId="urn:microsoft.com/office/officeart/2005/8/layout/pyramid3"/>
    <dgm:cxn modelId="{D8BAF783-9A4B-4EFC-BD64-654D7410AEDD}" type="presOf" srcId="{955A1B74-2C47-4157-88B2-E0DD3B69E3DB}" destId="{B4632CA9-1943-4805-97BD-A405AD84AFD9}" srcOrd="0" destOrd="1" presId="urn:microsoft.com/office/officeart/2005/8/layout/pyramid3"/>
    <dgm:cxn modelId="{4F852B84-9938-4CEB-8312-9F775B95764B}" type="presOf" srcId="{533DA166-683B-4665-8C8E-0A503CCE267E}" destId="{2218B6C6-FDF2-4A7C-97F4-78807DDC73AD}" srcOrd="1" destOrd="0" presId="urn:microsoft.com/office/officeart/2005/8/layout/pyramid3"/>
    <dgm:cxn modelId="{52A2368F-319E-4747-8FD5-8A940A2283FD}" type="presOf" srcId="{29C3C976-415D-4A51-8750-A71DB4D77481}" destId="{9894ECF8-FFF7-46DD-B86E-FB0F2E57258A}" srcOrd="0" destOrd="2" presId="urn:microsoft.com/office/officeart/2005/8/layout/pyramid3"/>
    <dgm:cxn modelId="{F88A6493-0C7F-4EE0-9AC0-EFE2C0EE511F}" srcId="{533DA166-683B-4665-8C8E-0A503CCE267E}" destId="{A7B41676-2B28-4667-A903-019F50A47904}" srcOrd="0" destOrd="0" parTransId="{0B305433-700A-42F8-95F3-A0D8464515B7}" sibTransId="{A267D1AE-8AD1-4F50-9ADB-0935801F0000}"/>
    <dgm:cxn modelId="{5ECAA598-51B7-46C7-8A7E-AA7B32A14414}" type="presOf" srcId="{7C7D2222-8A5E-4DD5-A9F7-F8535834F472}" destId="{486228AF-C561-426D-9EFC-B4054469D970}" srcOrd="0" destOrd="0" presId="urn:microsoft.com/office/officeart/2005/8/layout/pyramid3"/>
    <dgm:cxn modelId="{DD001599-9217-4B22-8833-B28F4AD63F54}" type="presOf" srcId="{D4600DDC-D5B5-46C0-9A44-A16BC613BC57}" destId="{3595409F-ABB0-40DA-8A4D-E67C1AB431C8}" srcOrd="1" destOrd="0" presId="urn:microsoft.com/office/officeart/2005/8/layout/pyramid3"/>
    <dgm:cxn modelId="{67C95899-36DF-407A-B7E8-065D18458859}" type="presOf" srcId="{A7B41676-2B28-4667-A903-019F50A47904}" destId="{AE2649AC-7BA3-4365-8DC1-53843CF3F5D3}" srcOrd="0" destOrd="0" presId="urn:microsoft.com/office/officeart/2005/8/layout/pyramid3"/>
    <dgm:cxn modelId="{6D8457A1-B7F2-40F6-B357-CD9EB474498A}" type="presOf" srcId="{2A8F4CB3-4CF9-4D0E-BEF9-1B4A93A3A238}" destId="{3B31A91D-2DA6-4E47-AC3B-A6C7C8E4865C}" srcOrd="0" destOrd="0" presId="urn:microsoft.com/office/officeart/2005/8/layout/pyramid3"/>
    <dgm:cxn modelId="{55E64EA5-5CE7-4E90-A42D-CDDB82BD9E1F}" srcId="{1CDD6EB4-CE64-4E07-BBB4-609B1325A710}" destId="{29C3C976-415D-4A51-8750-A71DB4D77481}" srcOrd="2" destOrd="0" parTransId="{A4E5922B-0B3A-43B2-BDE6-3EF896C9FA26}" sibTransId="{7C5B5FB0-8617-4114-8A52-94B9B93C468B}"/>
    <dgm:cxn modelId="{B48688A8-9E59-4DCF-AD8B-4DA55EAF5D4D}" srcId="{BB4A0728-A537-40DA-976B-4EDDB2F2F4C1}" destId="{C57BC70D-2587-4FCE-A59A-9BD2F87290F2}" srcOrd="3" destOrd="0" parTransId="{760C7B68-5708-4F39-9C53-1F46CBF160C8}" sibTransId="{07ADDA3B-37C5-4DA6-AA1F-BADD5CCD78A3}"/>
    <dgm:cxn modelId="{F4F3FEB6-5D0B-42B3-B3C6-599C352C4CD3}" type="presOf" srcId="{B482C088-2011-445B-87D9-43F79444C551}" destId="{C96DBBA9-DB27-41F8-B1DF-D3C07478B1B8}" srcOrd="1" destOrd="0" presId="urn:microsoft.com/office/officeart/2005/8/layout/pyramid3"/>
    <dgm:cxn modelId="{2C0280BF-B514-472B-B905-224A1D3F9B3F}" srcId="{BB4A0728-A537-40DA-976B-4EDDB2F2F4C1}" destId="{D4600DDC-D5B5-46C0-9A44-A16BC613BC57}" srcOrd="0" destOrd="0" parTransId="{B009AD0A-DB10-404A-B934-CAE269C5E3F9}" sibTransId="{C4A7ADF5-533B-4B43-BC39-F5EAE4024C01}"/>
    <dgm:cxn modelId="{0E0481C2-4E57-413C-A92D-0A914B6B2D6E}" type="presOf" srcId="{D4600DDC-D5B5-46C0-9A44-A16BC613BC57}" destId="{64EB039C-CEFB-4706-AF75-567002251A31}" srcOrd="0" destOrd="0" presId="urn:microsoft.com/office/officeart/2005/8/layout/pyramid3"/>
    <dgm:cxn modelId="{830390D3-7556-46A5-A174-AC1981D50BC3}" srcId="{7C7D2222-8A5E-4DD5-A9F7-F8535834F472}" destId="{BB4A0728-A537-40DA-976B-4EDDB2F2F4C1}" srcOrd="0" destOrd="0" parTransId="{FAD2C467-9DC4-4AFA-B432-85CC62DF48D1}" sibTransId="{75A0B13B-D145-47F2-875C-A545F3C691A6}"/>
    <dgm:cxn modelId="{9A5932D5-1732-4584-80C6-89868AED9E15}" type="presOf" srcId="{06BE2C96-1C30-438B-8E54-E6F2B34E8B5D}" destId="{9BD640A0-BE8D-44D5-9EEC-BD7D5EDFB60C}" srcOrd="1" destOrd="1" presId="urn:microsoft.com/office/officeart/2005/8/layout/pyramid3"/>
    <dgm:cxn modelId="{33306DD8-BF6F-4F21-A4FE-260B3F0C7AFD}" type="presOf" srcId="{16314E91-7A81-4D2C-B1DC-FFF2E059F94B}" destId="{3595409F-ABB0-40DA-8A4D-E67C1AB431C8}" srcOrd="1" destOrd="1" presId="urn:microsoft.com/office/officeart/2005/8/layout/pyramid3"/>
    <dgm:cxn modelId="{24A6CDDC-E31E-4BA9-8999-79FC045DB945}" type="presOf" srcId="{16314E91-7A81-4D2C-B1DC-FFF2E059F94B}" destId="{64EB039C-CEFB-4706-AF75-567002251A31}" srcOrd="0" destOrd="1" presId="urn:microsoft.com/office/officeart/2005/8/layout/pyramid3"/>
    <dgm:cxn modelId="{5D7987DF-1CF6-40CE-9980-4E1CC5F8578E}" type="presOf" srcId="{2A8F4CB3-4CF9-4D0E-BEF9-1B4A93A3A238}" destId="{09C56D9E-A77D-4535-9DF8-106D6F7C4E5A}" srcOrd="1" destOrd="0" presId="urn:microsoft.com/office/officeart/2005/8/layout/pyramid3"/>
    <dgm:cxn modelId="{2053CBE2-C4BE-4423-994F-0A8CA890BCCB}" type="presOf" srcId="{BB4A0728-A537-40DA-976B-4EDDB2F2F4C1}" destId="{62B895DE-FA27-4931-A021-7ADD70E5A146}" srcOrd="1" destOrd="0" presId="urn:microsoft.com/office/officeart/2005/8/layout/pyramid3"/>
    <dgm:cxn modelId="{712899EC-D2FA-4B43-9726-B18A22130DDC}" type="presOf" srcId="{71440516-A175-493C-BAEF-5CE8DFAE1089}" destId="{3595409F-ABB0-40DA-8A4D-E67C1AB431C8}" srcOrd="1" destOrd="2" presId="urn:microsoft.com/office/officeart/2005/8/layout/pyramid3"/>
    <dgm:cxn modelId="{C544F2ED-291C-4B0C-9D85-90EC490AA19D}" type="presOf" srcId="{533DA166-683B-4665-8C8E-0A503CCE267E}" destId="{1894E82E-B45D-486B-A8A6-76FE6E45D5B6}" srcOrd="0" destOrd="0" presId="urn:microsoft.com/office/officeart/2005/8/layout/pyramid3"/>
    <dgm:cxn modelId="{A8AA23F0-D9E0-497C-A783-A1D197D2C79D}" type="presOf" srcId="{1664A2E5-6263-44CA-BCAA-87CBDD5CB574}" destId="{AE2649AC-7BA3-4365-8DC1-53843CF3F5D3}" srcOrd="0" destOrd="2" presId="urn:microsoft.com/office/officeart/2005/8/layout/pyramid3"/>
    <dgm:cxn modelId="{540628F1-640D-4BC4-A858-5BF6AFD7DEBD}" type="presOf" srcId="{1CDD6EB4-CE64-4E07-BBB4-609B1325A710}" destId="{A213E080-905F-4960-9DD3-9A530351BFBA}" srcOrd="0" destOrd="0" presId="urn:microsoft.com/office/officeart/2005/8/layout/pyramid3"/>
    <dgm:cxn modelId="{22736FF1-C4F0-4F48-B9C2-B6DD0DD1DEA5}" type="presOf" srcId="{C57BC70D-2587-4FCE-A59A-9BD2F87290F2}" destId="{3595409F-ABB0-40DA-8A4D-E67C1AB431C8}" srcOrd="1" destOrd="3" presId="urn:microsoft.com/office/officeart/2005/8/layout/pyramid3"/>
    <dgm:cxn modelId="{F6F143F3-39AB-4D45-8B47-91BC5A7E9EEE}" type="presOf" srcId="{1664A2E5-6263-44CA-BCAA-87CBDD5CB574}" destId="{8EEC8CEB-6BD3-4B4F-B491-C7E65193A3AB}" srcOrd="1" destOrd="2" presId="urn:microsoft.com/office/officeart/2005/8/layout/pyramid3"/>
    <dgm:cxn modelId="{D11CDCF5-DF78-44A3-B88C-3556B6F45D47}" srcId="{1CDD6EB4-CE64-4E07-BBB4-609B1325A710}" destId="{06BE2C96-1C30-438B-8E54-E6F2B34E8B5D}" srcOrd="1" destOrd="0" parTransId="{C284EB3A-F336-45AB-A101-737BA9E71B33}" sibTransId="{F6BE5B47-D7CD-4F9D-B951-1F25F7C0C351}"/>
    <dgm:cxn modelId="{1233CBFD-C3D0-4B7E-9F97-4CBE6BC860DC}" srcId="{533DA166-683B-4665-8C8E-0A503CCE267E}" destId="{1664A2E5-6263-44CA-BCAA-87CBDD5CB574}" srcOrd="2" destOrd="0" parTransId="{55B2CF8D-F239-4126-9CC4-082568BE2D21}" sibTransId="{348EF224-0270-45D6-A39D-84CCCD1EBAFC}"/>
    <dgm:cxn modelId="{0FA75EFE-0955-496F-9F8C-856C3C7257C7}" srcId="{7C7D2222-8A5E-4DD5-A9F7-F8535834F472}" destId="{533DA166-683B-4665-8C8E-0A503CCE267E}" srcOrd="2" destOrd="0" parTransId="{AB4895DC-9406-4834-B468-8F5BFA21299F}" sibTransId="{6AD0913A-786F-4294-8E1C-C371E9C371DB}"/>
    <dgm:cxn modelId="{84378B3E-8F44-43B0-8072-88682B3CB78A}" type="presParOf" srcId="{486228AF-C561-426D-9EFC-B4054469D970}" destId="{94DCDAD0-A278-4D4C-A726-49141E7F91DC}" srcOrd="0" destOrd="0" presId="urn:microsoft.com/office/officeart/2005/8/layout/pyramid3"/>
    <dgm:cxn modelId="{A31D24A7-0C55-408F-B2E4-109911FBFCBE}" type="presParOf" srcId="{94DCDAD0-A278-4D4C-A726-49141E7F91DC}" destId="{64EB039C-CEFB-4706-AF75-567002251A31}" srcOrd="0" destOrd="0" presId="urn:microsoft.com/office/officeart/2005/8/layout/pyramid3"/>
    <dgm:cxn modelId="{2FAEAB6F-EA2E-47F0-BCAD-79AE4A2F1A79}" type="presParOf" srcId="{94DCDAD0-A278-4D4C-A726-49141E7F91DC}" destId="{3595409F-ABB0-40DA-8A4D-E67C1AB431C8}" srcOrd="1" destOrd="0" presId="urn:microsoft.com/office/officeart/2005/8/layout/pyramid3"/>
    <dgm:cxn modelId="{889C18A2-E1B8-4396-B047-434C77F9C397}" type="presParOf" srcId="{94DCDAD0-A278-4D4C-A726-49141E7F91DC}" destId="{FEEF8CD0-80A3-4AD8-8C6B-F39761CDB7DF}" srcOrd="2" destOrd="0" presId="urn:microsoft.com/office/officeart/2005/8/layout/pyramid3"/>
    <dgm:cxn modelId="{2360D833-0A77-4F44-AD32-1CB6B5322CF9}" type="presParOf" srcId="{94DCDAD0-A278-4D4C-A726-49141E7F91DC}" destId="{62B895DE-FA27-4931-A021-7ADD70E5A146}" srcOrd="3" destOrd="0" presId="urn:microsoft.com/office/officeart/2005/8/layout/pyramid3"/>
    <dgm:cxn modelId="{09564F94-B6A4-43A2-B9E4-BC1B226ABF8B}" type="presParOf" srcId="{486228AF-C561-426D-9EFC-B4054469D970}" destId="{6E4AB14A-12B9-4007-B3C3-830DC2075256}" srcOrd="1" destOrd="0" presId="urn:microsoft.com/office/officeart/2005/8/layout/pyramid3"/>
    <dgm:cxn modelId="{C96FEF70-3A84-4C2B-BCB0-4227366E5160}" type="presParOf" srcId="{6E4AB14A-12B9-4007-B3C3-830DC2075256}" destId="{9894ECF8-FFF7-46DD-B86E-FB0F2E57258A}" srcOrd="0" destOrd="0" presId="urn:microsoft.com/office/officeart/2005/8/layout/pyramid3"/>
    <dgm:cxn modelId="{97997233-1DAE-48A6-BA89-4DAFE68DE8E6}" type="presParOf" srcId="{6E4AB14A-12B9-4007-B3C3-830DC2075256}" destId="{9BD640A0-BE8D-44D5-9EEC-BD7D5EDFB60C}" srcOrd="1" destOrd="0" presId="urn:microsoft.com/office/officeart/2005/8/layout/pyramid3"/>
    <dgm:cxn modelId="{243BEEA9-1F21-421F-9B49-73CD08B42996}" type="presParOf" srcId="{6E4AB14A-12B9-4007-B3C3-830DC2075256}" destId="{A213E080-905F-4960-9DD3-9A530351BFBA}" srcOrd="2" destOrd="0" presId="urn:microsoft.com/office/officeart/2005/8/layout/pyramid3"/>
    <dgm:cxn modelId="{0C11E996-0769-4061-917F-9654DA8990AC}" type="presParOf" srcId="{6E4AB14A-12B9-4007-B3C3-830DC2075256}" destId="{05464924-24E2-4413-9819-274B806CD06E}" srcOrd="3" destOrd="0" presId="urn:microsoft.com/office/officeart/2005/8/layout/pyramid3"/>
    <dgm:cxn modelId="{F3F0C9C7-A403-4F89-9040-13EFCE66BA72}" type="presParOf" srcId="{486228AF-C561-426D-9EFC-B4054469D970}" destId="{E7FD9CC6-7A4E-42D4-AB7A-A9452BEE20C4}" srcOrd="2" destOrd="0" presId="urn:microsoft.com/office/officeart/2005/8/layout/pyramid3"/>
    <dgm:cxn modelId="{AC00E89D-BF7E-4F33-947C-04495ECC23F8}" type="presParOf" srcId="{E7FD9CC6-7A4E-42D4-AB7A-A9452BEE20C4}" destId="{AE2649AC-7BA3-4365-8DC1-53843CF3F5D3}" srcOrd="0" destOrd="0" presId="urn:microsoft.com/office/officeart/2005/8/layout/pyramid3"/>
    <dgm:cxn modelId="{1A610AB4-B2E0-423E-BF2F-1840FB9932DD}" type="presParOf" srcId="{E7FD9CC6-7A4E-42D4-AB7A-A9452BEE20C4}" destId="{8EEC8CEB-6BD3-4B4F-B491-C7E65193A3AB}" srcOrd="1" destOrd="0" presId="urn:microsoft.com/office/officeart/2005/8/layout/pyramid3"/>
    <dgm:cxn modelId="{450272E6-342A-455E-9D11-4376BFBE0CAF}" type="presParOf" srcId="{E7FD9CC6-7A4E-42D4-AB7A-A9452BEE20C4}" destId="{1894E82E-B45D-486B-A8A6-76FE6E45D5B6}" srcOrd="2" destOrd="0" presId="urn:microsoft.com/office/officeart/2005/8/layout/pyramid3"/>
    <dgm:cxn modelId="{7F992984-8040-4CA3-8C38-44FEA64B5EB3}" type="presParOf" srcId="{E7FD9CC6-7A4E-42D4-AB7A-A9452BEE20C4}" destId="{2218B6C6-FDF2-4A7C-97F4-78807DDC73AD}" srcOrd="3" destOrd="0" presId="urn:microsoft.com/office/officeart/2005/8/layout/pyramid3"/>
    <dgm:cxn modelId="{03B78583-3C65-4083-BC4D-32E4570B2FDF}" type="presParOf" srcId="{486228AF-C561-426D-9EFC-B4054469D970}" destId="{1020F988-54E9-4558-983D-C119F65ADE84}" srcOrd="3" destOrd="0" presId="urn:microsoft.com/office/officeart/2005/8/layout/pyramid3"/>
    <dgm:cxn modelId="{C047A929-0CC4-4F7E-B5BD-941FDB65ED50}" type="presParOf" srcId="{1020F988-54E9-4558-983D-C119F65ADE84}" destId="{B4632CA9-1943-4805-97BD-A405AD84AFD9}" srcOrd="0" destOrd="0" presId="urn:microsoft.com/office/officeart/2005/8/layout/pyramid3"/>
    <dgm:cxn modelId="{0BCE00A4-4936-41F3-B7D4-61FE9B5F5107}" type="presParOf" srcId="{1020F988-54E9-4558-983D-C119F65ADE84}" destId="{C96DBBA9-DB27-41F8-B1DF-D3C07478B1B8}" srcOrd="1" destOrd="0" presId="urn:microsoft.com/office/officeart/2005/8/layout/pyramid3"/>
    <dgm:cxn modelId="{D7AA062C-5C9F-4202-9F50-27F36059E409}" type="presParOf" srcId="{1020F988-54E9-4558-983D-C119F65ADE84}" destId="{3B31A91D-2DA6-4E47-AC3B-A6C7C8E4865C}" srcOrd="2" destOrd="0" presId="urn:microsoft.com/office/officeart/2005/8/layout/pyramid3"/>
    <dgm:cxn modelId="{144BD3AE-A9C2-4FD9-8E20-8EDFE362BE58}" type="presParOf" srcId="{1020F988-54E9-4558-983D-C119F65ADE84}" destId="{09C56D9E-A77D-4535-9DF8-106D6F7C4E5A}" srcOrd="3" destOrd="0" presId="urn:microsoft.com/office/officeart/2005/8/layout/pyramid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9C325C1-4276-4A46-A1DF-2E73513AAF81}" type="doc">
      <dgm:prSet loTypeId="urn:microsoft.com/office/officeart/2005/8/layout/hierarchy3" loCatId="relationship" qsTypeId="urn:microsoft.com/office/officeart/2005/8/quickstyle/simple4" qsCatId="simple" csTypeId="urn:microsoft.com/office/officeart/2005/8/colors/colorful4" csCatId="colorful" phldr="1"/>
      <dgm:spPr/>
      <dgm:t>
        <a:bodyPr/>
        <a:lstStyle/>
        <a:p>
          <a:endParaRPr lang="ru-RU"/>
        </a:p>
      </dgm:t>
    </dgm:pt>
    <dgm:pt modelId="{69463C89-8157-4D9C-A680-F9C8A59D0D53}">
      <dgm:prSet/>
      <dgm:spPr/>
      <dgm:t>
        <a:bodyPr/>
        <a:lstStyle/>
        <a:p>
          <a:r>
            <a:rPr lang="ru-RU" b="1" i="0"/>
            <a:t>1. Платформы мониторинга и анализа:</a:t>
          </a:r>
          <a:endParaRPr lang="ru-RU"/>
        </a:p>
      </dgm:t>
    </dgm:pt>
    <dgm:pt modelId="{2863C208-58D8-465C-8328-A24C3DE0250E}" type="parTrans" cxnId="{30A22A0B-8ED9-470A-BBA7-DA2959A940BB}">
      <dgm:prSet/>
      <dgm:spPr/>
      <dgm:t>
        <a:bodyPr/>
        <a:lstStyle/>
        <a:p>
          <a:endParaRPr lang="ru-RU"/>
        </a:p>
      </dgm:t>
    </dgm:pt>
    <dgm:pt modelId="{B74DF32A-0092-4F60-87F1-CE5E80B1D9D7}" type="sibTrans" cxnId="{30A22A0B-8ED9-470A-BBA7-DA2959A940BB}">
      <dgm:prSet/>
      <dgm:spPr/>
      <dgm:t>
        <a:bodyPr/>
        <a:lstStyle/>
        <a:p>
          <a:endParaRPr lang="ru-RU"/>
        </a:p>
      </dgm:t>
    </dgm:pt>
    <dgm:pt modelId="{E7BAA453-9CC5-4EC7-A790-D46AF5DDA0A1}">
      <dgm:prSet/>
      <dgm:spPr/>
      <dgm:t>
        <a:bodyPr/>
        <a:lstStyle/>
        <a:p>
          <a:r>
            <a:rPr lang="en-US" b="1" i="0" dirty="0"/>
            <a:t>SIEM-</a:t>
          </a:r>
          <a:r>
            <a:rPr lang="ru-RU" b="1" i="0"/>
            <a:t>системы</a:t>
          </a:r>
          <a:r>
            <a:rPr lang="ru-RU" b="0" i="0"/>
            <a:t> </a:t>
          </a:r>
          <a:endParaRPr lang="ru-RU" dirty="0"/>
        </a:p>
      </dgm:t>
    </dgm:pt>
    <dgm:pt modelId="{61DDC029-7912-4C74-B9DC-225BB84BF0D6}" type="parTrans" cxnId="{8B287925-E578-4C83-8AA6-0B581B9F781B}">
      <dgm:prSet/>
      <dgm:spPr/>
      <dgm:t>
        <a:bodyPr/>
        <a:lstStyle/>
        <a:p>
          <a:endParaRPr lang="ru-RU"/>
        </a:p>
      </dgm:t>
    </dgm:pt>
    <dgm:pt modelId="{297A86D2-4320-43A2-A398-24CC8FC99C38}" type="sibTrans" cxnId="{8B287925-E578-4C83-8AA6-0B581B9F781B}">
      <dgm:prSet/>
      <dgm:spPr/>
      <dgm:t>
        <a:bodyPr/>
        <a:lstStyle/>
        <a:p>
          <a:endParaRPr lang="ru-RU"/>
        </a:p>
      </dgm:t>
    </dgm:pt>
    <dgm:pt modelId="{0536255E-B08A-48A2-9F0B-C1E5C9D95A8B}">
      <dgm:prSet/>
      <dgm:spPr/>
      <dgm:t>
        <a:bodyPr/>
        <a:lstStyle/>
        <a:p>
          <a:r>
            <a:rPr lang="ru-RU" b="1" i="0" dirty="0"/>
            <a:t>Хранилища логов</a:t>
          </a:r>
          <a:r>
            <a:rPr lang="ru-RU" b="0" i="0" dirty="0"/>
            <a:t> долгосрочного хранения</a:t>
          </a:r>
          <a:endParaRPr lang="ru-RU" dirty="0"/>
        </a:p>
      </dgm:t>
    </dgm:pt>
    <dgm:pt modelId="{D2D0B39C-AFBD-4F79-B763-7DFBF74250A3}" type="parTrans" cxnId="{D2FB5E63-0EB9-4BC0-9843-286FC52C9D37}">
      <dgm:prSet/>
      <dgm:spPr/>
      <dgm:t>
        <a:bodyPr/>
        <a:lstStyle/>
        <a:p>
          <a:endParaRPr lang="ru-RU"/>
        </a:p>
      </dgm:t>
    </dgm:pt>
    <dgm:pt modelId="{CEF88F13-BB71-4FC6-A25E-D332533F6D97}" type="sibTrans" cxnId="{D2FB5E63-0EB9-4BC0-9843-286FC52C9D37}">
      <dgm:prSet/>
      <dgm:spPr/>
      <dgm:t>
        <a:bodyPr/>
        <a:lstStyle/>
        <a:p>
          <a:endParaRPr lang="ru-RU"/>
        </a:p>
      </dgm:t>
    </dgm:pt>
    <dgm:pt modelId="{C0F4635F-1DB0-40B8-B870-C1E167931AA9}">
      <dgm:prSet/>
      <dgm:spPr/>
      <dgm:t>
        <a:bodyPr/>
        <a:lstStyle/>
        <a:p>
          <a:r>
            <a:rPr lang="ru-RU" b="1" i="0" dirty="0"/>
            <a:t>2. Системы обнаружения и защиты:</a:t>
          </a:r>
          <a:endParaRPr lang="ru-RU" dirty="0"/>
        </a:p>
      </dgm:t>
    </dgm:pt>
    <dgm:pt modelId="{F126AE4D-BBD7-4A79-9130-C7C39D8D2088}" type="parTrans" cxnId="{A05B8E95-A603-430A-A4E6-D073881FB8DA}">
      <dgm:prSet/>
      <dgm:spPr/>
      <dgm:t>
        <a:bodyPr/>
        <a:lstStyle/>
        <a:p>
          <a:endParaRPr lang="ru-RU"/>
        </a:p>
      </dgm:t>
    </dgm:pt>
    <dgm:pt modelId="{FFF6506D-0C9F-4054-8519-E86865E34D47}" type="sibTrans" cxnId="{A05B8E95-A603-430A-A4E6-D073881FB8DA}">
      <dgm:prSet/>
      <dgm:spPr/>
      <dgm:t>
        <a:bodyPr/>
        <a:lstStyle/>
        <a:p>
          <a:endParaRPr lang="ru-RU"/>
        </a:p>
      </dgm:t>
    </dgm:pt>
    <dgm:pt modelId="{FCEF159F-ABBF-4509-82F9-225FF790B966}">
      <dgm:prSet/>
      <dgm:spPr/>
      <dgm:t>
        <a:bodyPr/>
        <a:lstStyle/>
        <a:p>
          <a:r>
            <a:rPr lang="en-US" b="1" i="0" dirty="0"/>
            <a:t>EDR/XDR-</a:t>
          </a:r>
          <a:r>
            <a:rPr lang="ru-RU" b="1" i="0" dirty="0"/>
            <a:t>платформы</a:t>
          </a:r>
          <a:r>
            <a:rPr lang="ru-RU" b="0" i="0" dirty="0"/>
            <a:t> </a:t>
          </a:r>
          <a:endParaRPr lang="ru-RU" dirty="0"/>
        </a:p>
      </dgm:t>
    </dgm:pt>
    <dgm:pt modelId="{8A19F753-DDDD-4079-8E69-CDB7219EF0D0}" type="parTrans" cxnId="{08DC9895-5AA8-413F-801F-426AFF8D4957}">
      <dgm:prSet/>
      <dgm:spPr/>
      <dgm:t>
        <a:bodyPr/>
        <a:lstStyle/>
        <a:p>
          <a:endParaRPr lang="ru-RU"/>
        </a:p>
      </dgm:t>
    </dgm:pt>
    <dgm:pt modelId="{22F4F9B7-7052-452C-894A-48B6B8BA381C}" type="sibTrans" cxnId="{08DC9895-5AA8-413F-801F-426AFF8D4957}">
      <dgm:prSet/>
      <dgm:spPr/>
      <dgm:t>
        <a:bodyPr/>
        <a:lstStyle/>
        <a:p>
          <a:endParaRPr lang="ru-RU"/>
        </a:p>
      </dgm:t>
    </dgm:pt>
    <dgm:pt modelId="{F2EF5E60-0B99-4C33-8662-B238AFEE2EAD}">
      <dgm:prSet/>
      <dgm:spPr/>
      <dgm:t>
        <a:bodyPr/>
        <a:lstStyle/>
        <a:p>
          <a:r>
            <a:rPr lang="ru-RU" b="1" i="0" dirty="0" err="1"/>
            <a:t>Мезосетевые</a:t>
          </a:r>
          <a:r>
            <a:rPr lang="ru-RU" b="1" i="0" dirty="0"/>
            <a:t> системы обнаружения</a:t>
          </a:r>
          <a:r>
            <a:rPr lang="ru-RU" b="0" i="0" dirty="0"/>
            <a:t> (</a:t>
          </a:r>
          <a:r>
            <a:rPr lang="en-US" b="0" i="0" dirty="0"/>
            <a:t>NDR)</a:t>
          </a:r>
          <a:endParaRPr lang="ru-RU" dirty="0"/>
        </a:p>
      </dgm:t>
    </dgm:pt>
    <dgm:pt modelId="{5005B0EB-1E7D-4C3F-97BF-B566B4B161EF}" type="parTrans" cxnId="{105B9F53-8C44-4392-A56C-5F84C31F968E}">
      <dgm:prSet/>
      <dgm:spPr/>
      <dgm:t>
        <a:bodyPr/>
        <a:lstStyle/>
        <a:p>
          <a:endParaRPr lang="ru-RU"/>
        </a:p>
      </dgm:t>
    </dgm:pt>
    <dgm:pt modelId="{20D927DF-B488-4650-B813-3F298792E499}" type="sibTrans" cxnId="{105B9F53-8C44-4392-A56C-5F84C31F968E}">
      <dgm:prSet/>
      <dgm:spPr/>
      <dgm:t>
        <a:bodyPr/>
        <a:lstStyle/>
        <a:p>
          <a:endParaRPr lang="ru-RU"/>
        </a:p>
      </dgm:t>
    </dgm:pt>
    <dgm:pt modelId="{780920ED-2D50-4737-8117-54E86C95BFFF}">
      <dgm:prSet/>
      <dgm:spPr/>
      <dgm:t>
        <a:bodyPr/>
        <a:lstStyle/>
        <a:p>
          <a:r>
            <a:rPr lang="ru-RU" b="1" i="0" dirty="0"/>
            <a:t>Веб-брандмауэры</a:t>
          </a:r>
          <a:r>
            <a:rPr lang="ru-RU" b="0" i="0" dirty="0"/>
            <a:t> (</a:t>
          </a:r>
          <a:r>
            <a:rPr lang="en-US" b="0" i="0" dirty="0"/>
            <a:t>WAF)</a:t>
          </a:r>
          <a:endParaRPr lang="ru-RU" dirty="0"/>
        </a:p>
      </dgm:t>
    </dgm:pt>
    <dgm:pt modelId="{D2F4D967-72C7-4D81-8993-9FA4EFC98F5D}" type="parTrans" cxnId="{42975FEC-9903-4FE8-9C3F-3DC12EA27C04}">
      <dgm:prSet/>
      <dgm:spPr/>
      <dgm:t>
        <a:bodyPr/>
        <a:lstStyle/>
        <a:p>
          <a:endParaRPr lang="ru-RU"/>
        </a:p>
      </dgm:t>
    </dgm:pt>
    <dgm:pt modelId="{AC97CC28-6A7D-41FA-945C-3DA0BB14A47B}" type="sibTrans" cxnId="{42975FEC-9903-4FE8-9C3F-3DC12EA27C04}">
      <dgm:prSet/>
      <dgm:spPr/>
      <dgm:t>
        <a:bodyPr/>
        <a:lstStyle/>
        <a:p>
          <a:endParaRPr lang="ru-RU"/>
        </a:p>
      </dgm:t>
    </dgm:pt>
    <dgm:pt modelId="{6D82D62A-0B80-4FAA-B503-8748C6BC67A1}">
      <dgm:prSet/>
      <dgm:spPr/>
      <dgm:t>
        <a:bodyPr/>
        <a:lstStyle/>
        <a:p>
          <a:r>
            <a:rPr lang="ru-RU" b="1" i="0" dirty="0"/>
            <a:t>Антивирусные решения</a:t>
          </a:r>
          <a:r>
            <a:rPr lang="ru-RU" b="0" i="0" dirty="0"/>
            <a:t> нового поколения (</a:t>
          </a:r>
          <a:r>
            <a:rPr lang="en-US" b="0" i="0" dirty="0"/>
            <a:t>NGAV)</a:t>
          </a:r>
          <a:endParaRPr lang="ru-RU" dirty="0"/>
        </a:p>
      </dgm:t>
    </dgm:pt>
    <dgm:pt modelId="{0D309BD1-5666-4030-A68D-EDFB931130E8}" type="parTrans" cxnId="{30AF8FF7-9B7D-40CD-A937-78BF766F70F9}">
      <dgm:prSet/>
      <dgm:spPr/>
      <dgm:t>
        <a:bodyPr/>
        <a:lstStyle/>
        <a:p>
          <a:endParaRPr lang="ru-RU"/>
        </a:p>
      </dgm:t>
    </dgm:pt>
    <dgm:pt modelId="{32F1FE97-B377-4FDC-A135-D960AC78490B}" type="sibTrans" cxnId="{30AF8FF7-9B7D-40CD-A937-78BF766F70F9}">
      <dgm:prSet/>
      <dgm:spPr/>
      <dgm:t>
        <a:bodyPr/>
        <a:lstStyle/>
        <a:p>
          <a:endParaRPr lang="ru-RU"/>
        </a:p>
      </dgm:t>
    </dgm:pt>
    <dgm:pt modelId="{F1EC648F-CDB7-4F20-918D-55BEFC1F5815}">
      <dgm:prSet/>
      <dgm:spPr/>
      <dgm:t>
        <a:bodyPr/>
        <a:lstStyle/>
        <a:p>
          <a:r>
            <a:rPr lang="en-US" b="1" i="0" dirty="0"/>
            <a:t>3. </a:t>
          </a:r>
          <a:r>
            <a:rPr lang="ru-RU" b="1" i="0" dirty="0"/>
            <a:t>Платформы автоматизации и реагирования:</a:t>
          </a:r>
          <a:endParaRPr lang="ru-RU" dirty="0"/>
        </a:p>
      </dgm:t>
    </dgm:pt>
    <dgm:pt modelId="{4569F38F-A676-480E-9643-72D2F5098CBC}" type="parTrans" cxnId="{2E466E43-BF6A-4841-AB71-F47594BA78C9}">
      <dgm:prSet/>
      <dgm:spPr/>
      <dgm:t>
        <a:bodyPr/>
        <a:lstStyle/>
        <a:p>
          <a:endParaRPr lang="ru-RU"/>
        </a:p>
      </dgm:t>
    </dgm:pt>
    <dgm:pt modelId="{3644C443-4432-4F01-995E-CCC6303354A3}" type="sibTrans" cxnId="{2E466E43-BF6A-4841-AB71-F47594BA78C9}">
      <dgm:prSet/>
      <dgm:spPr/>
      <dgm:t>
        <a:bodyPr/>
        <a:lstStyle/>
        <a:p>
          <a:endParaRPr lang="ru-RU"/>
        </a:p>
      </dgm:t>
    </dgm:pt>
    <dgm:pt modelId="{23E89D90-5C20-47EC-9B40-4608FCAFB350}">
      <dgm:prSet/>
      <dgm:spPr/>
      <dgm:t>
        <a:bodyPr/>
        <a:lstStyle/>
        <a:p>
          <a:r>
            <a:rPr lang="en-US" b="1" i="0" dirty="0"/>
            <a:t>SOAR-</a:t>
          </a:r>
          <a:r>
            <a:rPr lang="ru-RU" b="1" i="0" dirty="0"/>
            <a:t>системы</a:t>
          </a:r>
          <a:r>
            <a:rPr lang="ru-RU" b="0" i="0" dirty="0"/>
            <a:t> </a:t>
          </a:r>
          <a:endParaRPr lang="ru-RU" dirty="0"/>
        </a:p>
      </dgm:t>
    </dgm:pt>
    <dgm:pt modelId="{F801CCA5-A7C7-4CE7-AE9B-0B740E732721}" type="parTrans" cxnId="{808EDA77-0B05-4AEF-BDC3-38DFE75746F4}">
      <dgm:prSet/>
      <dgm:spPr/>
      <dgm:t>
        <a:bodyPr/>
        <a:lstStyle/>
        <a:p>
          <a:endParaRPr lang="ru-RU"/>
        </a:p>
      </dgm:t>
    </dgm:pt>
    <dgm:pt modelId="{C04BD48E-B79C-4B7C-9928-57CCE06A5B7E}" type="sibTrans" cxnId="{808EDA77-0B05-4AEF-BDC3-38DFE75746F4}">
      <dgm:prSet/>
      <dgm:spPr/>
      <dgm:t>
        <a:bodyPr/>
        <a:lstStyle/>
        <a:p>
          <a:endParaRPr lang="ru-RU"/>
        </a:p>
      </dgm:t>
    </dgm:pt>
    <dgm:pt modelId="{2BB889F5-6381-43EB-8E2B-A8A967AA34CF}">
      <dgm:prSet/>
      <dgm:spPr/>
      <dgm:t>
        <a:bodyPr/>
        <a:lstStyle/>
        <a:p>
          <a:r>
            <a:rPr lang="ru-RU" b="1" i="0"/>
            <a:t>4. Инструменты анализа угроз:</a:t>
          </a:r>
          <a:endParaRPr lang="ru-RU"/>
        </a:p>
      </dgm:t>
    </dgm:pt>
    <dgm:pt modelId="{B3257874-45B4-4277-AADC-55627B5230E9}" type="parTrans" cxnId="{A2E77DBB-2A57-4737-8A16-B359D5841CC7}">
      <dgm:prSet/>
      <dgm:spPr/>
      <dgm:t>
        <a:bodyPr/>
        <a:lstStyle/>
        <a:p>
          <a:endParaRPr lang="ru-RU"/>
        </a:p>
      </dgm:t>
    </dgm:pt>
    <dgm:pt modelId="{DDE3A9A5-2B56-4794-A13D-099D2A1B77FC}" type="sibTrans" cxnId="{A2E77DBB-2A57-4737-8A16-B359D5841CC7}">
      <dgm:prSet/>
      <dgm:spPr/>
      <dgm:t>
        <a:bodyPr/>
        <a:lstStyle/>
        <a:p>
          <a:endParaRPr lang="ru-RU"/>
        </a:p>
      </dgm:t>
    </dgm:pt>
    <dgm:pt modelId="{82FF33FA-8C80-43C5-B371-9638CF42067A}">
      <dgm:prSet/>
      <dgm:spPr/>
      <dgm:t>
        <a:bodyPr/>
        <a:lstStyle/>
        <a:p>
          <a:r>
            <a:rPr lang="ru-RU" b="1" i="0" dirty="0"/>
            <a:t>Платформы киберразведки</a:t>
          </a:r>
          <a:r>
            <a:rPr lang="ru-RU" b="0" i="0" dirty="0"/>
            <a:t> </a:t>
          </a:r>
          <a:endParaRPr lang="ru-RU" dirty="0"/>
        </a:p>
      </dgm:t>
    </dgm:pt>
    <dgm:pt modelId="{46A8F2A7-5008-40E6-B88E-B5E50E75040D}" type="parTrans" cxnId="{2BCF3F94-3BD3-417F-8E8A-EE59A2642D81}">
      <dgm:prSet/>
      <dgm:spPr/>
      <dgm:t>
        <a:bodyPr/>
        <a:lstStyle/>
        <a:p>
          <a:endParaRPr lang="ru-RU"/>
        </a:p>
      </dgm:t>
    </dgm:pt>
    <dgm:pt modelId="{9B331812-B28E-4074-A5EB-54210AB3871B}" type="sibTrans" cxnId="{2BCF3F94-3BD3-417F-8E8A-EE59A2642D81}">
      <dgm:prSet/>
      <dgm:spPr/>
      <dgm:t>
        <a:bodyPr/>
        <a:lstStyle/>
        <a:p>
          <a:endParaRPr lang="ru-RU"/>
        </a:p>
      </dgm:t>
    </dgm:pt>
    <dgm:pt modelId="{25D51F18-8F74-4F9B-B832-D7E45E021186}">
      <dgm:prSet/>
      <dgm:spPr/>
      <dgm:t>
        <a:bodyPr/>
        <a:lstStyle/>
        <a:p>
          <a:r>
            <a:rPr lang="ru-RU" b="1" i="0" dirty="0"/>
            <a:t>Инструменты </a:t>
          </a:r>
          <a:r>
            <a:rPr lang="en-US" b="1" i="0" dirty="0"/>
            <a:t>threat hunting</a:t>
          </a:r>
          <a:endParaRPr lang="ru-RU" dirty="0"/>
        </a:p>
      </dgm:t>
    </dgm:pt>
    <dgm:pt modelId="{024C36B4-874C-400A-87F7-64A223E1D0DD}" type="parTrans" cxnId="{653FF38F-A6D4-4D1D-88B5-5768E7FEE5CE}">
      <dgm:prSet/>
      <dgm:spPr/>
      <dgm:t>
        <a:bodyPr/>
        <a:lstStyle/>
        <a:p>
          <a:endParaRPr lang="ru-RU"/>
        </a:p>
      </dgm:t>
    </dgm:pt>
    <dgm:pt modelId="{67E07C5A-CA79-4FB8-ACB4-4A546A69CBC3}" type="sibTrans" cxnId="{653FF38F-A6D4-4D1D-88B5-5768E7FEE5CE}">
      <dgm:prSet/>
      <dgm:spPr/>
      <dgm:t>
        <a:bodyPr/>
        <a:lstStyle/>
        <a:p>
          <a:endParaRPr lang="ru-RU"/>
        </a:p>
      </dgm:t>
    </dgm:pt>
    <dgm:pt modelId="{A7950D2E-A217-4494-AE17-56CCB2C66699}">
      <dgm:prSet/>
      <dgm:spPr/>
      <dgm:t>
        <a:bodyPr/>
        <a:lstStyle/>
        <a:p>
          <a:r>
            <a:rPr lang="en-US" b="1" i="0"/>
            <a:t>5. </a:t>
          </a:r>
          <a:r>
            <a:rPr lang="ru-RU" b="1" i="0"/>
            <a:t>Системы сбора данных:</a:t>
          </a:r>
          <a:endParaRPr lang="ru-RU"/>
        </a:p>
      </dgm:t>
    </dgm:pt>
    <dgm:pt modelId="{0F93FF53-68C6-4D5C-8EB1-145CB2C90DDF}" type="parTrans" cxnId="{11562897-C3F8-4AB1-A9D7-7A01C59CA347}">
      <dgm:prSet/>
      <dgm:spPr/>
      <dgm:t>
        <a:bodyPr/>
        <a:lstStyle/>
        <a:p>
          <a:endParaRPr lang="ru-RU"/>
        </a:p>
      </dgm:t>
    </dgm:pt>
    <dgm:pt modelId="{82DE5EE3-6233-4569-B937-8D0E3FFAE915}" type="sibTrans" cxnId="{11562897-C3F8-4AB1-A9D7-7A01C59CA347}">
      <dgm:prSet/>
      <dgm:spPr/>
      <dgm:t>
        <a:bodyPr/>
        <a:lstStyle/>
        <a:p>
          <a:endParaRPr lang="ru-RU"/>
        </a:p>
      </dgm:t>
    </dgm:pt>
    <dgm:pt modelId="{77157430-D828-4244-8810-6ECD63626B0A}">
      <dgm:prSet/>
      <dgm:spPr/>
      <dgm:t>
        <a:bodyPr/>
        <a:lstStyle/>
        <a:p>
          <a:r>
            <a:rPr lang="ru-RU" b="1" i="0" dirty="0"/>
            <a:t>Агенты сбора логов</a:t>
          </a:r>
          <a:r>
            <a:rPr lang="ru-RU" b="0" i="0" dirty="0"/>
            <a:t> (</a:t>
          </a:r>
          <a:r>
            <a:rPr lang="en-US" b="0" i="0" dirty="0" err="1"/>
            <a:t>Winlogbeat</a:t>
          </a:r>
          <a:r>
            <a:rPr lang="en-US" b="0" i="0" dirty="0"/>
            <a:t>, Sysmon)</a:t>
          </a:r>
          <a:endParaRPr lang="ru-RU" dirty="0"/>
        </a:p>
      </dgm:t>
    </dgm:pt>
    <dgm:pt modelId="{5F4E5C89-0AF7-4DD1-A4EC-73BE0730A160}" type="parTrans" cxnId="{B4373C76-0AA0-4A3E-90FB-B70857E903C3}">
      <dgm:prSet/>
      <dgm:spPr/>
      <dgm:t>
        <a:bodyPr/>
        <a:lstStyle/>
        <a:p>
          <a:endParaRPr lang="ru-RU"/>
        </a:p>
      </dgm:t>
    </dgm:pt>
    <dgm:pt modelId="{7F41EC0B-BDA1-499E-84AA-043215672B26}" type="sibTrans" cxnId="{B4373C76-0AA0-4A3E-90FB-B70857E903C3}">
      <dgm:prSet/>
      <dgm:spPr/>
      <dgm:t>
        <a:bodyPr/>
        <a:lstStyle/>
        <a:p>
          <a:endParaRPr lang="ru-RU"/>
        </a:p>
      </dgm:t>
    </dgm:pt>
    <dgm:pt modelId="{5C2C25E7-D683-45A7-AF5C-38F6A14CE694}">
      <dgm:prSet/>
      <dgm:spPr/>
      <dgm:t>
        <a:bodyPr/>
        <a:lstStyle/>
        <a:p>
          <a:r>
            <a:rPr lang="ru-RU" b="1" i="0" dirty="0"/>
            <a:t>Сетевые сенсоры</a:t>
          </a:r>
          <a:r>
            <a:rPr lang="ru-RU" b="0" i="0" dirty="0"/>
            <a:t> (</a:t>
          </a:r>
          <a:r>
            <a:rPr lang="en-US" b="0" i="0" dirty="0"/>
            <a:t>Zeek, Suricata)</a:t>
          </a:r>
          <a:endParaRPr lang="ru-RU" dirty="0"/>
        </a:p>
      </dgm:t>
    </dgm:pt>
    <dgm:pt modelId="{BFDD3BB1-5055-4DB9-9333-E31E4B5F52F5}" type="parTrans" cxnId="{4A977852-AE00-40CB-88D9-401E4AB74981}">
      <dgm:prSet/>
      <dgm:spPr/>
      <dgm:t>
        <a:bodyPr/>
        <a:lstStyle/>
        <a:p>
          <a:endParaRPr lang="ru-RU"/>
        </a:p>
      </dgm:t>
    </dgm:pt>
    <dgm:pt modelId="{7FE25122-57AA-45EB-894B-20F4FCF55373}" type="sibTrans" cxnId="{4A977852-AE00-40CB-88D9-401E4AB74981}">
      <dgm:prSet/>
      <dgm:spPr/>
      <dgm:t>
        <a:bodyPr/>
        <a:lstStyle/>
        <a:p>
          <a:endParaRPr lang="ru-RU"/>
        </a:p>
      </dgm:t>
    </dgm:pt>
    <dgm:pt modelId="{CDFE147B-868E-4D4B-95C6-0D6344FCB26F}">
      <dgm:prSet/>
      <dgm:spPr/>
      <dgm:t>
        <a:bodyPr/>
        <a:lstStyle/>
        <a:p>
          <a:r>
            <a:rPr lang="ru-RU" b="1" i="0" dirty="0"/>
            <a:t>Коннекторы облачных сред</a:t>
          </a:r>
          <a:r>
            <a:rPr lang="ru-RU" b="0" i="0" dirty="0"/>
            <a:t> </a:t>
          </a:r>
          <a:endParaRPr lang="ru-RU" dirty="0"/>
        </a:p>
      </dgm:t>
    </dgm:pt>
    <dgm:pt modelId="{42C7CEC4-AD97-4613-B04F-BA199E310A5D}" type="parTrans" cxnId="{187857C1-02E3-4BC6-9FF5-1A6CA1BE82D8}">
      <dgm:prSet/>
      <dgm:spPr/>
      <dgm:t>
        <a:bodyPr/>
        <a:lstStyle/>
        <a:p>
          <a:endParaRPr lang="ru-RU"/>
        </a:p>
      </dgm:t>
    </dgm:pt>
    <dgm:pt modelId="{AA94CB2A-6B95-4AD5-BE05-4E4AD7014072}" type="sibTrans" cxnId="{187857C1-02E3-4BC6-9FF5-1A6CA1BE82D8}">
      <dgm:prSet/>
      <dgm:spPr/>
      <dgm:t>
        <a:bodyPr/>
        <a:lstStyle/>
        <a:p>
          <a:endParaRPr lang="ru-RU"/>
        </a:p>
      </dgm:t>
    </dgm:pt>
    <dgm:pt modelId="{84814D4D-2242-44C9-8C5C-F82A19EFF4FF}">
      <dgm:prSet/>
      <dgm:spPr/>
      <dgm:t>
        <a:bodyPr/>
        <a:lstStyle/>
        <a:p>
          <a:r>
            <a:rPr lang="ru-RU" b="1" i="0"/>
            <a:t>6. Инструменты форензик-анализа:</a:t>
          </a:r>
          <a:endParaRPr lang="ru-RU"/>
        </a:p>
      </dgm:t>
    </dgm:pt>
    <dgm:pt modelId="{83A6A1BD-F155-4DC5-9B08-9F0B9400876B}" type="parTrans" cxnId="{C40A76B1-D2D8-42DF-A358-459B57A55D36}">
      <dgm:prSet/>
      <dgm:spPr/>
      <dgm:t>
        <a:bodyPr/>
        <a:lstStyle/>
        <a:p>
          <a:endParaRPr lang="ru-RU"/>
        </a:p>
      </dgm:t>
    </dgm:pt>
    <dgm:pt modelId="{7D9ECFA9-9F85-43A4-9968-6BDAEBF44A1E}" type="sibTrans" cxnId="{C40A76B1-D2D8-42DF-A358-459B57A55D36}">
      <dgm:prSet/>
      <dgm:spPr/>
      <dgm:t>
        <a:bodyPr/>
        <a:lstStyle/>
        <a:p>
          <a:endParaRPr lang="ru-RU"/>
        </a:p>
      </dgm:t>
    </dgm:pt>
    <dgm:pt modelId="{BE254C7B-2310-4A54-AB1C-C5E19073862A}">
      <dgm:prSet/>
      <dgm:spPr/>
      <dgm:t>
        <a:bodyPr/>
        <a:lstStyle/>
        <a:p>
          <a:r>
            <a:rPr lang="ru-RU" b="1" i="0" dirty="0"/>
            <a:t>Системы анализа памяти</a:t>
          </a:r>
          <a:r>
            <a:rPr lang="ru-RU" b="0" i="0" dirty="0"/>
            <a:t> </a:t>
          </a:r>
          <a:endParaRPr lang="ru-RU" dirty="0"/>
        </a:p>
      </dgm:t>
    </dgm:pt>
    <dgm:pt modelId="{7D17B06B-BE9C-44A8-B548-629CEF41C618}" type="parTrans" cxnId="{AA2BB793-FAF9-4000-95FE-594CEA3DC203}">
      <dgm:prSet/>
      <dgm:spPr/>
      <dgm:t>
        <a:bodyPr/>
        <a:lstStyle/>
        <a:p>
          <a:endParaRPr lang="ru-RU"/>
        </a:p>
      </dgm:t>
    </dgm:pt>
    <dgm:pt modelId="{558EFE83-1BCC-47CC-A44C-592B46C673FC}" type="sibTrans" cxnId="{AA2BB793-FAF9-4000-95FE-594CEA3DC203}">
      <dgm:prSet/>
      <dgm:spPr/>
      <dgm:t>
        <a:bodyPr/>
        <a:lstStyle/>
        <a:p>
          <a:endParaRPr lang="ru-RU"/>
        </a:p>
      </dgm:t>
    </dgm:pt>
    <dgm:pt modelId="{60496FD7-ABB0-446D-911C-EF320C391B59}">
      <dgm:prSet/>
      <dgm:spPr/>
      <dgm:t>
        <a:bodyPr/>
        <a:lstStyle/>
        <a:p>
          <a:r>
            <a:rPr lang="ru-RU" b="1" i="0"/>
            <a:t>7. Платформы визуализации:</a:t>
          </a:r>
          <a:endParaRPr lang="ru-RU"/>
        </a:p>
      </dgm:t>
    </dgm:pt>
    <dgm:pt modelId="{300581DD-93DF-4FEB-8545-45681F8E1F87}" type="parTrans" cxnId="{3F5D84F1-E641-4139-93FC-0E0F4563CD2B}">
      <dgm:prSet/>
      <dgm:spPr/>
      <dgm:t>
        <a:bodyPr/>
        <a:lstStyle/>
        <a:p>
          <a:endParaRPr lang="ru-RU"/>
        </a:p>
      </dgm:t>
    </dgm:pt>
    <dgm:pt modelId="{46BB19E5-DA22-45F8-A8B3-A7FFA5B16129}" type="sibTrans" cxnId="{3F5D84F1-E641-4139-93FC-0E0F4563CD2B}">
      <dgm:prSet/>
      <dgm:spPr/>
      <dgm:t>
        <a:bodyPr/>
        <a:lstStyle/>
        <a:p>
          <a:endParaRPr lang="ru-RU"/>
        </a:p>
      </dgm:t>
    </dgm:pt>
    <dgm:pt modelId="{F0B8DC42-2396-4D2B-87B8-7ED4BB4BC506}">
      <dgm:prSet/>
      <dgm:spPr/>
      <dgm:t>
        <a:bodyPr/>
        <a:lstStyle/>
        <a:p>
          <a:r>
            <a:rPr lang="ru-RU" b="1" i="0" dirty="0"/>
            <a:t>Операционные дашборды</a:t>
          </a:r>
          <a:r>
            <a:rPr lang="ru-RU" b="0" i="0" dirty="0"/>
            <a:t> (</a:t>
          </a:r>
          <a:r>
            <a:rPr lang="en-US" b="0" i="0" dirty="0"/>
            <a:t>Grafana, Kibana)</a:t>
          </a:r>
          <a:endParaRPr lang="ru-RU" dirty="0"/>
        </a:p>
      </dgm:t>
    </dgm:pt>
    <dgm:pt modelId="{E31F4E1D-87DE-43EC-86F2-712205F03206}" type="parTrans" cxnId="{5EC19BB5-E1E1-4A23-A3A6-C51FE32B0863}">
      <dgm:prSet/>
      <dgm:spPr/>
      <dgm:t>
        <a:bodyPr/>
        <a:lstStyle/>
        <a:p>
          <a:endParaRPr lang="ru-RU"/>
        </a:p>
      </dgm:t>
    </dgm:pt>
    <dgm:pt modelId="{22049EC6-EFF8-4034-B013-D1D1873351EE}" type="sibTrans" cxnId="{5EC19BB5-E1E1-4A23-A3A6-C51FE32B0863}">
      <dgm:prSet/>
      <dgm:spPr/>
      <dgm:t>
        <a:bodyPr/>
        <a:lstStyle/>
        <a:p>
          <a:endParaRPr lang="ru-RU"/>
        </a:p>
      </dgm:t>
    </dgm:pt>
    <dgm:pt modelId="{79F4AEB4-1FEF-4CE7-84E5-68501285D2C7}">
      <dgm:prSet/>
      <dgm:spPr/>
      <dgm:t>
        <a:bodyPr/>
        <a:lstStyle/>
        <a:p>
          <a:r>
            <a:rPr lang="ru-RU" b="1" i="0" dirty="0"/>
            <a:t>Системы визуализации сети</a:t>
          </a:r>
          <a:endParaRPr lang="ru-RU" dirty="0"/>
        </a:p>
      </dgm:t>
    </dgm:pt>
    <dgm:pt modelId="{5C684A5C-6DE7-433D-886A-F398E2699EEF}" type="parTrans" cxnId="{4963FE52-4294-4111-99A9-FE788C3AF412}">
      <dgm:prSet/>
      <dgm:spPr/>
      <dgm:t>
        <a:bodyPr/>
        <a:lstStyle/>
        <a:p>
          <a:endParaRPr lang="ru-RU"/>
        </a:p>
      </dgm:t>
    </dgm:pt>
    <dgm:pt modelId="{729A8E3A-DE40-4038-8227-4C6DD4FEB7C1}" type="sibTrans" cxnId="{4963FE52-4294-4111-99A9-FE788C3AF412}">
      <dgm:prSet/>
      <dgm:spPr/>
      <dgm:t>
        <a:bodyPr/>
        <a:lstStyle/>
        <a:p>
          <a:endParaRPr lang="ru-RU"/>
        </a:p>
      </dgm:t>
    </dgm:pt>
    <dgm:pt modelId="{778838C9-AF69-4322-910E-CA4450283CA1}">
      <dgm:prSet/>
      <dgm:spPr/>
      <dgm:t>
        <a:bodyPr/>
        <a:lstStyle/>
        <a:p>
          <a:r>
            <a:rPr lang="ru-RU" b="1" i="0" dirty="0"/>
            <a:t>Инструменты построения графов атак</a:t>
          </a:r>
          <a:endParaRPr lang="ru-RU" dirty="0"/>
        </a:p>
      </dgm:t>
    </dgm:pt>
    <dgm:pt modelId="{A61FDCC5-D905-43BE-99CD-65E9EC36CBFC}" type="parTrans" cxnId="{84879D50-1C86-4C1C-B432-9B43AEF98E56}">
      <dgm:prSet/>
      <dgm:spPr/>
      <dgm:t>
        <a:bodyPr/>
        <a:lstStyle/>
        <a:p>
          <a:endParaRPr lang="ru-RU"/>
        </a:p>
      </dgm:t>
    </dgm:pt>
    <dgm:pt modelId="{175CEF59-7DFE-46B6-A05C-BC29212C5EB0}" type="sibTrans" cxnId="{84879D50-1C86-4C1C-B432-9B43AEF98E56}">
      <dgm:prSet/>
      <dgm:spPr/>
      <dgm:t>
        <a:bodyPr/>
        <a:lstStyle/>
        <a:p>
          <a:endParaRPr lang="ru-RU"/>
        </a:p>
      </dgm:t>
    </dgm:pt>
    <dgm:pt modelId="{80D5C0AF-E412-4F79-931A-6B3AE4CBF545}">
      <dgm:prSet/>
      <dgm:spPr/>
      <dgm:t>
        <a:bodyPr/>
        <a:lstStyle/>
        <a:p>
          <a:r>
            <a:rPr lang="ru-RU" b="1" i="0" dirty="0"/>
            <a:t>Средства геолокации угроз</a:t>
          </a:r>
          <a:endParaRPr lang="ru-RU" dirty="0"/>
        </a:p>
      </dgm:t>
    </dgm:pt>
    <dgm:pt modelId="{3B536A98-DC1B-4AD5-9B69-AA549CF386CC}" type="parTrans" cxnId="{944F193B-5054-4F66-9B3C-B3CF06D3EA27}">
      <dgm:prSet/>
      <dgm:spPr/>
      <dgm:t>
        <a:bodyPr/>
        <a:lstStyle/>
        <a:p>
          <a:endParaRPr lang="ru-RU"/>
        </a:p>
      </dgm:t>
    </dgm:pt>
    <dgm:pt modelId="{9E04EC36-FFC4-4B1B-8B53-3AC28536F518}" type="sibTrans" cxnId="{944F193B-5054-4F66-9B3C-B3CF06D3EA27}">
      <dgm:prSet/>
      <dgm:spPr/>
      <dgm:t>
        <a:bodyPr/>
        <a:lstStyle/>
        <a:p>
          <a:endParaRPr lang="ru-RU"/>
        </a:p>
      </dgm:t>
    </dgm:pt>
    <dgm:pt modelId="{B9E411DA-1002-478A-AC39-27547705A76A}">
      <dgm:prSet/>
      <dgm:spPr/>
      <dgm:t>
        <a:bodyPr/>
        <a:lstStyle/>
        <a:p>
          <a:r>
            <a:rPr lang="ru-RU" b="1" i="0"/>
            <a:t>8. Системы управления уязвимостями:</a:t>
          </a:r>
          <a:endParaRPr lang="ru-RU"/>
        </a:p>
      </dgm:t>
    </dgm:pt>
    <dgm:pt modelId="{17E3EECF-A412-4C6D-A15F-8E8C08B13367}" type="parTrans" cxnId="{98113373-4121-441A-B16C-E70E3B51723F}">
      <dgm:prSet/>
      <dgm:spPr/>
      <dgm:t>
        <a:bodyPr/>
        <a:lstStyle/>
        <a:p>
          <a:endParaRPr lang="ru-RU"/>
        </a:p>
      </dgm:t>
    </dgm:pt>
    <dgm:pt modelId="{D607F729-D36F-406F-B27E-802300FC3E63}" type="sibTrans" cxnId="{98113373-4121-441A-B16C-E70E3B51723F}">
      <dgm:prSet/>
      <dgm:spPr/>
      <dgm:t>
        <a:bodyPr/>
        <a:lstStyle/>
        <a:p>
          <a:endParaRPr lang="ru-RU"/>
        </a:p>
      </dgm:t>
    </dgm:pt>
    <dgm:pt modelId="{66D50449-A83F-4B2E-A8DF-2194BFA48CBE}">
      <dgm:prSet/>
      <dgm:spPr/>
      <dgm:t>
        <a:bodyPr/>
        <a:lstStyle/>
        <a:p>
          <a:r>
            <a:rPr lang="ru-RU" b="1" i="0" dirty="0"/>
            <a:t>Сканеры уязвимостей</a:t>
          </a:r>
          <a:r>
            <a:rPr lang="ru-RU" b="0" i="0" dirty="0"/>
            <a:t> (</a:t>
          </a:r>
          <a:r>
            <a:rPr lang="en-US" b="0" i="0" dirty="0"/>
            <a:t>Nessus, Qualys, OpenVAS)</a:t>
          </a:r>
          <a:endParaRPr lang="ru-RU" dirty="0"/>
        </a:p>
      </dgm:t>
    </dgm:pt>
    <dgm:pt modelId="{99D76D4B-9E33-46BD-880E-20CBE4EDBD5C}" type="parTrans" cxnId="{E155D1CE-24E9-4570-A495-7FCABEB9372C}">
      <dgm:prSet/>
      <dgm:spPr/>
      <dgm:t>
        <a:bodyPr/>
        <a:lstStyle/>
        <a:p>
          <a:endParaRPr lang="ru-RU"/>
        </a:p>
      </dgm:t>
    </dgm:pt>
    <dgm:pt modelId="{8BC4629F-4297-41C7-8029-B63243015271}" type="sibTrans" cxnId="{E155D1CE-24E9-4570-A495-7FCABEB9372C}">
      <dgm:prSet/>
      <dgm:spPr/>
      <dgm:t>
        <a:bodyPr/>
        <a:lstStyle/>
        <a:p>
          <a:endParaRPr lang="ru-RU"/>
        </a:p>
      </dgm:t>
    </dgm:pt>
    <dgm:pt modelId="{48C4BD7E-8336-4048-932F-E630543663C8}">
      <dgm:prSet/>
      <dgm:spPr/>
      <dgm:t>
        <a:bodyPr/>
        <a:lstStyle/>
        <a:p>
          <a:r>
            <a:rPr lang="ru-RU" b="1" i="0" dirty="0"/>
            <a:t>Платформы управления уязвимостями</a:t>
          </a:r>
          <a:endParaRPr lang="ru-RU" dirty="0"/>
        </a:p>
      </dgm:t>
    </dgm:pt>
    <dgm:pt modelId="{809B4899-78D5-4DE7-98D2-D40DD87AC693}" type="parTrans" cxnId="{D080ECDD-9918-48A1-A916-87286E61C0E1}">
      <dgm:prSet/>
      <dgm:spPr/>
      <dgm:t>
        <a:bodyPr/>
        <a:lstStyle/>
        <a:p>
          <a:endParaRPr lang="ru-RU"/>
        </a:p>
      </dgm:t>
    </dgm:pt>
    <dgm:pt modelId="{E8CB00B5-1111-4238-B2B5-A3C84F0642D4}" type="sibTrans" cxnId="{D080ECDD-9918-48A1-A916-87286E61C0E1}">
      <dgm:prSet/>
      <dgm:spPr/>
      <dgm:t>
        <a:bodyPr/>
        <a:lstStyle/>
        <a:p>
          <a:endParaRPr lang="ru-RU"/>
        </a:p>
      </dgm:t>
    </dgm:pt>
    <dgm:pt modelId="{1CB8CE7D-3863-4E26-B467-1A5FFC114378}">
      <dgm:prSet/>
      <dgm:spPr/>
      <dgm:t>
        <a:bodyPr/>
        <a:lstStyle/>
        <a:p>
          <a:r>
            <a:rPr lang="ru-RU" b="1" i="0" dirty="0"/>
            <a:t>Системы оценки патчей</a:t>
          </a:r>
          <a:endParaRPr lang="ru-RU" dirty="0"/>
        </a:p>
      </dgm:t>
    </dgm:pt>
    <dgm:pt modelId="{2E8504F5-D809-47F3-8F28-FCA29D7F0894}" type="parTrans" cxnId="{D4518A13-F8AC-40DD-BD27-E61328B481A3}">
      <dgm:prSet/>
      <dgm:spPr/>
      <dgm:t>
        <a:bodyPr/>
        <a:lstStyle/>
        <a:p>
          <a:endParaRPr lang="ru-RU"/>
        </a:p>
      </dgm:t>
    </dgm:pt>
    <dgm:pt modelId="{0B6FF8D3-8C97-482B-916F-8CCD80B9A51A}" type="sibTrans" cxnId="{D4518A13-F8AC-40DD-BD27-E61328B481A3}">
      <dgm:prSet/>
      <dgm:spPr/>
      <dgm:t>
        <a:bodyPr/>
        <a:lstStyle/>
        <a:p>
          <a:endParaRPr lang="ru-RU"/>
        </a:p>
      </dgm:t>
    </dgm:pt>
    <dgm:pt modelId="{A84B9871-A028-41C4-9778-C0040C32C3F5}">
      <dgm:prSet/>
      <dgm:spPr/>
      <dgm:t>
        <a:bodyPr/>
        <a:lstStyle/>
        <a:p>
          <a:r>
            <a:rPr lang="ru-RU" b="1" i="0" dirty="0"/>
            <a:t>Инструменты конфигурационного анализа</a:t>
          </a:r>
          <a:endParaRPr lang="ru-RU" dirty="0"/>
        </a:p>
      </dgm:t>
    </dgm:pt>
    <dgm:pt modelId="{A388C79B-8DF5-4E3D-8876-8FA36D939689}" type="parTrans" cxnId="{F0559BAC-4EFE-40AF-8D68-7AE91573D29C}">
      <dgm:prSet/>
      <dgm:spPr/>
      <dgm:t>
        <a:bodyPr/>
        <a:lstStyle/>
        <a:p>
          <a:endParaRPr lang="ru-RU"/>
        </a:p>
      </dgm:t>
    </dgm:pt>
    <dgm:pt modelId="{CA329D10-64C9-43F0-8A4E-030A03010494}" type="sibTrans" cxnId="{F0559BAC-4EFE-40AF-8D68-7AE91573D29C}">
      <dgm:prSet/>
      <dgm:spPr/>
      <dgm:t>
        <a:bodyPr/>
        <a:lstStyle/>
        <a:p>
          <a:endParaRPr lang="ru-RU"/>
        </a:p>
      </dgm:t>
    </dgm:pt>
    <dgm:pt modelId="{942AEC1B-FDA1-4E61-B1F5-90DA78711AF9}">
      <dgm:prSet/>
      <dgm:spPr/>
      <dgm:t>
        <a:bodyPr/>
        <a:lstStyle/>
        <a:p>
          <a:r>
            <a:rPr lang="ru-RU" b="1" i="0" dirty="0"/>
            <a:t>Платформы </a:t>
          </a:r>
          <a:r>
            <a:rPr lang="ru-RU" b="1" i="0"/>
            <a:t>безопасности</a:t>
          </a:r>
          <a:r>
            <a:rPr lang="ru-RU" b="0" i="0"/>
            <a:t> </a:t>
          </a:r>
          <a:endParaRPr lang="ru-RU" dirty="0"/>
        </a:p>
      </dgm:t>
    </dgm:pt>
    <dgm:pt modelId="{790B7DBD-D90E-4F75-9D8A-E1068F6DB84C}" type="parTrans" cxnId="{2FD04F3C-D274-4CEE-A91F-0DACAEEB3E4F}">
      <dgm:prSet/>
      <dgm:spPr/>
      <dgm:t>
        <a:bodyPr/>
        <a:lstStyle/>
        <a:p>
          <a:endParaRPr lang="ru-RU"/>
        </a:p>
      </dgm:t>
    </dgm:pt>
    <dgm:pt modelId="{698C2BDC-C2B7-4B04-8277-773113BB8F93}" type="sibTrans" cxnId="{2FD04F3C-D274-4CEE-A91F-0DACAEEB3E4F}">
      <dgm:prSet/>
      <dgm:spPr/>
      <dgm:t>
        <a:bodyPr/>
        <a:lstStyle/>
        <a:p>
          <a:endParaRPr lang="ru-RU"/>
        </a:p>
      </dgm:t>
    </dgm:pt>
    <dgm:pt modelId="{F751667B-FB08-4D8B-81B8-0420660287A8}">
      <dgm:prSet/>
      <dgm:spPr/>
      <dgm:t>
        <a:bodyPr/>
        <a:lstStyle/>
        <a:p>
          <a:r>
            <a:rPr lang="ru-RU" b="1" i="0"/>
            <a:t>Системы корреляции событий</a:t>
          </a:r>
          <a:r>
            <a:rPr lang="ru-RU" b="0" i="0"/>
            <a:t> в реальном времени</a:t>
          </a:r>
          <a:endParaRPr lang="ru-RU" dirty="0"/>
        </a:p>
      </dgm:t>
    </dgm:pt>
    <dgm:pt modelId="{E810096A-4272-4C4F-975E-41AD34C00774}" type="parTrans" cxnId="{EDAA0F65-CB65-4869-A011-9EBC27E702D8}">
      <dgm:prSet/>
      <dgm:spPr/>
      <dgm:t>
        <a:bodyPr/>
        <a:lstStyle/>
        <a:p>
          <a:endParaRPr lang="ru-RU"/>
        </a:p>
      </dgm:t>
    </dgm:pt>
    <dgm:pt modelId="{8D712B8F-79AA-4D86-A49C-0877B2598920}" type="sibTrans" cxnId="{EDAA0F65-CB65-4869-A011-9EBC27E702D8}">
      <dgm:prSet/>
      <dgm:spPr/>
      <dgm:t>
        <a:bodyPr/>
        <a:lstStyle/>
        <a:p>
          <a:endParaRPr lang="ru-RU"/>
        </a:p>
      </dgm:t>
    </dgm:pt>
    <dgm:pt modelId="{CD2824F7-C74E-4655-9C0B-2F66C76C6DCE}">
      <dgm:prSet/>
      <dgm:spPr/>
      <dgm:t>
        <a:bodyPr/>
        <a:lstStyle/>
        <a:p>
          <a:r>
            <a:rPr lang="ru-RU" b="1" i="0"/>
            <a:t>Сетевые системы обнаружения</a:t>
          </a:r>
          <a:r>
            <a:rPr lang="ru-RU" b="0" i="0"/>
            <a:t> (</a:t>
          </a:r>
          <a:r>
            <a:rPr lang="en-US" b="0" i="0"/>
            <a:t>IDS/IPS)</a:t>
          </a:r>
          <a:endParaRPr lang="ru-RU" dirty="0"/>
        </a:p>
      </dgm:t>
    </dgm:pt>
    <dgm:pt modelId="{116BDBE3-42D4-44AF-AE86-9B6956A7F236}" type="parTrans" cxnId="{BB94D81D-94E5-47A3-B656-866BDEBFA404}">
      <dgm:prSet/>
      <dgm:spPr/>
      <dgm:t>
        <a:bodyPr/>
        <a:lstStyle/>
        <a:p>
          <a:endParaRPr lang="ru-RU"/>
        </a:p>
      </dgm:t>
    </dgm:pt>
    <dgm:pt modelId="{9A09D8EF-0A02-44A9-806F-C51989B24B69}" type="sibTrans" cxnId="{BB94D81D-94E5-47A3-B656-866BDEBFA404}">
      <dgm:prSet/>
      <dgm:spPr/>
      <dgm:t>
        <a:bodyPr/>
        <a:lstStyle/>
        <a:p>
          <a:endParaRPr lang="ru-RU"/>
        </a:p>
      </dgm:t>
    </dgm:pt>
    <dgm:pt modelId="{DF731DEF-49FA-49AA-8325-777AB3ABDD1E}">
      <dgm:prSet/>
      <dgm:spPr/>
      <dgm:t>
        <a:bodyPr/>
        <a:lstStyle/>
        <a:p>
          <a:r>
            <a:rPr lang="ru-RU" b="1" i="0" dirty="0"/>
            <a:t>Системы управления инцидентами</a:t>
          </a:r>
          <a:endParaRPr lang="ru-RU" dirty="0"/>
        </a:p>
      </dgm:t>
    </dgm:pt>
    <dgm:pt modelId="{2D8B94B3-64F1-46EB-B205-05DC7A02BF0E}" type="parTrans" cxnId="{3763D618-4124-4D2A-A226-BF87F922C592}">
      <dgm:prSet/>
      <dgm:spPr/>
      <dgm:t>
        <a:bodyPr/>
        <a:lstStyle/>
        <a:p>
          <a:endParaRPr lang="ru-RU"/>
        </a:p>
      </dgm:t>
    </dgm:pt>
    <dgm:pt modelId="{A0521147-F106-492E-80A4-5AE092AFD527}" type="sibTrans" cxnId="{3763D618-4124-4D2A-A226-BF87F922C592}">
      <dgm:prSet/>
      <dgm:spPr/>
      <dgm:t>
        <a:bodyPr/>
        <a:lstStyle/>
        <a:p>
          <a:endParaRPr lang="ru-RU"/>
        </a:p>
      </dgm:t>
    </dgm:pt>
    <dgm:pt modelId="{EA3DA379-CDAD-422E-A8D1-7209341394C9}">
      <dgm:prSet/>
      <dgm:spPr/>
      <dgm:t>
        <a:bodyPr/>
        <a:lstStyle/>
        <a:p>
          <a:r>
            <a:rPr lang="ru-RU" b="1" i="0"/>
            <a:t>Оркестраторы безопасности</a:t>
          </a:r>
          <a:endParaRPr lang="ru-RU" dirty="0"/>
        </a:p>
      </dgm:t>
    </dgm:pt>
    <dgm:pt modelId="{BDC65723-F344-49DB-A35C-F13C861A4B5D}" type="parTrans" cxnId="{D778F96A-872F-4D45-9E63-0B45585F9935}">
      <dgm:prSet/>
      <dgm:spPr/>
      <dgm:t>
        <a:bodyPr/>
        <a:lstStyle/>
        <a:p>
          <a:endParaRPr lang="ru-RU"/>
        </a:p>
      </dgm:t>
    </dgm:pt>
    <dgm:pt modelId="{24CF4534-77F6-4417-AF4F-98D92E4310F4}" type="sibTrans" cxnId="{D778F96A-872F-4D45-9E63-0B45585F9935}">
      <dgm:prSet/>
      <dgm:spPr/>
      <dgm:t>
        <a:bodyPr/>
        <a:lstStyle/>
        <a:p>
          <a:endParaRPr lang="ru-RU"/>
        </a:p>
      </dgm:t>
    </dgm:pt>
    <dgm:pt modelId="{06B4D061-34B2-4B93-9ECE-6202DA0DA738}">
      <dgm:prSet/>
      <dgm:spPr/>
      <dgm:t>
        <a:bodyPr/>
        <a:lstStyle/>
        <a:p>
          <a:r>
            <a:rPr lang="ru-RU" b="1" i="0" dirty="0"/>
            <a:t>Аналитические песочницы</a:t>
          </a:r>
          <a:r>
            <a:rPr lang="ru-RU" b="0" i="0" dirty="0"/>
            <a:t> </a:t>
          </a:r>
          <a:endParaRPr lang="ru-RU" dirty="0"/>
        </a:p>
      </dgm:t>
    </dgm:pt>
    <dgm:pt modelId="{BDB66746-D37B-41A9-8192-394FD852A986}" type="parTrans" cxnId="{33505DF3-0026-45E2-B7C8-F153D7E48B68}">
      <dgm:prSet/>
      <dgm:spPr/>
      <dgm:t>
        <a:bodyPr/>
        <a:lstStyle/>
        <a:p>
          <a:endParaRPr lang="ru-RU"/>
        </a:p>
      </dgm:t>
    </dgm:pt>
    <dgm:pt modelId="{50E524F3-6F38-411E-A9AF-46AFF470A078}" type="sibTrans" cxnId="{33505DF3-0026-45E2-B7C8-F153D7E48B68}">
      <dgm:prSet/>
      <dgm:spPr/>
      <dgm:t>
        <a:bodyPr/>
        <a:lstStyle/>
        <a:p>
          <a:endParaRPr lang="ru-RU"/>
        </a:p>
      </dgm:t>
    </dgm:pt>
    <dgm:pt modelId="{926C64C0-63F9-4696-9DC6-157EE0076885}">
      <dgm:prSet/>
      <dgm:spPr/>
      <dgm:t>
        <a:bodyPr/>
        <a:lstStyle/>
        <a:p>
          <a:r>
            <a:rPr lang="ru-RU" b="1" i="0"/>
            <a:t>Системы поведенческого анализа</a:t>
          </a:r>
          <a:r>
            <a:rPr lang="ru-RU" b="0" i="0"/>
            <a:t> (</a:t>
          </a:r>
          <a:r>
            <a:rPr lang="en-US" b="0" i="0"/>
            <a:t>UEBA)</a:t>
          </a:r>
          <a:endParaRPr lang="ru-RU" dirty="0"/>
        </a:p>
      </dgm:t>
    </dgm:pt>
    <dgm:pt modelId="{B05702EF-52BD-40DC-97AD-9950BE161923}" type="parTrans" cxnId="{B6856093-3B1B-4C69-B6B9-47EB478EEEB7}">
      <dgm:prSet/>
      <dgm:spPr/>
      <dgm:t>
        <a:bodyPr/>
        <a:lstStyle/>
        <a:p>
          <a:endParaRPr lang="ru-RU"/>
        </a:p>
      </dgm:t>
    </dgm:pt>
    <dgm:pt modelId="{56E59241-5659-4D91-A76B-E53EA73253A4}" type="sibTrans" cxnId="{B6856093-3B1B-4C69-B6B9-47EB478EEEB7}">
      <dgm:prSet/>
      <dgm:spPr/>
      <dgm:t>
        <a:bodyPr/>
        <a:lstStyle/>
        <a:p>
          <a:endParaRPr lang="ru-RU"/>
        </a:p>
      </dgm:t>
    </dgm:pt>
    <dgm:pt modelId="{179E49CE-C64C-405C-B1A1-157E64D47D0F}">
      <dgm:prSet/>
      <dgm:spPr/>
      <dgm:t>
        <a:bodyPr/>
        <a:lstStyle/>
        <a:p>
          <a:r>
            <a:rPr lang="en-US" b="1" i="0"/>
            <a:t>API-</a:t>
          </a:r>
          <a:r>
            <a:rPr lang="ru-RU" b="1" i="0"/>
            <a:t>интеграции</a:t>
          </a:r>
          <a:r>
            <a:rPr lang="ru-RU" b="0" i="0"/>
            <a:t> с бизнес-приложениями</a:t>
          </a:r>
          <a:endParaRPr lang="ru-RU" dirty="0"/>
        </a:p>
      </dgm:t>
    </dgm:pt>
    <dgm:pt modelId="{618E882F-3B1F-4505-A02D-6F1E6D0731DA}" type="parTrans" cxnId="{B90568A1-C669-4C31-A260-00DA27516E95}">
      <dgm:prSet/>
      <dgm:spPr/>
      <dgm:t>
        <a:bodyPr/>
        <a:lstStyle/>
        <a:p>
          <a:endParaRPr lang="ru-RU"/>
        </a:p>
      </dgm:t>
    </dgm:pt>
    <dgm:pt modelId="{F39C9088-FF1A-4450-A418-EE5974A3AECF}" type="sibTrans" cxnId="{B90568A1-C669-4C31-A260-00DA27516E95}">
      <dgm:prSet/>
      <dgm:spPr/>
      <dgm:t>
        <a:bodyPr/>
        <a:lstStyle/>
        <a:p>
          <a:endParaRPr lang="ru-RU"/>
        </a:p>
      </dgm:t>
    </dgm:pt>
    <dgm:pt modelId="{199D5DAD-6665-4B06-875A-92CD4949AB5D}">
      <dgm:prSet/>
      <dgm:spPr/>
      <dgm:t>
        <a:bodyPr/>
        <a:lstStyle/>
        <a:p>
          <a:r>
            <a:rPr lang="ru-RU" b="1" i="0"/>
            <a:t>Средства сетевой форензики</a:t>
          </a:r>
          <a:endParaRPr lang="ru-RU" dirty="0"/>
        </a:p>
      </dgm:t>
    </dgm:pt>
    <dgm:pt modelId="{93B78E61-4F72-4B8B-B943-614168D8E2FC}" type="parTrans" cxnId="{70C387EF-04AE-4B7C-B977-905F3F2B6CCB}">
      <dgm:prSet/>
      <dgm:spPr/>
      <dgm:t>
        <a:bodyPr/>
        <a:lstStyle/>
        <a:p>
          <a:endParaRPr lang="ru-RU"/>
        </a:p>
      </dgm:t>
    </dgm:pt>
    <dgm:pt modelId="{95448F88-24A0-4F34-BC02-81CF2437FDBD}" type="sibTrans" cxnId="{70C387EF-04AE-4B7C-B977-905F3F2B6CCB}">
      <dgm:prSet/>
      <dgm:spPr/>
      <dgm:t>
        <a:bodyPr/>
        <a:lstStyle/>
        <a:p>
          <a:endParaRPr lang="ru-RU"/>
        </a:p>
      </dgm:t>
    </dgm:pt>
    <dgm:pt modelId="{78EAFF18-1854-4F58-A0A9-F5F8A8D22642}">
      <dgm:prSet/>
      <dgm:spPr/>
      <dgm:t>
        <a:bodyPr/>
        <a:lstStyle/>
        <a:p>
          <a:r>
            <a:rPr lang="ru-RU" b="1" i="0"/>
            <a:t>Инструменты дискового анализа</a:t>
          </a:r>
          <a:r>
            <a:rPr lang="ru-RU" b="0" i="0"/>
            <a:t> </a:t>
          </a:r>
          <a:endParaRPr lang="ru-RU" dirty="0"/>
        </a:p>
      </dgm:t>
    </dgm:pt>
    <dgm:pt modelId="{F723FCD5-8BF3-40BC-9548-029D452E4398}" type="parTrans" cxnId="{58092A44-9E3D-419D-9116-85CC253911B1}">
      <dgm:prSet/>
      <dgm:spPr/>
      <dgm:t>
        <a:bodyPr/>
        <a:lstStyle/>
        <a:p>
          <a:endParaRPr lang="ru-RU"/>
        </a:p>
      </dgm:t>
    </dgm:pt>
    <dgm:pt modelId="{BB87C198-01F9-4620-9118-B653EB02EEA0}" type="sibTrans" cxnId="{58092A44-9E3D-419D-9116-85CC253911B1}">
      <dgm:prSet/>
      <dgm:spPr/>
      <dgm:t>
        <a:bodyPr/>
        <a:lstStyle/>
        <a:p>
          <a:endParaRPr lang="ru-RU"/>
        </a:p>
      </dgm:t>
    </dgm:pt>
    <dgm:pt modelId="{B003DE03-A43C-4DB3-AE66-12D2E6AD91D3}" type="pres">
      <dgm:prSet presAssocID="{79C325C1-4276-4A46-A1DF-2E73513AAF81}" presName="diagram" presStyleCnt="0">
        <dgm:presLayoutVars>
          <dgm:chPref val="1"/>
          <dgm:dir/>
          <dgm:animOne val="branch"/>
          <dgm:animLvl val="lvl"/>
          <dgm:resizeHandles/>
        </dgm:presLayoutVars>
      </dgm:prSet>
      <dgm:spPr/>
    </dgm:pt>
    <dgm:pt modelId="{5AEFD53B-0B6F-4C7B-B351-C39D83D4F6AD}" type="pres">
      <dgm:prSet presAssocID="{69463C89-8157-4D9C-A680-F9C8A59D0D53}" presName="root" presStyleCnt="0"/>
      <dgm:spPr/>
    </dgm:pt>
    <dgm:pt modelId="{513F8C6D-29CC-4D3E-9D1C-F7BE91CC98B4}" type="pres">
      <dgm:prSet presAssocID="{69463C89-8157-4D9C-A680-F9C8A59D0D53}" presName="rootComposite" presStyleCnt="0"/>
      <dgm:spPr/>
    </dgm:pt>
    <dgm:pt modelId="{5C016943-C9C9-4EA7-A58A-82A0553CA427}" type="pres">
      <dgm:prSet presAssocID="{69463C89-8157-4D9C-A680-F9C8A59D0D53}" presName="rootText" presStyleLbl="node1" presStyleIdx="0" presStyleCnt="8"/>
      <dgm:spPr/>
    </dgm:pt>
    <dgm:pt modelId="{518C3E91-D43E-42B1-A6A0-2B4285CA48C2}" type="pres">
      <dgm:prSet presAssocID="{69463C89-8157-4D9C-A680-F9C8A59D0D53}" presName="rootConnector" presStyleLbl="node1" presStyleIdx="0" presStyleCnt="8"/>
      <dgm:spPr/>
    </dgm:pt>
    <dgm:pt modelId="{14CA4289-0EFE-45A4-8E3E-E7A03AF1528A}" type="pres">
      <dgm:prSet presAssocID="{69463C89-8157-4D9C-A680-F9C8A59D0D53}" presName="childShape" presStyleCnt="0"/>
      <dgm:spPr/>
    </dgm:pt>
    <dgm:pt modelId="{158556EC-4278-4633-BA13-E55A4FD53D87}" type="pres">
      <dgm:prSet presAssocID="{61DDC029-7912-4C74-B9DC-225BB84BF0D6}" presName="Name13" presStyleLbl="parChTrans1D2" presStyleIdx="0" presStyleCnt="31"/>
      <dgm:spPr/>
    </dgm:pt>
    <dgm:pt modelId="{B6E092FA-F7B0-4756-9613-4DA76D7D51E3}" type="pres">
      <dgm:prSet presAssocID="{E7BAA453-9CC5-4EC7-A790-D46AF5DDA0A1}" presName="childText" presStyleLbl="bgAcc1" presStyleIdx="0" presStyleCnt="31">
        <dgm:presLayoutVars>
          <dgm:bulletEnabled val="1"/>
        </dgm:presLayoutVars>
      </dgm:prSet>
      <dgm:spPr/>
    </dgm:pt>
    <dgm:pt modelId="{DE35848E-8BD5-4DD7-AB2D-36DDAAB1D6D3}" type="pres">
      <dgm:prSet presAssocID="{790B7DBD-D90E-4F75-9D8A-E1068F6DB84C}" presName="Name13" presStyleLbl="parChTrans1D2" presStyleIdx="1" presStyleCnt="31"/>
      <dgm:spPr/>
    </dgm:pt>
    <dgm:pt modelId="{D731031B-3C92-4AAF-894A-FCD9FC4F978E}" type="pres">
      <dgm:prSet presAssocID="{942AEC1B-FDA1-4E61-B1F5-90DA78711AF9}" presName="childText" presStyleLbl="bgAcc1" presStyleIdx="1" presStyleCnt="31">
        <dgm:presLayoutVars>
          <dgm:bulletEnabled val="1"/>
        </dgm:presLayoutVars>
      </dgm:prSet>
      <dgm:spPr/>
    </dgm:pt>
    <dgm:pt modelId="{2FCA39D3-F3E0-4C79-A62B-A4A0183094F5}" type="pres">
      <dgm:prSet presAssocID="{E810096A-4272-4C4F-975E-41AD34C00774}" presName="Name13" presStyleLbl="parChTrans1D2" presStyleIdx="2" presStyleCnt="31"/>
      <dgm:spPr/>
    </dgm:pt>
    <dgm:pt modelId="{FAD7A491-479E-437C-9AD6-3389D249A288}" type="pres">
      <dgm:prSet presAssocID="{F751667B-FB08-4D8B-81B8-0420660287A8}" presName="childText" presStyleLbl="bgAcc1" presStyleIdx="2" presStyleCnt="31">
        <dgm:presLayoutVars>
          <dgm:bulletEnabled val="1"/>
        </dgm:presLayoutVars>
      </dgm:prSet>
      <dgm:spPr/>
    </dgm:pt>
    <dgm:pt modelId="{DF83FC02-0ED8-4E3B-B2F7-3365A1BE1F6D}" type="pres">
      <dgm:prSet presAssocID="{D2D0B39C-AFBD-4F79-B763-7DFBF74250A3}" presName="Name13" presStyleLbl="parChTrans1D2" presStyleIdx="3" presStyleCnt="31"/>
      <dgm:spPr/>
    </dgm:pt>
    <dgm:pt modelId="{58D049FA-F671-4610-A9C3-14C5BDE07D15}" type="pres">
      <dgm:prSet presAssocID="{0536255E-B08A-48A2-9F0B-C1E5C9D95A8B}" presName="childText" presStyleLbl="bgAcc1" presStyleIdx="3" presStyleCnt="31">
        <dgm:presLayoutVars>
          <dgm:bulletEnabled val="1"/>
        </dgm:presLayoutVars>
      </dgm:prSet>
      <dgm:spPr/>
    </dgm:pt>
    <dgm:pt modelId="{43C4CAAB-1BCF-4AF1-9C97-87A65C81A1EE}" type="pres">
      <dgm:prSet presAssocID="{C0F4635F-1DB0-40B8-B870-C1E167931AA9}" presName="root" presStyleCnt="0"/>
      <dgm:spPr/>
    </dgm:pt>
    <dgm:pt modelId="{DB20BA38-E349-4707-97D0-0193A4D2E87C}" type="pres">
      <dgm:prSet presAssocID="{C0F4635F-1DB0-40B8-B870-C1E167931AA9}" presName="rootComposite" presStyleCnt="0"/>
      <dgm:spPr/>
    </dgm:pt>
    <dgm:pt modelId="{B1D8C553-C07D-4443-8277-E4D245F71544}" type="pres">
      <dgm:prSet presAssocID="{C0F4635F-1DB0-40B8-B870-C1E167931AA9}" presName="rootText" presStyleLbl="node1" presStyleIdx="1" presStyleCnt="8"/>
      <dgm:spPr/>
    </dgm:pt>
    <dgm:pt modelId="{486CD065-0290-4306-A2BD-B7F13398FEB4}" type="pres">
      <dgm:prSet presAssocID="{C0F4635F-1DB0-40B8-B870-C1E167931AA9}" presName="rootConnector" presStyleLbl="node1" presStyleIdx="1" presStyleCnt="8"/>
      <dgm:spPr/>
    </dgm:pt>
    <dgm:pt modelId="{B9C23E12-42B0-429C-85EB-BB09462280DD}" type="pres">
      <dgm:prSet presAssocID="{C0F4635F-1DB0-40B8-B870-C1E167931AA9}" presName="childShape" presStyleCnt="0"/>
      <dgm:spPr/>
    </dgm:pt>
    <dgm:pt modelId="{1E74631B-B149-4EC9-A906-49FD3432CD47}" type="pres">
      <dgm:prSet presAssocID="{8A19F753-DDDD-4079-8E69-CDB7219EF0D0}" presName="Name13" presStyleLbl="parChTrans1D2" presStyleIdx="4" presStyleCnt="31"/>
      <dgm:spPr/>
    </dgm:pt>
    <dgm:pt modelId="{45772716-D6CE-493F-8B21-D2DCC6C7BE8C}" type="pres">
      <dgm:prSet presAssocID="{FCEF159F-ABBF-4509-82F9-225FF790B966}" presName="childText" presStyleLbl="bgAcc1" presStyleIdx="4" presStyleCnt="31">
        <dgm:presLayoutVars>
          <dgm:bulletEnabled val="1"/>
        </dgm:presLayoutVars>
      </dgm:prSet>
      <dgm:spPr/>
    </dgm:pt>
    <dgm:pt modelId="{B0D840E9-EE91-404A-8537-81D65B6267F4}" type="pres">
      <dgm:prSet presAssocID="{116BDBE3-42D4-44AF-AE86-9B6956A7F236}" presName="Name13" presStyleLbl="parChTrans1D2" presStyleIdx="5" presStyleCnt="31"/>
      <dgm:spPr/>
    </dgm:pt>
    <dgm:pt modelId="{589ECD42-57C2-4555-AAEA-4E010494F3A8}" type="pres">
      <dgm:prSet presAssocID="{CD2824F7-C74E-4655-9C0B-2F66C76C6DCE}" presName="childText" presStyleLbl="bgAcc1" presStyleIdx="5" presStyleCnt="31">
        <dgm:presLayoutVars>
          <dgm:bulletEnabled val="1"/>
        </dgm:presLayoutVars>
      </dgm:prSet>
      <dgm:spPr/>
    </dgm:pt>
    <dgm:pt modelId="{79C4C192-1DA9-43F2-8ADF-EB1CDFE8ABA0}" type="pres">
      <dgm:prSet presAssocID="{5005B0EB-1E7D-4C3F-97BF-B566B4B161EF}" presName="Name13" presStyleLbl="parChTrans1D2" presStyleIdx="6" presStyleCnt="31"/>
      <dgm:spPr/>
    </dgm:pt>
    <dgm:pt modelId="{A6EFF788-8868-4A7E-A91E-C58839259FE1}" type="pres">
      <dgm:prSet presAssocID="{F2EF5E60-0B99-4C33-8662-B238AFEE2EAD}" presName="childText" presStyleLbl="bgAcc1" presStyleIdx="6" presStyleCnt="31">
        <dgm:presLayoutVars>
          <dgm:bulletEnabled val="1"/>
        </dgm:presLayoutVars>
      </dgm:prSet>
      <dgm:spPr/>
    </dgm:pt>
    <dgm:pt modelId="{C8EA7C09-7B08-4025-95BA-112E8BB94403}" type="pres">
      <dgm:prSet presAssocID="{D2F4D967-72C7-4D81-8993-9FA4EFC98F5D}" presName="Name13" presStyleLbl="parChTrans1D2" presStyleIdx="7" presStyleCnt="31"/>
      <dgm:spPr/>
    </dgm:pt>
    <dgm:pt modelId="{52F66F4A-1E2E-45A8-97A9-1F30EC706C06}" type="pres">
      <dgm:prSet presAssocID="{780920ED-2D50-4737-8117-54E86C95BFFF}" presName="childText" presStyleLbl="bgAcc1" presStyleIdx="7" presStyleCnt="31">
        <dgm:presLayoutVars>
          <dgm:bulletEnabled val="1"/>
        </dgm:presLayoutVars>
      </dgm:prSet>
      <dgm:spPr/>
    </dgm:pt>
    <dgm:pt modelId="{6F3AD82D-F023-43BF-B719-77DEBB3C6BF5}" type="pres">
      <dgm:prSet presAssocID="{0D309BD1-5666-4030-A68D-EDFB931130E8}" presName="Name13" presStyleLbl="parChTrans1D2" presStyleIdx="8" presStyleCnt="31"/>
      <dgm:spPr/>
    </dgm:pt>
    <dgm:pt modelId="{4A3D5BED-6E4B-43AE-9DB3-7E6ADD690004}" type="pres">
      <dgm:prSet presAssocID="{6D82D62A-0B80-4FAA-B503-8748C6BC67A1}" presName="childText" presStyleLbl="bgAcc1" presStyleIdx="8" presStyleCnt="31">
        <dgm:presLayoutVars>
          <dgm:bulletEnabled val="1"/>
        </dgm:presLayoutVars>
      </dgm:prSet>
      <dgm:spPr/>
    </dgm:pt>
    <dgm:pt modelId="{E767CE2A-9EB8-4B73-896F-B1B993EB2142}" type="pres">
      <dgm:prSet presAssocID="{F1EC648F-CDB7-4F20-918D-55BEFC1F5815}" presName="root" presStyleCnt="0"/>
      <dgm:spPr/>
    </dgm:pt>
    <dgm:pt modelId="{697C7A8C-859A-4BA2-B3C5-F98AB280A0CD}" type="pres">
      <dgm:prSet presAssocID="{F1EC648F-CDB7-4F20-918D-55BEFC1F5815}" presName="rootComposite" presStyleCnt="0"/>
      <dgm:spPr/>
    </dgm:pt>
    <dgm:pt modelId="{DA35A9FD-1CDE-4C80-835B-8AEB55C6F254}" type="pres">
      <dgm:prSet presAssocID="{F1EC648F-CDB7-4F20-918D-55BEFC1F5815}" presName="rootText" presStyleLbl="node1" presStyleIdx="2" presStyleCnt="8"/>
      <dgm:spPr/>
    </dgm:pt>
    <dgm:pt modelId="{CC03535B-3AB1-4F8F-ABC7-C8F4A2EE6E0D}" type="pres">
      <dgm:prSet presAssocID="{F1EC648F-CDB7-4F20-918D-55BEFC1F5815}" presName="rootConnector" presStyleLbl="node1" presStyleIdx="2" presStyleCnt="8"/>
      <dgm:spPr/>
    </dgm:pt>
    <dgm:pt modelId="{D5C64707-0790-447E-8714-DDC100077E38}" type="pres">
      <dgm:prSet presAssocID="{F1EC648F-CDB7-4F20-918D-55BEFC1F5815}" presName="childShape" presStyleCnt="0"/>
      <dgm:spPr/>
    </dgm:pt>
    <dgm:pt modelId="{800EC68A-D4EE-48DE-A43E-2538B0E17CB7}" type="pres">
      <dgm:prSet presAssocID="{F801CCA5-A7C7-4CE7-AE9B-0B740E732721}" presName="Name13" presStyleLbl="parChTrans1D2" presStyleIdx="9" presStyleCnt="31"/>
      <dgm:spPr/>
    </dgm:pt>
    <dgm:pt modelId="{BA9CA0F9-6362-473C-8C53-E96C6F7DA707}" type="pres">
      <dgm:prSet presAssocID="{23E89D90-5C20-47EC-9B40-4608FCAFB350}" presName="childText" presStyleLbl="bgAcc1" presStyleIdx="9" presStyleCnt="31">
        <dgm:presLayoutVars>
          <dgm:bulletEnabled val="1"/>
        </dgm:presLayoutVars>
      </dgm:prSet>
      <dgm:spPr/>
    </dgm:pt>
    <dgm:pt modelId="{32FA592E-0513-42FC-9B7C-09406B8F3BE0}" type="pres">
      <dgm:prSet presAssocID="{2D8B94B3-64F1-46EB-B205-05DC7A02BF0E}" presName="Name13" presStyleLbl="parChTrans1D2" presStyleIdx="10" presStyleCnt="31"/>
      <dgm:spPr/>
    </dgm:pt>
    <dgm:pt modelId="{7A4B8B18-AE81-4201-B4D0-87CD0659D187}" type="pres">
      <dgm:prSet presAssocID="{DF731DEF-49FA-49AA-8325-777AB3ABDD1E}" presName="childText" presStyleLbl="bgAcc1" presStyleIdx="10" presStyleCnt="31">
        <dgm:presLayoutVars>
          <dgm:bulletEnabled val="1"/>
        </dgm:presLayoutVars>
      </dgm:prSet>
      <dgm:spPr/>
    </dgm:pt>
    <dgm:pt modelId="{228CC2AC-0B75-41A7-8689-7B895A2E7117}" type="pres">
      <dgm:prSet presAssocID="{BDC65723-F344-49DB-A35C-F13C861A4B5D}" presName="Name13" presStyleLbl="parChTrans1D2" presStyleIdx="11" presStyleCnt="31"/>
      <dgm:spPr/>
    </dgm:pt>
    <dgm:pt modelId="{132F8FE3-471E-4836-9A40-F60C976ACDAB}" type="pres">
      <dgm:prSet presAssocID="{EA3DA379-CDAD-422E-A8D1-7209341394C9}" presName="childText" presStyleLbl="bgAcc1" presStyleIdx="11" presStyleCnt="31">
        <dgm:presLayoutVars>
          <dgm:bulletEnabled val="1"/>
        </dgm:presLayoutVars>
      </dgm:prSet>
      <dgm:spPr/>
    </dgm:pt>
    <dgm:pt modelId="{174E7FB3-CB3D-4DB3-8031-C33B7EC6348F}" type="pres">
      <dgm:prSet presAssocID="{2BB889F5-6381-43EB-8E2B-A8A967AA34CF}" presName="root" presStyleCnt="0"/>
      <dgm:spPr/>
    </dgm:pt>
    <dgm:pt modelId="{B60E622C-9682-45A7-A12F-88FD4B57E511}" type="pres">
      <dgm:prSet presAssocID="{2BB889F5-6381-43EB-8E2B-A8A967AA34CF}" presName="rootComposite" presStyleCnt="0"/>
      <dgm:spPr/>
    </dgm:pt>
    <dgm:pt modelId="{0722E569-9228-4162-87AE-770DFC3FD537}" type="pres">
      <dgm:prSet presAssocID="{2BB889F5-6381-43EB-8E2B-A8A967AA34CF}" presName="rootText" presStyleLbl="node1" presStyleIdx="3" presStyleCnt="8"/>
      <dgm:spPr/>
    </dgm:pt>
    <dgm:pt modelId="{9817657A-1A28-434C-91BA-8561BBAE2511}" type="pres">
      <dgm:prSet presAssocID="{2BB889F5-6381-43EB-8E2B-A8A967AA34CF}" presName="rootConnector" presStyleLbl="node1" presStyleIdx="3" presStyleCnt="8"/>
      <dgm:spPr/>
    </dgm:pt>
    <dgm:pt modelId="{C0F372C7-94F0-4C80-B8B9-D6DBC5FF8B0A}" type="pres">
      <dgm:prSet presAssocID="{2BB889F5-6381-43EB-8E2B-A8A967AA34CF}" presName="childShape" presStyleCnt="0"/>
      <dgm:spPr/>
    </dgm:pt>
    <dgm:pt modelId="{18836CD9-6984-4AB0-B0DF-EA6284E5C195}" type="pres">
      <dgm:prSet presAssocID="{46A8F2A7-5008-40E6-B88E-B5E50E75040D}" presName="Name13" presStyleLbl="parChTrans1D2" presStyleIdx="12" presStyleCnt="31"/>
      <dgm:spPr/>
    </dgm:pt>
    <dgm:pt modelId="{4B1BD50B-D282-4724-8AC5-1D43E9F50F94}" type="pres">
      <dgm:prSet presAssocID="{82FF33FA-8C80-43C5-B371-9638CF42067A}" presName="childText" presStyleLbl="bgAcc1" presStyleIdx="12" presStyleCnt="31">
        <dgm:presLayoutVars>
          <dgm:bulletEnabled val="1"/>
        </dgm:presLayoutVars>
      </dgm:prSet>
      <dgm:spPr/>
    </dgm:pt>
    <dgm:pt modelId="{8C8D288C-2DD8-4B0F-943D-A3F0F087F36E}" type="pres">
      <dgm:prSet presAssocID="{BDB66746-D37B-41A9-8192-394FD852A986}" presName="Name13" presStyleLbl="parChTrans1D2" presStyleIdx="13" presStyleCnt="31"/>
      <dgm:spPr/>
    </dgm:pt>
    <dgm:pt modelId="{045CEB10-FE9D-4AF6-B777-B0B0EEC6D527}" type="pres">
      <dgm:prSet presAssocID="{06B4D061-34B2-4B93-9ECE-6202DA0DA738}" presName="childText" presStyleLbl="bgAcc1" presStyleIdx="13" presStyleCnt="31">
        <dgm:presLayoutVars>
          <dgm:bulletEnabled val="1"/>
        </dgm:presLayoutVars>
      </dgm:prSet>
      <dgm:spPr/>
    </dgm:pt>
    <dgm:pt modelId="{A633168B-81D2-4525-AAB4-8E551A1240B6}" type="pres">
      <dgm:prSet presAssocID="{B05702EF-52BD-40DC-97AD-9950BE161923}" presName="Name13" presStyleLbl="parChTrans1D2" presStyleIdx="14" presStyleCnt="31"/>
      <dgm:spPr/>
    </dgm:pt>
    <dgm:pt modelId="{9BD6314B-8189-4CB3-900B-DBE4CCBD22EB}" type="pres">
      <dgm:prSet presAssocID="{926C64C0-63F9-4696-9DC6-157EE0076885}" presName="childText" presStyleLbl="bgAcc1" presStyleIdx="14" presStyleCnt="31">
        <dgm:presLayoutVars>
          <dgm:bulletEnabled val="1"/>
        </dgm:presLayoutVars>
      </dgm:prSet>
      <dgm:spPr/>
    </dgm:pt>
    <dgm:pt modelId="{655039DC-8458-4D6B-9972-A4AD887B42A7}" type="pres">
      <dgm:prSet presAssocID="{024C36B4-874C-400A-87F7-64A223E1D0DD}" presName="Name13" presStyleLbl="parChTrans1D2" presStyleIdx="15" presStyleCnt="31"/>
      <dgm:spPr/>
    </dgm:pt>
    <dgm:pt modelId="{5B451A0C-ABC6-466A-9644-E41C7FA7C0F9}" type="pres">
      <dgm:prSet presAssocID="{25D51F18-8F74-4F9B-B832-D7E45E021186}" presName="childText" presStyleLbl="bgAcc1" presStyleIdx="15" presStyleCnt="31">
        <dgm:presLayoutVars>
          <dgm:bulletEnabled val="1"/>
        </dgm:presLayoutVars>
      </dgm:prSet>
      <dgm:spPr/>
    </dgm:pt>
    <dgm:pt modelId="{45D996B1-E5F6-40E0-B0F3-67BF4DF28231}" type="pres">
      <dgm:prSet presAssocID="{A7950D2E-A217-4494-AE17-56CCB2C66699}" presName="root" presStyleCnt="0"/>
      <dgm:spPr/>
    </dgm:pt>
    <dgm:pt modelId="{CE6041FE-DE0F-4540-A864-F49E27F6C745}" type="pres">
      <dgm:prSet presAssocID="{A7950D2E-A217-4494-AE17-56CCB2C66699}" presName="rootComposite" presStyleCnt="0"/>
      <dgm:spPr/>
    </dgm:pt>
    <dgm:pt modelId="{BC9E1CC9-DA1A-41AE-9A43-EA1D4B82B3BB}" type="pres">
      <dgm:prSet presAssocID="{A7950D2E-A217-4494-AE17-56CCB2C66699}" presName="rootText" presStyleLbl="node1" presStyleIdx="4" presStyleCnt="8"/>
      <dgm:spPr/>
    </dgm:pt>
    <dgm:pt modelId="{F31C29D4-58F4-4638-8C9E-243830171F36}" type="pres">
      <dgm:prSet presAssocID="{A7950D2E-A217-4494-AE17-56CCB2C66699}" presName="rootConnector" presStyleLbl="node1" presStyleIdx="4" presStyleCnt="8"/>
      <dgm:spPr/>
    </dgm:pt>
    <dgm:pt modelId="{ADF20B4C-4636-4F6B-8913-278E61D2EBDE}" type="pres">
      <dgm:prSet presAssocID="{A7950D2E-A217-4494-AE17-56CCB2C66699}" presName="childShape" presStyleCnt="0"/>
      <dgm:spPr/>
    </dgm:pt>
    <dgm:pt modelId="{8FE4C45C-A7D2-42EC-8E0E-36FE569A788C}" type="pres">
      <dgm:prSet presAssocID="{5F4E5C89-0AF7-4DD1-A4EC-73BE0730A160}" presName="Name13" presStyleLbl="parChTrans1D2" presStyleIdx="16" presStyleCnt="31"/>
      <dgm:spPr/>
    </dgm:pt>
    <dgm:pt modelId="{4336A94A-6DA7-4F38-AB55-1C154FC3495D}" type="pres">
      <dgm:prSet presAssocID="{77157430-D828-4244-8810-6ECD63626B0A}" presName="childText" presStyleLbl="bgAcc1" presStyleIdx="16" presStyleCnt="31">
        <dgm:presLayoutVars>
          <dgm:bulletEnabled val="1"/>
        </dgm:presLayoutVars>
      </dgm:prSet>
      <dgm:spPr/>
    </dgm:pt>
    <dgm:pt modelId="{92152950-A8A9-46F2-AD34-9719187FE3BD}" type="pres">
      <dgm:prSet presAssocID="{BFDD3BB1-5055-4DB9-9333-E31E4B5F52F5}" presName="Name13" presStyleLbl="parChTrans1D2" presStyleIdx="17" presStyleCnt="31"/>
      <dgm:spPr/>
    </dgm:pt>
    <dgm:pt modelId="{3438D45A-C302-40C0-9522-2A0E41A1DE53}" type="pres">
      <dgm:prSet presAssocID="{5C2C25E7-D683-45A7-AF5C-38F6A14CE694}" presName="childText" presStyleLbl="bgAcc1" presStyleIdx="17" presStyleCnt="31">
        <dgm:presLayoutVars>
          <dgm:bulletEnabled val="1"/>
        </dgm:presLayoutVars>
      </dgm:prSet>
      <dgm:spPr/>
    </dgm:pt>
    <dgm:pt modelId="{902879CD-F4E6-45E6-A849-69B782C9494B}" type="pres">
      <dgm:prSet presAssocID="{42C7CEC4-AD97-4613-B04F-BA199E310A5D}" presName="Name13" presStyleLbl="parChTrans1D2" presStyleIdx="18" presStyleCnt="31"/>
      <dgm:spPr/>
    </dgm:pt>
    <dgm:pt modelId="{AC5DFE25-F87B-4D14-988F-2173534DAA12}" type="pres">
      <dgm:prSet presAssocID="{CDFE147B-868E-4D4B-95C6-0D6344FCB26F}" presName="childText" presStyleLbl="bgAcc1" presStyleIdx="18" presStyleCnt="31">
        <dgm:presLayoutVars>
          <dgm:bulletEnabled val="1"/>
        </dgm:presLayoutVars>
      </dgm:prSet>
      <dgm:spPr/>
    </dgm:pt>
    <dgm:pt modelId="{5062271D-5C82-407E-8AA2-78A7C0145A6F}" type="pres">
      <dgm:prSet presAssocID="{618E882F-3B1F-4505-A02D-6F1E6D0731DA}" presName="Name13" presStyleLbl="parChTrans1D2" presStyleIdx="19" presStyleCnt="31"/>
      <dgm:spPr/>
    </dgm:pt>
    <dgm:pt modelId="{098B6D35-B912-49C5-A910-EBD4FDB79A2B}" type="pres">
      <dgm:prSet presAssocID="{179E49CE-C64C-405C-B1A1-157E64D47D0F}" presName="childText" presStyleLbl="bgAcc1" presStyleIdx="19" presStyleCnt="31">
        <dgm:presLayoutVars>
          <dgm:bulletEnabled val="1"/>
        </dgm:presLayoutVars>
      </dgm:prSet>
      <dgm:spPr/>
    </dgm:pt>
    <dgm:pt modelId="{BC9D73BE-2D97-4369-9020-C889DEF6C619}" type="pres">
      <dgm:prSet presAssocID="{84814D4D-2242-44C9-8C5C-F82A19EFF4FF}" presName="root" presStyleCnt="0"/>
      <dgm:spPr/>
    </dgm:pt>
    <dgm:pt modelId="{B327AF55-828F-4F38-A749-34E00409FE51}" type="pres">
      <dgm:prSet presAssocID="{84814D4D-2242-44C9-8C5C-F82A19EFF4FF}" presName="rootComposite" presStyleCnt="0"/>
      <dgm:spPr/>
    </dgm:pt>
    <dgm:pt modelId="{751DA20D-A583-416E-ADBB-426A0E3ED201}" type="pres">
      <dgm:prSet presAssocID="{84814D4D-2242-44C9-8C5C-F82A19EFF4FF}" presName="rootText" presStyleLbl="node1" presStyleIdx="5" presStyleCnt="8"/>
      <dgm:spPr/>
    </dgm:pt>
    <dgm:pt modelId="{7C83ADF3-02F5-4E4D-88C0-EA7377CA57F1}" type="pres">
      <dgm:prSet presAssocID="{84814D4D-2242-44C9-8C5C-F82A19EFF4FF}" presName="rootConnector" presStyleLbl="node1" presStyleIdx="5" presStyleCnt="8"/>
      <dgm:spPr/>
    </dgm:pt>
    <dgm:pt modelId="{1C5DADAC-2A68-4425-B6C0-953F33A30D74}" type="pres">
      <dgm:prSet presAssocID="{84814D4D-2242-44C9-8C5C-F82A19EFF4FF}" presName="childShape" presStyleCnt="0"/>
      <dgm:spPr/>
    </dgm:pt>
    <dgm:pt modelId="{43485929-5459-40B0-A36F-B082264D977A}" type="pres">
      <dgm:prSet presAssocID="{7D17B06B-BE9C-44A8-B548-629CEF41C618}" presName="Name13" presStyleLbl="parChTrans1D2" presStyleIdx="20" presStyleCnt="31"/>
      <dgm:spPr/>
    </dgm:pt>
    <dgm:pt modelId="{511F873D-9FCB-4793-B54E-34FD6B14543A}" type="pres">
      <dgm:prSet presAssocID="{BE254C7B-2310-4A54-AB1C-C5E19073862A}" presName="childText" presStyleLbl="bgAcc1" presStyleIdx="20" presStyleCnt="31">
        <dgm:presLayoutVars>
          <dgm:bulletEnabled val="1"/>
        </dgm:presLayoutVars>
      </dgm:prSet>
      <dgm:spPr/>
    </dgm:pt>
    <dgm:pt modelId="{373B76A0-4F3F-4FF7-9067-BE0436F2263E}" type="pres">
      <dgm:prSet presAssocID="{F723FCD5-8BF3-40BC-9548-029D452E4398}" presName="Name13" presStyleLbl="parChTrans1D2" presStyleIdx="21" presStyleCnt="31"/>
      <dgm:spPr/>
    </dgm:pt>
    <dgm:pt modelId="{DE8D0E6D-DC94-4184-BD62-3A5D4CC4D8B4}" type="pres">
      <dgm:prSet presAssocID="{78EAFF18-1854-4F58-A0A9-F5F8A8D22642}" presName="childText" presStyleLbl="bgAcc1" presStyleIdx="21" presStyleCnt="31">
        <dgm:presLayoutVars>
          <dgm:bulletEnabled val="1"/>
        </dgm:presLayoutVars>
      </dgm:prSet>
      <dgm:spPr/>
    </dgm:pt>
    <dgm:pt modelId="{F88BE44C-DCD6-40BC-844B-0BD667E77794}" type="pres">
      <dgm:prSet presAssocID="{93B78E61-4F72-4B8B-B943-614168D8E2FC}" presName="Name13" presStyleLbl="parChTrans1D2" presStyleIdx="22" presStyleCnt="31"/>
      <dgm:spPr/>
    </dgm:pt>
    <dgm:pt modelId="{DEE1668F-89FF-483E-95AA-D1D993117AF4}" type="pres">
      <dgm:prSet presAssocID="{199D5DAD-6665-4B06-875A-92CD4949AB5D}" presName="childText" presStyleLbl="bgAcc1" presStyleIdx="22" presStyleCnt="31">
        <dgm:presLayoutVars>
          <dgm:bulletEnabled val="1"/>
        </dgm:presLayoutVars>
      </dgm:prSet>
      <dgm:spPr/>
    </dgm:pt>
    <dgm:pt modelId="{92BAD8C7-DCD2-4DE8-BABF-4B2FE66872A6}" type="pres">
      <dgm:prSet presAssocID="{60496FD7-ABB0-446D-911C-EF320C391B59}" presName="root" presStyleCnt="0"/>
      <dgm:spPr/>
    </dgm:pt>
    <dgm:pt modelId="{1CEC8287-5F6A-446B-B96A-5CFC0AF1E675}" type="pres">
      <dgm:prSet presAssocID="{60496FD7-ABB0-446D-911C-EF320C391B59}" presName="rootComposite" presStyleCnt="0"/>
      <dgm:spPr/>
    </dgm:pt>
    <dgm:pt modelId="{79D2ADE9-87DA-4C30-9517-5B7C96330FCA}" type="pres">
      <dgm:prSet presAssocID="{60496FD7-ABB0-446D-911C-EF320C391B59}" presName="rootText" presStyleLbl="node1" presStyleIdx="6" presStyleCnt="8"/>
      <dgm:spPr/>
    </dgm:pt>
    <dgm:pt modelId="{DD39EE80-25AD-49B1-B0FF-8B48BE435EF4}" type="pres">
      <dgm:prSet presAssocID="{60496FD7-ABB0-446D-911C-EF320C391B59}" presName="rootConnector" presStyleLbl="node1" presStyleIdx="6" presStyleCnt="8"/>
      <dgm:spPr/>
    </dgm:pt>
    <dgm:pt modelId="{670E1B94-A61E-4507-A619-9974EDB219AE}" type="pres">
      <dgm:prSet presAssocID="{60496FD7-ABB0-446D-911C-EF320C391B59}" presName="childShape" presStyleCnt="0"/>
      <dgm:spPr/>
    </dgm:pt>
    <dgm:pt modelId="{CB8E037B-6903-465F-96FF-4FA30478D330}" type="pres">
      <dgm:prSet presAssocID="{E31F4E1D-87DE-43EC-86F2-712205F03206}" presName="Name13" presStyleLbl="parChTrans1D2" presStyleIdx="23" presStyleCnt="31"/>
      <dgm:spPr/>
    </dgm:pt>
    <dgm:pt modelId="{2D5AF0BB-6F7C-4965-A15C-A98652797383}" type="pres">
      <dgm:prSet presAssocID="{F0B8DC42-2396-4D2B-87B8-7ED4BB4BC506}" presName="childText" presStyleLbl="bgAcc1" presStyleIdx="23" presStyleCnt="31">
        <dgm:presLayoutVars>
          <dgm:bulletEnabled val="1"/>
        </dgm:presLayoutVars>
      </dgm:prSet>
      <dgm:spPr/>
    </dgm:pt>
    <dgm:pt modelId="{F02A53E8-6C7D-49B2-9401-C780D3E31D61}" type="pres">
      <dgm:prSet presAssocID="{5C684A5C-6DE7-433D-886A-F398E2699EEF}" presName="Name13" presStyleLbl="parChTrans1D2" presStyleIdx="24" presStyleCnt="31"/>
      <dgm:spPr/>
    </dgm:pt>
    <dgm:pt modelId="{A5AD1B20-162E-4728-9BEB-A5C7BCAECC51}" type="pres">
      <dgm:prSet presAssocID="{79F4AEB4-1FEF-4CE7-84E5-68501285D2C7}" presName="childText" presStyleLbl="bgAcc1" presStyleIdx="24" presStyleCnt="31">
        <dgm:presLayoutVars>
          <dgm:bulletEnabled val="1"/>
        </dgm:presLayoutVars>
      </dgm:prSet>
      <dgm:spPr/>
    </dgm:pt>
    <dgm:pt modelId="{BF00D8B5-F756-4826-A2A7-0A83C0DD29CF}" type="pres">
      <dgm:prSet presAssocID="{A61FDCC5-D905-43BE-99CD-65E9EC36CBFC}" presName="Name13" presStyleLbl="parChTrans1D2" presStyleIdx="25" presStyleCnt="31"/>
      <dgm:spPr/>
    </dgm:pt>
    <dgm:pt modelId="{E157BC23-B6F6-471F-AC23-CE3476FA73E0}" type="pres">
      <dgm:prSet presAssocID="{778838C9-AF69-4322-910E-CA4450283CA1}" presName="childText" presStyleLbl="bgAcc1" presStyleIdx="25" presStyleCnt="31">
        <dgm:presLayoutVars>
          <dgm:bulletEnabled val="1"/>
        </dgm:presLayoutVars>
      </dgm:prSet>
      <dgm:spPr/>
    </dgm:pt>
    <dgm:pt modelId="{954EAB74-1556-4843-B541-3D54832BF8E2}" type="pres">
      <dgm:prSet presAssocID="{3B536A98-DC1B-4AD5-9B69-AA549CF386CC}" presName="Name13" presStyleLbl="parChTrans1D2" presStyleIdx="26" presStyleCnt="31"/>
      <dgm:spPr/>
    </dgm:pt>
    <dgm:pt modelId="{412055B6-FA70-42D0-9130-A72A75E59842}" type="pres">
      <dgm:prSet presAssocID="{80D5C0AF-E412-4F79-931A-6B3AE4CBF545}" presName="childText" presStyleLbl="bgAcc1" presStyleIdx="26" presStyleCnt="31">
        <dgm:presLayoutVars>
          <dgm:bulletEnabled val="1"/>
        </dgm:presLayoutVars>
      </dgm:prSet>
      <dgm:spPr/>
    </dgm:pt>
    <dgm:pt modelId="{A3402897-1FEB-4098-AC63-29B1D921D88A}" type="pres">
      <dgm:prSet presAssocID="{B9E411DA-1002-478A-AC39-27547705A76A}" presName="root" presStyleCnt="0"/>
      <dgm:spPr/>
    </dgm:pt>
    <dgm:pt modelId="{74BB13A3-5BA1-4E3E-BBA2-F4D9AEC402FE}" type="pres">
      <dgm:prSet presAssocID="{B9E411DA-1002-478A-AC39-27547705A76A}" presName="rootComposite" presStyleCnt="0"/>
      <dgm:spPr/>
    </dgm:pt>
    <dgm:pt modelId="{2E311DBD-D5C8-4821-9F0A-0E24F3A056B9}" type="pres">
      <dgm:prSet presAssocID="{B9E411DA-1002-478A-AC39-27547705A76A}" presName="rootText" presStyleLbl="node1" presStyleIdx="7" presStyleCnt="8"/>
      <dgm:spPr/>
    </dgm:pt>
    <dgm:pt modelId="{BFD2A845-79AB-4C06-A7C7-472564FFE90F}" type="pres">
      <dgm:prSet presAssocID="{B9E411DA-1002-478A-AC39-27547705A76A}" presName="rootConnector" presStyleLbl="node1" presStyleIdx="7" presStyleCnt="8"/>
      <dgm:spPr/>
    </dgm:pt>
    <dgm:pt modelId="{B3B41642-BC85-4A2C-9B53-B3B20012223D}" type="pres">
      <dgm:prSet presAssocID="{B9E411DA-1002-478A-AC39-27547705A76A}" presName="childShape" presStyleCnt="0"/>
      <dgm:spPr/>
    </dgm:pt>
    <dgm:pt modelId="{B7C1B302-73E2-4951-B7DF-EC649857A98C}" type="pres">
      <dgm:prSet presAssocID="{99D76D4B-9E33-46BD-880E-20CBE4EDBD5C}" presName="Name13" presStyleLbl="parChTrans1D2" presStyleIdx="27" presStyleCnt="31"/>
      <dgm:spPr/>
    </dgm:pt>
    <dgm:pt modelId="{BCE5B653-75BE-4544-BEF2-50B9E7F74FF0}" type="pres">
      <dgm:prSet presAssocID="{66D50449-A83F-4B2E-A8DF-2194BFA48CBE}" presName="childText" presStyleLbl="bgAcc1" presStyleIdx="27" presStyleCnt="31">
        <dgm:presLayoutVars>
          <dgm:bulletEnabled val="1"/>
        </dgm:presLayoutVars>
      </dgm:prSet>
      <dgm:spPr/>
    </dgm:pt>
    <dgm:pt modelId="{22742DAD-7EA2-4B50-932A-DD7AD844E826}" type="pres">
      <dgm:prSet presAssocID="{809B4899-78D5-4DE7-98D2-D40DD87AC693}" presName="Name13" presStyleLbl="parChTrans1D2" presStyleIdx="28" presStyleCnt="31"/>
      <dgm:spPr/>
    </dgm:pt>
    <dgm:pt modelId="{470EB8C9-BAA0-4748-894C-AC29540D2D40}" type="pres">
      <dgm:prSet presAssocID="{48C4BD7E-8336-4048-932F-E630543663C8}" presName="childText" presStyleLbl="bgAcc1" presStyleIdx="28" presStyleCnt="31">
        <dgm:presLayoutVars>
          <dgm:bulletEnabled val="1"/>
        </dgm:presLayoutVars>
      </dgm:prSet>
      <dgm:spPr/>
    </dgm:pt>
    <dgm:pt modelId="{E74A5243-DD7F-42A8-9705-CB6C9378D8FB}" type="pres">
      <dgm:prSet presAssocID="{2E8504F5-D809-47F3-8F28-FCA29D7F0894}" presName="Name13" presStyleLbl="parChTrans1D2" presStyleIdx="29" presStyleCnt="31"/>
      <dgm:spPr/>
    </dgm:pt>
    <dgm:pt modelId="{6F2D64E1-1058-43BB-98B2-35D238E9BA9F}" type="pres">
      <dgm:prSet presAssocID="{1CB8CE7D-3863-4E26-B467-1A5FFC114378}" presName="childText" presStyleLbl="bgAcc1" presStyleIdx="29" presStyleCnt="31">
        <dgm:presLayoutVars>
          <dgm:bulletEnabled val="1"/>
        </dgm:presLayoutVars>
      </dgm:prSet>
      <dgm:spPr/>
    </dgm:pt>
    <dgm:pt modelId="{8B84BD2E-62B2-423A-AA05-2B94B30DC2D3}" type="pres">
      <dgm:prSet presAssocID="{A388C79B-8DF5-4E3D-8876-8FA36D939689}" presName="Name13" presStyleLbl="parChTrans1D2" presStyleIdx="30" presStyleCnt="31"/>
      <dgm:spPr/>
    </dgm:pt>
    <dgm:pt modelId="{D45EF3FD-FF80-4E2C-BFD6-8B6D7300EE8B}" type="pres">
      <dgm:prSet presAssocID="{A84B9871-A028-41C4-9778-C0040C32C3F5}" presName="childText" presStyleLbl="bgAcc1" presStyleIdx="30" presStyleCnt="31">
        <dgm:presLayoutVars>
          <dgm:bulletEnabled val="1"/>
        </dgm:presLayoutVars>
      </dgm:prSet>
      <dgm:spPr/>
    </dgm:pt>
  </dgm:ptLst>
  <dgm:cxnLst>
    <dgm:cxn modelId="{F3A9CB0A-5797-4BE8-9AAD-831252F1B805}" type="presOf" srcId="{F1EC648F-CDB7-4F20-918D-55BEFC1F5815}" destId="{DA35A9FD-1CDE-4C80-835B-8AEB55C6F254}" srcOrd="0" destOrd="0" presId="urn:microsoft.com/office/officeart/2005/8/layout/hierarchy3"/>
    <dgm:cxn modelId="{30A22A0B-8ED9-470A-BBA7-DA2959A940BB}" srcId="{79C325C1-4276-4A46-A1DF-2E73513AAF81}" destId="{69463C89-8157-4D9C-A680-F9C8A59D0D53}" srcOrd="0" destOrd="0" parTransId="{2863C208-58D8-465C-8328-A24C3DE0250E}" sibTransId="{B74DF32A-0092-4F60-87F1-CE5E80B1D9D7}"/>
    <dgm:cxn modelId="{F2FD560E-D242-40EF-AEF2-1FC478192779}" type="presOf" srcId="{BFDD3BB1-5055-4DB9-9333-E31E4B5F52F5}" destId="{92152950-A8A9-46F2-AD34-9719187FE3BD}" srcOrd="0" destOrd="0" presId="urn:microsoft.com/office/officeart/2005/8/layout/hierarchy3"/>
    <dgm:cxn modelId="{CFA40A13-27C6-4984-B943-F576E7A01A39}" type="presOf" srcId="{B9E411DA-1002-478A-AC39-27547705A76A}" destId="{2E311DBD-D5C8-4821-9F0A-0E24F3A056B9}" srcOrd="0" destOrd="0" presId="urn:microsoft.com/office/officeart/2005/8/layout/hierarchy3"/>
    <dgm:cxn modelId="{D4518A13-F8AC-40DD-BD27-E61328B481A3}" srcId="{B9E411DA-1002-478A-AC39-27547705A76A}" destId="{1CB8CE7D-3863-4E26-B467-1A5FFC114378}" srcOrd="2" destOrd="0" parTransId="{2E8504F5-D809-47F3-8F28-FCA29D7F0894}" sibTransId="{0B6FF8D3-8C97-482B-916F-8CCD80B9A51A}"/>
    <dgm:cxn modelId="{032AC717-8B95-4972-A1B8-75BB1DBBC81F}" type="presOf" srcId="{D2D0B39C-AFBD-4F79-B763-7DFBF74250A3}" destId="{DF83FC02-0ED8-4E3B-B2F7-3365A1BE1F6D}" srcOrd="0" destOrd="0" presId="urn:microsoft.com/office/officeart/2005/8/layout/hierarchy3"/>
    <dgm:cxn modelId="{3763D618-4124-4D2A-A226-BF87F922C592}" srcId="{F1EC648F-CDB7-4F20-918D-55BEFC1F5815}" destId="{DF731DEF-49FA-49AA-8325-777AB3ABDD1E}" srcOrd="1" destOrd="0" parTransId="{2D8B94B3-64F1-46EB-B205-05DC7A02BF0E}" sibTransId="{A0521147-F106-492E-80A4-5AE092AFD527}"/>
    <dgm:cxn modelId="{484EDB1C-6981-4A43-9485-7E80746F45CA}" type="presOf" srcId="{CDFE147B-868E-4D4B-95C6-0D6344FCB26F}" destId="{AC5DFE25-F87B-4D14-988F-2173534DAA12}" srcOrd="0" destOrd="0" presId="urn:microsoft.com/office/officeart/2005/8/layout/hierarchy3"/>
    <dgm:cxn modelId="{3049E81C-149D-4FC2-A4B8-71733A61FCAF}" type="presOf" srcId="{B9E411DA-1002-478A-AC39-27547705A76A}" destId="{BFD2A845-79AB-4C06-A7C7-472564FFE90F}" srcOrd="1" destOrd="0" presId="urn:microsoft.com/office/officeart/2005/8/layout/hierarchy3"/>
    <dgm:cxn modelId="{BB94D81D-94E5-47A3-B656-866BDEBFA404}" srcId="{C0F4635F-1DB0-40B8-B870-C1E167931AA9}" destId="{CD2824F7-C74E-4655-9C0B-2F66C76C6DCE}" srcOrd="1" destOrd="0" parTransId="{116BDBE3-42D4-44AF-AE86-9B6956A7F236}" sibTransId="{9A09D8EF-0A02-44A9-806F-C51989B24B69}"/>
    <dgm:cxn modelId="{316C0620-D00C-4EAF-ACA1-A0D1117945FF}" type="presOf" srcId="{024C36B4-874C-400A-87F7-64A223E1D0DD}" destId="{655039DC-8458-4D6B-9972-A4AD887B42A7}" srcOrd="0" destOrd="0" presId="urn:microsoft.com/office/officeart/2005/8/layout/hierarchy3"/>
    <dgm:cxn modelId="{8B287925-E578-4C83-8AA6-0B581B9F781B}" srcId="{69463C89-8157-4D9C-A680-F9C8A59D0D53}" destId="{E7BAA453-9CC5-4EC7-A790-D46AF5DDA0A1}" srcOrd="0" destOrd="0" parTransId="{61DDC029-7912-4C74-B9DC-225BB84BF0D6}" sibTransId="{297A86D2-4320-43A2-A398-24CC8FC99C38}"/>
    <dgm:cxn modelId="{8BD79A26-35E9-47BF-9A07-500CF626A8BB}" type="presOf" srcId="{79C325C1-4276-4A46-A1DF-2E73513AAF81}" destId="{B003DE03-A43C-4DB3-AE66-12D2E6AD91D3}" srcOrd="0" destOrd="0" presId="urn:microsoft.com/office/officeart/2005/8/layout/hierarchy3"/>
    <dgm:cxn modelId="{21CB7427-5680-4E74-AAFE-53BB3CBDA2AF}" type="presOf" srcId="{60496FD7-ABB0-446D-911C-EF320C391B59}" destId="{DD39EE80-25AD-49B1-B0FF-8B48BE435EF4}" srcOrd="1" destOrd="0" presId="urn:microsoft.com/office/officeart/2005/8/layout/hierarchy3"/>
    <dgm:cxn modelId="{638F862E-4270-4AC9-927D-9719880568F7}" type="presOf" srcId="{BDC65723-F344-49DB-A35C-F13C861A4B5D}" destId="{228CC2AC-0B75-41A7-8689-7B895A2E7117}" srcOrd="0" destOrd="0" presId="urn:microsoft.com/office/officeart/2005/8/layout/hierarchy3"/>
    <dgm:cxn modelId="{C4A3CA34-A6A4-4BFB-933B-EDB8B21E2713}" type="presOf" srcId="{79F4AEB4-1FEF-4CE7-84E5-68501285D2C7}" destId="{A5AD1B20-162E-4728-9BEB-A5C7BCAECC51}" srcOrd="0" destOrd="0" presId="urn:microsoft.com/office/officeart/2005/8/layout/hierarchy3"/>
    <dgm:cxn modelId="{944F193B-5054-4F66-9B3C-B3CF06D3EA27}" srcId="{60496FD7-ABB0-446D-911C-EF320C391B59}" destId="{80D5C0AF-E412-4F79-931A-6B3AE4CBF545}" srcOrd="3" destOrd="0" parTransId="{3B536A98-DC1B-4AD5-9B69-AA549CF386CC}" sibTransId="{9E04EC36-FFC4-4B1B-8B53-3AC28536F518}"/>
    <dgm:cxn modelId="{2FD04F3C-D274-4CEE-A91F-0DACAEEB3E4F}" srcId="{69463C89-8157-4D9C-A680-F9C8A59D0D53}" destId="{942AEC1B-FDA1-4E61-B1F5-90DA78711AF9}" srcOrd="1" destOrd="0" parTransId="{790B7DBD-D90E-4F75-9D8A-E1068F6DB84C}" sibTransId="{698C2BDC-C2B7-4B04-8277-773113BB8F93}"/>
    <dgm:cxn modelId="{2C63AF3E-2C44-4687-959B-5DD44515867F}" type="presOf" srcId="{F751667B-FB08-4D8B-81B8-0420660287A8}" destId="{FAD7A491-479E-437C-9AD6-3389D249A288}" srcOrd="0" destOrd="0" presId="urn:microsoft.com/office/officeart/2005/8/layout/hierarchy3"/>
    <dgm:cxn modelId="{35AE5640-FB84-408C-83CE-C5D0E3F2983F}" type="presOf" srcId="{8A19F753-DDDD-4079-8E69-CDB7219EF0D0}" destId="{1E74631B-B149-4EC9-A906-49FD3432CD47}" srcOrd="0" destOrd="0" presId="urn:microsoft.com/office/officeart/2005/8/layout/hierarchy3"/>
    <dgm:cxn modelId="{94E3AC5F-1B9F-477A-9216-2251AD8DA906}" type="presOf" srcId="{61DDC029-7912-4C74-B9DC-225BB84BF0D6}" destId="{158556EC-4278-4633-BA13-E55A4FD53D87}" srcOrd="0" destOrd="0" presId="urn:microsoft.com/office/officeart/2005/8/layout/hierarchy3"/>
    <dgm:cxn modelId="{D2FB5E63-0EB9-4BC0-9843-286FC52C9D37}" srcId="{69463C89-8157-4D9C-A680-F9C8A59D0D53}" destId="{0536255E-B08A-48A2-9F0B-C1E5C9D95A8B}" srcOrd="3" destOrd="0" parTransId="{D2D0B39C-AFBD-4F79-B763-7DFBF74250A3}" sibTransId="{CEF88F13-BB71-4FC6-A25E-D332533F6D97}"/>
    <dgm:cxn modelId="{2E466E43-BF6A-4841-AB71-F47594BA78C9}" srcId="{79C325C1-4276-4A46-A1DF-2E73513AAF81}" destId="{F1EC648F-CDB7-4F20-918D-55BEFC1F5815}" srcOrd="2" destOrd="0" parTransId="{4569F38F-A676-480E-9643-72D2F5098CBC}" sibTransId="{3644C443-4432-4F01-995E-CCC6303354A3}"/>
    <dgm:cxn modelId="{54509643-0E31-4C25-BCD3-65B2E046B7A7}" type="presOf" srcId="{80D5C0AF-E412-4F79-931A-6B3AE4CBF545}" destId="{412055B6-FA70-42D0-9130-A72A75E59842}" srcOrd="0" destOrd="0" presId="urn:microsoft.com/office/officeart/2005/8/layout/hierarchy3"/>
    <dgm:cxn modelId="{96AC2944-9E34-4034-AB23-ECDBEEBFFEF3}" type="presOf" srcId="{A61FDCC5-D905-43BE-99CD-65E9EC36CBFC}" destId="{BF00D8B5-F756-4826-A2A7-0A83C0DD29CF}" srcOrd="0" destOrd="0" presId="urn:microsoft.com/office/officeart/2005/8/layout/hierarchy3"/>
    <dgm:cxn modelId="{58092A44-9E3D-419D-9116-85CC253911B1}" srcId="{84814D4D-2242-44C9-8C5C-F82A19EFF4FF}" destId="{78EAFF18-1854-4F58-A0A9-F5F8A8D22642}" srcOrd="1" destOrd="0" parTransId="{F723FCD5-8BF3-40BC-9548-029D452E4398}" sibTransId="{BB87C198-01F9-4620-9118-B653EB02EEA0}"/>
    <dgm:cxn modelId="{EDAA0F65-CB65-4869-A011-9EBC27E702D8}" srcId="{69463C89-8157-4D9C-A680-F9C8A59D0D53}" destId="{F751667B-FB08-4D8B-81B8-0420660287A8}" srcOrd="2" destOrd="0" parTransId="{E810096A-4272-4C4F-975E-41AD34C00774}" sibTransId="{8D712B8F-79AA-4D86-A49C-0877B2598920}"/>
    <dgm:cxn modelId="{ED5D7649-CD11-475F-8511-458E0B96567E}" type="presOf" srcId="{A388C79B-8DF5-4E3D-8876-8FA36D939689}" destId="{8B84BD2E-62B2-423A-AA05-2B94B30DC2D3}" srcOrd="0" destOrd="0" presId="urn:microsoft.com/office/officeart/2005/8/layout/hierarchy3"/>
    <dgm:cxn modelId="{D778F96A-872F-4D45-9E63-0B45585F9935}" srcId="{F1EC648F-CDB7-4F20-918D-55BEFC1F5815}" destId="{EA3DA379-CDAD-422E-A8D1-7209341394C9}" srcOrd="2" destOrd="0" parTransId="{BDC65723-F344-49DB-A35C-F13C861A4B5D}" sibTransId="{24CF4534-77F6-4417-AF4F-98D92E4310F4}"/>
    <dgm:cxn modelId="{09A0644E-5EFF-4350-BC80-083E3C570745}" type="presOf" srcId="{77157430-D828-4244-8810-6ECD63626B0A}" destId="{4336A94A-6DA7-4F38-AB55-1C154FC3495D}" srcOrd="0" destOrd="0" presId="urn:microsoft.com/office/officeart/2005/8/layout/hierarchy3"/>
    <dgm:cxn modelId="{A710144F-3A01-45EF-A8A6-3BA70DB670C0}" type="presOf" srcId="{E31F4E1D-87DE-43EC-86F2-712205F03206}" destId="{CB8E037B-6903-465F-96FF-4FA30478D330}" srcOrd="0" destOrd="0" presId="urn:microsoft.com/office/officeart/2005/8/layout/hierarchy3"/>
    <dgm:cxn modelId="{272F8270-D3AE-4E3B-AEA1-7982CB7BE9FF}" type="presOf" srcId="{D2F4D967-72C7-4D81-8993-9FA4EFC98F5D}" destId="{C8EA7C09-7B08-4025-95BA-112E8BB94403}" srcOrd="0" destOrd="0" presId="urn:microsoft.com/office/officeart/2005/8/layout/hierarchy3"/>
    <dgm:cxn modelId="{84879D50-1C86-4C1C-B432-9B43AEF98E56}" srcId="{60496FD7-ABB0-446D-911C-EF320C391B59}" destId="{778838C9-AF69-4322-910E-CA4450283CA1}" srcOrd="2" destOrd="0" parTransId="{A61FDCC5-D905-43BE-99CD-65E9EC36CBFC}" sibTransId="{175CEF59-7DFE-46B6-A05C-BC29212C5EB0}"/>
    <dgm:cxn modelId="{302EA451-7F38-4024-A565-6EE16D08AB12}" type="presOf" srcId="{F801CCA5-A7C7-4CE7-AE9B-0B740E732721}" destId="{800EC68A-D4EE-48DE-A43E-2538B0E17CB7}" srcOrd="0" destOrd="0" presId="urn:microsoft.com/office/officeart/2005/8/layout/hierarchy3"/>
    <dgm:cxn modelId="{51291852-F4D9-4CEC-8C63-E9CC55E9CFF2}" type="presOf" srcId="{179E49CE-C64C-405C-B1A1-157E64D47D0F}" destId="{098B6D35-B912-49C5-A910-EBD4FDB79A2B}" srcOrd="0" destOrd="0" presId="urn:microsoft.com/office/officeart/2005/8/layout/hierarchy3"/>
    <dgm:cxn modelId="{4A977852-AE00-40CB-88D9-401E4AB74981}" srcId="{A7950D2E-A217-4494-AE17-56CCB2C66699}" destId="{5C2C25E7-D683-45A7-AF5C-38F6A14CE694}" srcOrd="1" destOrd="0" parTransId="{BFDD3BB1-5055-4DB9-9333-E31E4B5F52F5}" sibTransId="{7FE25122-57AA-45EB-894B-20F4FCF55373}"/>
    <dgm:cxn modelId="{4963FE52-4294-4111-99A9-FE788C3AF412}" srcId="{60496FD7-ABB0-446D-911C-EF320C391B59}" destId="{79F4AEB4-1FEF-4CE7-84E5-68501285D2C7}" srcOrd="1" destOrd="0" parTransId="{5C684A5C-6DE7-433D-886A-F398E2699EEF}" sibTransId="{729A8E3A-DE40-4038-8227-4C6DD4FEB7C1}"/>
    <dgm:cxn modelId="{98113373-4121-441A-B16C-E70E3B51723F}" srcId="{79C325C1-4276-4A46-A1DF-2E73513AAF81}" destId="{B9E411DA-1002-478A-AC39-27547705A76A}" srcOrd="7" destOrd="0" parTransId="{17E3EECF-A412-4C6D-A15F-8E8C08B13367}" sibTransId="{D607F729-D36F-406F-B27E-802300FC3E63}"/>
    <dgm:cxn modelId="{105B9F53-8C44-4392-A56C-5F84C31F968E}" srcId="{C0F4635F-1DB0-40B8-B870-C1E167931AA9}" destId="{F2EF5E60-0B99-4C33-8662-B238AFEE2EAD}" srcOrd="2" destOrd="0" parTransId="{5005B0EB-1E7D-4C3F-97BF-B566B4B161EF}" sibTransId="{20D927DF-B488-4650-B813-3F298792E499}"/>
    <dgm:cxn modelId="{6433D654-4854-4E9E-8014-C39036CD19C9}" type="presOf" srcId="{A84B9871-A028-41C4-9778-C0040C32C3F5}" destId="{D45EF3FD-FF80-4E2C-BFD6-8B6D7300EE8B}" srcOrd="0" destOrd="0" presId="urn:microsoft.com/office/officeart/2005/8/layout/hierarchy3"/>
    <dgm:cxn modelId="{CBE61F76-2531-4623-9924-17332A8691E4}" type="presOf" srcId="{C0F4635F-1DB0-40B8-B870-C1E167931AA9}" destId="{B1D8C553-C07D-4443-8277-E4D245F71544}" srcOrd="0" destOrd="0" presId="urn:microsoft.com/office/officeart/2005/8/layout/hierarchy3"/>
    <dgm:cxn modelId="{B4373C76-0AA0-4A3E-90FB-B70857E903C3}" srcId="{A7950D2E-A217-4494-AE17-56CCB2C66699}" destId="{77157430-D828-4244-8810-6ECD63626B0A}" srcOrd="0" destOrd="0" parTransId="{5F4E5C89-0AF7-4DD1-A4EC-73BE0730A160}" sibTransId="{7F41EC0B-BDA1-499E-84AA-043215672B26}"/>
    <dgm:cxn modelId="{7AEBE756-CB7D-449F-B03F-F6173ADCF0D5}" type="presOf" srcId="{FCEF159F-ABBF-4509-82F9-225FF790B966}" destId="{45772716-D6CE-493F-8B21-D2DCC6C7BE8C}" srcOrd="0" destOrd="0" presId="urn:microsoft.com/office/officeart/2005/8/layout/hierarchy3"/>
    <dgm:cxn modelId="{5C9E4777-7074-481E-BA46-AA687C075086}" type="presOf" srcId="{69463C89-8157-4D9C-A680-F9C8A59D0D53}" destId="{5C016943-C9C9-4EA7-A58A-82A0553CA427}" srcOrd="0" destOrd="0" presId="urn:microsoft.com/office/officeart/2005/8/layout/hierarchy3"/>
    <dgm:cxn modelId="{EA6FA457-B991-4A53-9731-FAFCAA56834D}" type="presOf" srcId="{A7950D2E-A217-4494-AE17-56CCB2C66699}" destId="{F31C29D4-58F4-4638-8C9E-243830171F36}" srcOrd="1" destOrd="0" presId="urn:microsoft.com/office/officeart/2005/8/layout/hierarchy3"/>
    <dgm:cxn modelId="{808EDA77-0B05-4AEF-BDC3-38DFE75746F4}" srcId="{F1EC648F-CDB7-4F20-918D-55BEFC1F5815}" destId="{23E89D90-5C20-47EC-9B40-4608FCAFB350}" srcOrd="0" destOrd="0" parTransId="{F801CCA5-A7C7-4CE7-AE9B-0B740E732721}" sibTransId="{C04BD48E-B79C-4B7C-9928-57CCE06A5B7E}"/>
    <dgm:cxn modelId="{CA22667A-98EE-41E4-9B3E-AB7A6135E835}" type="presOf" srcId="{2D8B94B3-64F1-46EB-B205-05DC7A02BF0E}" destId="{32FA592E-0513-42FC-9B7C-09406B8F3BE0}" srcOrd="0" destOrd="0" presId="urn:microsoft.com/office/officeart/2005/8/layout/hierarchy3"/>
    <dgm:cxn modelId="{013BEE7B-3971-49FA-AC6B-3347FBEE4D19}" type="presOf" srcId="{69463C89-8157-4D9C-A680-F9C8A59D0D53}" destId="{518C3E91-D43E-42B1-A6A0-2B4285CA48C2}" srcOrd="1" destOrd="0" presId="urn:microsoft.com/office/officeart/2005/8/layout/hierarchy3"/>
    <dgm:cxn modelId="{DB0FA882-534A-4571-8A25-A3DE35D36038}" type="presOf" srcId="{1CB8CE7D-3863-4E26-B467-1A5FFC114378}" destId="{6F2D64E1-1058-43BB-98B2-35D238E9BA9F}" srcOrd="0" destOrd="0" presId="urn:microsoft.com/office/officeart/2005/8/layout/hierarchy3"/>
    <dgm:cxn modelId="{96929784-7CA3-489C-B78B-CB6CC182990E}" type="presOf" srcId="{F1EC648F-CDB7-4F20-918D-55BEFC1F5815}" destId="{CC03535B-3AB1-4F8F-ABC7-C8F4A2EE6E0D}" srcOrd="1" destOrd="0" presId="urn:microsoft.com/office/officeart/2005/8/layout/hierarchy3"/>
    <dgm:cxn modelId="{76555C8A-FA15-4F07-9067-64E27B54AEC8}" type="presOf" srcId="{E810096A-4272-4C4F-975E-41AD34C00774}" destId="{2FCA39D3-F3E0-4C79-A62B-A4A0183094F5}" srcOrd="0" destOrd="0" presId="urn:microsoft.com/office/officeart/2005/8/layout/hierarchy3"/>
    <dgm:cxn modelId="{6774058B-ADC8-429C-B098-F95DFB9D8155}" type="presOf" srcId="{926C64C0-63F9-4696-9DC6-157EE0076885}" destId="{9BD6314B-8189-4CB3-900B-DBE4CCBD22EB}" srcOrd="0" destOrd="0" presId="urn:microsoft.com/office/officeart/2005/8/layout/hierarchy3"/>
    <dgm:cxn modelId="{A625808E-1B83-44E6-98C4-2B45B63CCD63}" type="presOf" srcId="{78EAFF18-1854-4F58-A0A9-F5F8A8D22642}" destId="{DE8D0E6D-DC94-4184-BD62-3A5D4CC4D8B4}" srcOrd="0" destOrd="0" presId="urn:microsoft.com/office/officeart/2005/8/layout/hierarchy3"/>
    <dgm:cxn modelId="{1CC38F8E-4DDA-4C28-A910-764A2835E4FE}" type="presOf" srcId="{F2EF5E60-0B99-4C33-8662-B238AFEE2EAD}" destId="{A6EFF788-8868-4A7E-A91E-C58839259FE1}" srcOrd="0" destOrd="0" presId="urn:microsoft.com/office/officeart/2005/8/layout/hierarchy3"/>
    <dgm:cxn modelId="{FF8E748F-183C-456E-80DB-61AC6D6A4B02}" type="presOf" srcId="{BE254C7B-2310-4A54-AB1C-C5E19073862A}" destId="{511F873D-9FCB-4793-B54E-34FD6B14543A}" srcOrd="0" destOrd="0" presId="urn:microsoft.com/office/officeart/2005/8/layout/hierarchy3"/>
    <dgm:cxn modelId="{653FF38F-A6D4-4D1D-88B5-5768E7FEE5CE}" srcId="{2BB889F5-6381-43EB-8E2B-A8A967AA34CF}" destId="{25D51F18-8F74-4F9B-B832-D7E45E021186}" srcOrd="3" destOrd="0" parTransId="{024C36B4-874C-400A-87F7-64A223E1D0DD}" sibTransId="{67E07C5A-CA79-4FB8-ACB4-4A546A69CBC3}"/>
    <dgm:cxn modelId="{AC845D92-6251-409D-98FF-A514F28EE678}" type="presOf" srcId="{42C7CEC4-AD97-4613-B04F-BA199E310A5D}" destId="{902879CD-F4E6-45E6-A849-69B782C9494B}" srcOrd="0" destOrd="0" presId="urn:microsoft.com/office/officeart/2005/8/layout/hierarchy3"/>
    <dgm:cxn modelId="{B6856093-3B1B-4C69-B6B9-47EB478EEEB7}" srcId="{2BB889F5-6381-43EB-8E2B-A8A967AA34CF}" destId="{926C64C0-63F9-4696-9DC6-157EE0076885}" srcOrd="2" destOrd="0" parTransId="{B05702EF-52BD-40DC-97AD-9950BE161923}" sibTransId="{56E59241-5659-4D91-A76B-E53EA73253A4}"/>
    <dgm:cxn modelId="{AA2BB793-FAF9-4000-95FE-594CEA3DC203}" srcId="{84814D4D-2242-44C9-8C5C-F82A19EFF4FF}" destId="{BE254C7B-2310-4A54-AB1C-C5E19073862A}" srcOrd="0" destOrd="0" parTransId="{7D17B06B-BE9C-44A8-B548-629CEF41C618}" sibTransId="{558EFE83-1BCC-47CC-A44C-592B46C673FC}"/>
    <dgm:cxn modelId="{2BCF3F94-3BD3-417F-8E8A-EE59A2642D81}" srcId="{2BB889F5-6381-43EB-8E2B-A8A967AA34CF}" destId="{82FF33FA-8C80-43C5-B371-9638CF42067A}" srcOrd="0" destOrd="0" parTransId="{46A8F2A7-5008-40E6-B88E-B5E50E75040D}" sibTransId="{9B331812-B28E-4074-A5EB-54210AB3871B}"/>
    <dgm:cxn modelId="{A9775594-CA48-4EB7-B1FD-6010EC985AF2}" type="presOf" srcId="{5C2C25E7-D683-45A7-AF5C-38F6A14CE694}" destId="{3438D45A-C302-40C0-9522-2A0E41A1DE53}" srcOrd="0" destOrd="0" presId="urn:microsoft.com/office/officeart/2005/8/layout/hierarchy3"/>
    <dgm:cxn modelId="{A05B8E95-A603-430A-A4E6-D073881FB8DA}" srcId="{79C325C1-4276-4A46-A1DF-2E73513AAF81}" destId="{C0F4635F-1DB0-40B8-B870-C1E167931AA9}" srcOrd="1" destOrd="0" parTransId="{F126AE4D-BBD7-4A79-9130-C7C39D8D2088}" sibTransId="{FFF6506D-0C9F-4054-8519-E86865E34D47}"/>
    <dgm:cxn modelId="{08DC9895-5AA8-413F-801F-426AFF8D4957}" srcId="{C0F4635F-1DB0-40B8-B870-C1E167931AA9}" destId="{FCEF159F-ABBF-4509-82F9-225FF790B966}" srcOrd="0" destOrd="0" parTransId="{8A19F753-DDDD-4079-8E69-CDB7219EF0D0}" sibTransId="{22F4F9B7-7052-452C-894A-48B6B8BA381C}"/>
    <dgm:cxn modelId="{32E2BA95-20B4-4C8F-9447-EE054448C099}" type="presOf" srcId="{2BB889F5-6381-43EB-8E2B-A8A967AA34CF}" destId="{0722E569-9228-4162-87AE-770DFC3FD537}" srcOrd="0" destOrd="0" presId="urn:microsoft.com/office/officeart/2005/8/layout/hierarchy3"/>
    <dgm:cxn modelId="{0891D996-A285-48CC-B83A-E5258A58E3A3}" type="presOf" srcId="{809B4899-78D5-4DE7-98D2-D40DD87AC693}" destId="{22742DAD-7EA2-4B50-932A-DD7AD844E826}" srcOrd="0" destOrd="0" presId="urn:microsoft.com/office/officeart/2005/8/layout/hierarchy3"/>
    <dgm:cxn modelId="{11562897-C3F8-4AB1-A9D7-7A01C59CA347}" srcId="{79C325C1-4276-4A46-A1DF-2E73513AAF81}" destId="{A7950D2E-A217-4494-AE17-56CCB2C66699}" srcOrd="4" destOrd="0" parTransId="{0F93FF53-68C6-4D5C-8EB1-145CB2C90DDF}" sibTransId="{82DE5EE3-6233-4569-B937-8D0E3FFAE915}"/>
    <dgm:cxn modelId="{DF325599-CEED-4ECB-B534-8E9822DF3F3F}" type="presOf" srcId="{93B78E61-4F72-4B8B-B943-614168D8E2FC}" destId="{F88BE44C-DCD6-40BC-844B-0BD667E77794}" srcOrd="0" destOrd="0" presId="urn:microsoft.com/office/officeart/2005/8/layout/hierarchy3"/>
    <dgm:cxn modelId="{E862A299-CDB2-4F80-BC3C-24D398095815}" type="presOf" srcId="{5F4E5C89-0AF7-4DD1-A4EC-73BE0730A160}" destId="{8FE4C45C-A7D2-42EC-8E0E-36FE569A788C}" srcOrd="0" destOrd="0" presId="urn:microsoft.com/office/officeart/2005/8/layout/hierarchy3"/>
    <dgm:cxn modelId="{F5C8CC99-F88D-4AEA-BD21-F319A86666D4}" type="presOf" srcId="{F723FCD5-8BF3-40BC-9548-029D452E4398}" destId="{373B76A0-4F3F-4FF7-9067-BE0436F2263E}" srcOrd="0" destOrd="0" presId="urn:microsoft.com/office/officeart/2005/8/layout/hierarchy3"/>
    <dgm:cxn modelId="{B04AC79A-05B2-4C7B-9BB6-A87D4CAA3429}" type="presOf" srcId="{CD2824F7-C74E-4655-9C0B-2F66C76C6DCE}" destId="{589ECD42-57C2-4555-AAEA-4E010494F3A8}" srcOrd="0" destOrd="0" presId="urn:microsoft.com/office/officeart/2005/8/layout/hierarchy3"/>
    <dgm:cxn modelId="{A4A9E89F-1F55-4107-A809-F164E8E851A4}" type="presOf" srcId="{0D309BD1-5666-4030-A68D-EDFB931130E8}" destId="{6F3AD82D-F023-43BF-B719-77DEBB3C6BF5}" srcOrd="0" destOrd="0" presId="urn:microsoft.com/office/officeart/2005/8/layout/hierarchy3"/>
    <dgm:cxn modelId="{EE04CDA0-6CFB-4882-B0C3-76B7D26FA279}" type="presOf" srcId="{6D82D62A-0B80-4FAA-B503-8748C6BC67A1}" destId="{4A3D5BED-6E4B-43AE-9DB3-7E6ADD690004}" srcOrd="0" destOrd="0" presId="urn:microsoft.com/office/officeart/2005/8/layout/hierarchy3"/>
    <dgm:cxn modelId="{B90568A1-C669-4C31-A260-00DA27516E95}" srcId="{A7950D2E-A217-4494-AE17-56CCB2C66699}" destId="{179E49CE-C64C-405C-B1A1-157E64D47D0F}" srcOrd="3" destOrd="0" parTransId="{618E882F-3B1F-4505-A02D-6F1E6D0731DA}" sibTransId="{F39C9088-FF1A-4450-A418-EE5974A3AECF}"/>
    <dgm:cxn modelId="{8D4F59A7-05E5-415E-B74E-D9B71DC8A487}" type="presOf" srcId="{99D76D4B-9E33-46BD-880E-20CBE4EDBD5C}" destId="{B7C1B302-73E2-4951-B7DF-EC649857A98C}" srcOrd="0" destOrd="0" presId="urn:microsoft.com/office/officeart/2005/8/layout/hierarchy3"/>
    <dgm:cxn modelId="{A3CD15A8-1DF2-4DE9-A991-1C94B36454A4}" type="presOf" srcId="{3B536A98-DC1B-4AD5-9B69-AA549CF386CC}" destId="{954EAB74-1556-4843-B541-3D54832BF8E2}" srcOrd="0" destOrd="0" presId="urn:microsoft.com/office/officeart/2005/8/layout/hierarchy3"/>
    <dgm:cxn modelId="{484FA1A8-614C-4DAD-BC76-D1A1FA05765D}" type="presOf" srcId="{66D50449-A83F-4B2E-A8DF-2194BFA48CBE}" destId="{BCE5B653-75BE-4544-BEF2-50B9E7F74FF0}" srcOrd="0" destOrd="0" presId="urn:microsoft.com/office/officeart/2005/8/layout/hierarchy3"/>
    <dgm:cxn modelId="{DFEEA1A8-381A-461B-925F-F95F1B62D8D8}" type="presOf" srcId="{F0B8DC42-2396-4D2B-87B8-7ED4BB4BC506}" destId="{2D5AF0BB-6F7C-4965-A15C-A98652797383}" srcOrd="0" destOrd="0" presId="urn:microsoft.com/office/officeart/2005/8/layout/hierarchy3"/>
    <dgm:cxn modelId="{F0559BAC-4EFE-40AF-8D68-7AE91573D29C}" srcId="{B9E411DA-1002-478A-AC39-27547705A76A}" destId="{A84B9871-A028-41C4-9778-C0040C32C3F5}" srcOrd="3" destOrd="0" parTransId="{A388C79B-8DF5-4E3D-8876-8FA36D939689}" sibTransId="{CA329D10-64C9-43F0-8A4E-030A03010494}"/>
    <dgm:cxn modelId="{A1CADDAE-AB98-4AF4-9E3A-CA0719F64905}" type="presOf" srcId="{23E89D90-5C20-47EC-9B40-4608FCAFB350}" destId="{BA9CA0F9-6362-473C-8C53-E96C6F7DA707}" srcOrd="0" destOrd="0" presId="urn:microsoft.com/office/officeart/2005/8/layout/hierarchy3"/>
    <dgm:cxn modelId="{C40A76B1-D2D8-42DF-A358-459B57A55D36}" srcId="{79C325C1-4276-4A46-A1DF-2E73513AAF81}" destId="{84814D4D-2242-44C9-8C5C-F82A19EFF4FF}" srcOrd="5" destOrd="0" parTransId="{83A6A1BD-F155-4DC5-9B08-9F0B9400876B}" sibTransId="{7D9ECFA9-9F85-43A4-9968-6BDAEBF44A1E}"/>
    <dgm:cxn modelId="{5EC19BB5-E1E1-4A23-A3A6-C51FE32B0863}" srcId="{60496FD7-ABB0-446D-911C-EF320C391B59}" destId="{F0B8DC42-2396-4D2B-87B8-7ED4BB4BC506}" srcOrd="0" destOrd="0" parTransId="{E31F4E1D-87DE-43EC-86F2-712205F03206}" sibTransId="{22049EC6-EFF8-4034-B013-D1D1873351EE}"/>
    <dgm:cxn modelId="{58666CB8-2711-4CA0-8E08-70AB9BB12E93}" type="presOf" srcId="{B05702EF-52BD-40DC-97AD-9950BE161923}" destId="{A633168B-81D2-4525-AAB4-8E551A1240B6}" srcOrd="0" destOrd="0" presId="urn:microsoft.com/office/officeart/2005/8/layout/hierarchy3"/>
    <dgm:cxn modelId="{A2E77DBB-2A57-4737-8A16-B359D5841CC7}" srcId="{79C325C1-4276-4A46-A1DF-2E73513AAF81}" destId="{2BB889F5-6381-43EB-8E2B-A8A967AA34CF}" srcOrd="3" destOrd="0" parTransId="{B3257874-45B4-4277-AADC-55627B5230E9}" sibTransId="{DDE3A9A5-2B56-4794-A13D-099D2A1B77FC}"/>
    <dgm:cxn modelId="{93CCEDBD-C3C9-4F76-89EA-C34CD39ABF65}" type="presOf" srcId="{116BDBE3-42D4-44AF-AE86-9B6956A7F236}" destId="{B0D840E9-EE91-404A-8537-81D65B6267F4}" srcOrd="0" destOrd="0" presId="urn:microsoft.com/office/officeart/2005/8/layout/hierarchy3"/>
    <dgm:cxn modelId="{E68D09C0-DCC5-44E3-AE00-28E1C6E20C4C}" type="presOf" srcId="{60496FD7-ABB0-446D-911C-EF320C391B59}" destId="{79D2ADE9-87DA-4C30-9517-5B7C96330FCA}" srcOrd="0" destOrd="0" presId="urn:microsoft.com/office/officeart/2005/8/layout/hierarchy3"/>
    <dgm:cxn modelId="{A0D574C1-3A5E-4BF6-99E4-6EA697DA9EA2}" type="presOf" srcId="{942AEC1B-FDA1-4E61-B1F5-90DA78711AF9}" destId="{D731031B-3C92-4AAF-894A-FCD9FC4F978E}" srcOrd="0" destOrd="0" presId="urn:microsoft.com/office/officeart/2005/8/layout/hierarchy3"/>
    <dgm:cxn modelId="{187857C1-02E3-4BC6-9FF5-1A6CA1BE82D8}" srcId="{A7950D2E-A217-4494-AE17-56CCB2C66699}" destId="{CDFE147B-868E-4D4B-95C6-0D6344FCB26F}" srcOrd="2" destOrd="0" parTransId="{42C7CEC4-AD97-4613-B04F-BA199E310A5D}" sibTransId="{AA94CB2A-6B95-4AD5-BE05-4E4AD7014072}"/>
    <dgm:cxn modelId="{8F6D89C2-F8A2-40F8-9549-049D3B7F6F3E}" type="presOf" srcId="{C0F4635F-1DB0-40B8-B870-C1E167931AA9}" destId="{486CD065-0290-4306-A2BD-B7F13398FEB4}" srcOrd="1" destOrd="0" presId="urn:microsoft.com/office/officeart/2005/8/layout/hierarchy3"/>
    <dgm:cxn modelId="{B5759FC2-1BC0-4E9C-85A7-F8C87F1B3360}" type="presOf" srcId="{0536255E-B08A-48A2-9F0B-C1E5C9D95A8B}" destId="{58D049FA-F671-4610-A9C3-14C5BDE07D15}" srcOrd="0" destOrd="0" presId="urn:microsoft.com/office/officeart/2005/8/layout/hierarchy3"/>
    <dgm:cxn modelId="{C098FCC2-0A23-4BD3-A72D-3271A49576C5}" type="presOf" srcId="{5005B0EB-1E7D-4C3F-97BF-B566B4B161EF}" destId="{79C4C192-1DA9-43F2-8ADF-EB1CDFE8ABA0}" srcOrd="0" destOrd="0" presId="urn:microsoft.com/office/officeart/2005/8/layout/hierarchy3"/>
    <dgm:cxn modelId="{A7DBAAC7-F0D8-421A-AA04-867B86F57D2F}" type="presOf" srcId="{199D5DAD-6665-4B06-875A-92CD4949AB5D}" destId="{DEE1668F-89FF-483E-95AA-D1D993117AF4}" srcOrd="0" destOrd="0" presId="urn:microsoft.com/office/officeart/2005/8/layout/hierarchy3"/>
    <dgm:cxn modelId="{6A8604C9-6B40-4EA4-BF85-0C864B0F52C5}" type="presOf" srcId="{780920ED-2D50-4737-8117-54E86C95BFFF}" destId="{52F66F4A-1E2E-45A8-97A9-1F30EC706C06}" srcOrd="0" destOrd="0" presId="urn:microsoft.com/office/officeart/2005/8/layout/hierarchy3"/>
    <dgm:cxn modelId="{E155D1CE-24E9-4570-A495-7FCABEB9372C}" srcId="{B9E411DA-1002-478A-AC39-27547705A76A}" destId="{66D50449-A83F-4B2E-A8DF-2194BFA48CBE}" srcOrd="0" destOrd="0" parTransId="{99D76D4B-9E33-46BD-880E-20CBE4EDBD5C}" sibTransId="{8BC4629F-4297-41C7-8029-B63243015271}"/>
    <dgm:cxn modelId="{263772D3-A630-44DB-ACA7-EA04249658D4}" type="presOf" srcId="{E7BAA453-9CC5-4EC7-A790-D46AF5DDA0A1}" destId="{B6E092FA-F7B0-4756-9613-4DA76D7D51E3}" srcOrd="0" destOrd="0" presId="urn:microsoft.com/office/officeart/2005/8/layout/hierarchy3"/>
    <dgm:cxn modelId="{84DAD2D6-E82E-41F2-B66B-EA91FFBB1DE4}" type="presOf" srcId="{EA3DA379-CDAD-422E-A8D1-7209341394C9}" destId="{132F8FE3-471E-4836-9A40-F60C976ACDAB}" srcOrd="0" destOrd="0" presId="urn:microsoft.com/office/officeart/2005/8/layout/hierarchy3"/>
    <dgm:cxn modelId="{665B1BD9-8AD7-418B-A8A5-5DC7E7D95B34}" type="presOf" srcId="{82FF33FA-8C80-43C5-B371-9638CF42067A}" destId="{4B1BD50B-D282-4724-8AC5-1D43E9F50F94}" srcOrd="0" destOrd="0" presId="urn:microsoft.com/office/officeart/2005/8/layout/hierarchy3"/>
    <dgm:cxn modelId="{447F02DB-FA2D-4809-8188-446C1140F5F7}" type="presOf" srcId="{790B7DBD-D90E-4F75-9D8A-E1068F6DB84C}" destId="{DE35848E-8BD5-4DD7-AB2D-36DDAAB1D6D3}" srcOrd="0" destOrd="0" presId="urn:microsoft.com/office/officeart/2005/8/layout/hierarchy3"/>
    <dgm:cxn modelId="{E26242DB-DF8C-4830-B188-5BB79BC4D47D}" type="presOf" srcId="{BDB66746-D37B-41A9-8192-394FD852A986}" destId="{8C8D288C-2DD8-4B0F-943D-A3F0F087F36E}" srcOrd="0" destOrd="0" presId="urn:microsoft.com/office/officeart/2005/8/layout/hierarchy3"/>
    <dgm:cxn modelId="{552C7DDD-5959-4C9F-8389-2806E31663A3}" type="presOf" srcId="{46A8F2A7-5008-40E6-B88E-B5E50E75040D}" destId="{18836CD9-6984-4AB0-B0DF-EA6284E5C195}" srcOrd="0" destOrd="0" presId="urn:microsoft.com/office/officeart/2005/8/layout/hierarchy3"/>
    <dgm:cxn modelId="{D080ECDD-9918-48A1-A916-87286E61C0E1}" srcId="{B9E411DA-1002-478A-AC39-27547705A76A}" destId="{48C4BD7E-8336-4048-932F-E630543663C8}" srcOrd="1" destOrd="0" parTransId="{809B4899-78D5-4DE7-98D2-D40DD87AC693}" sibTransId="{E8CB00B5-1111-4238-B2B5-A3C84F0642D4}"/>
    <dgm:cxn modelId="{8F9575DF-78E6-49F0-9844-FBD30DC14EA4}" type="presOf" srcId="{2E8504F5-D809-47F3-8F28-FCA29D7F0894}" destId="{E74A5243-DD7F-42A8-9705-CB6C9378D8FB}" srcOrd="0" destOrd="0" presId="urn:microsoft.com/office/officeart/2005/8/layout/hierarchy3"/>
    <dgm:cxn modelId="{834010E2-B5E7-4EAD-B78B-692B4464DD0D}" type="presOf" srcId="{A7950D2E-A217-4494-AE17-56CCB2C66699}" destId="{BC9E1CC9-DA1A-41AE-9A43-EA1D4B82B3BB}" srcOrd="0" destOrd="0" presId="urn:microsoft.com/office/officeart/2005/8/layout/hierarchy3"/>
    <dgm:cxn modelId="{638C51E2-11C2-4551-A1C7-171BC845FB02}" type="presOf" srcId="{25D51F18-8F74-4F9B-B832-D7E45E021186}" destId="{5B451A0C-ABC6-466A-9644-E41C7FA7C0F9}" srcOrd="0" destOrd="0" presId="urn:microsoft.com/office/officeart/2005/8/layout/hierarchy3"/>
    <dgm:cxn modelId="{5D8A8DE4-10EA-4F06-9EFA-78B63715C54A}" type="presOf" srcId="{618E882F-3B1F-4505-A02D-6F1E6D0731DA}" destId="{5062271D-5C82-407E-8AA2-78A7C0145A6F}" srcOrd="0" destOrd="0" presId="urn:microsoft.com/office/officeart/2005/8/layout/hierarchy3"/>
    <dgm:cxn modelId="{9C502BE5-ACAA-48EE-B61F-AAC8EA380D6E}" type="presOf" srcId="{06B4D061-34B2-4B93-9ECE-6202DA0DA738}" destId="{045CEB10-FE9D-4AF6-B777-B0B0EEC6D527}" srcOrd="0" destOrd="0" presId="urn:microsoft.com/office/officeart/2005/8/layout/hierarchy3"/>
    <dgm:cxn modelId="{5EA223E8-5713-4F76-8872-E6AF63C2DCBB}" type="presOf" srcId="{2BB889F5-6381-43EB-8E2B-A8A967AA34CF}" destId="{9817657A-1A28-434C-91BA-8561BBAE2511}" srcOrd="1" destOrd="0" presId="urn:microsoft.com/office/officeart/2005/8/layout/hierarchy3"/>
    <dgm:cxn modelId="{42975FEC-9903-4FE8-9C3F-3DC12EA27C04}" srcId="{C0F4635F-1DB0-40B8-B870-C1E167931AA9}" destId="{780920ED-2D50-4737-8117-54E86C95BFFF}" srcOrd="3" destOrd="0" parTransId="{D2F4D967-72C7-4D81-8993-9FA4EFC98F5D}" sibTransId="{AC97CC28-6A7D-41FA-945C-3DA0BB14A47B}"/>
    <dgm:cxn modelId="{70C387EF-04AE-4B7C-B977-905F3F2B6CCB}" srcId="{84814D4D-2242-44C9-8C5C-F82A19EFF4FF}" destId="{199D5DAD-6665-4B06-875A-92CD4949AB5D}" srcOrd="2" destOrd="0" parTransId="{93B78E61-4F72-4B8B-B943-614168D8E2FC}" sibTransId="{95448F88-24A0-4F34-BC02-81CF2437FDBD}"/>
    <dgm:cxn modelId="{97B031F0-6F26-48FD-80EA-C5149BB873E8}" type="presOf" srcId="{84814D4D-2242-44C9-8C5C-F82A19EFF4FF}" destId="{751DA20D-A583-416E-ADBB-426A0E3ED201}" srcOrd="0" destOrd="0" presId="urn:microsoft.com/office/officeart/2005/8/layout/hierarchy3"/>
    <dgm:cxn modelId="{3F5D84F1-E641-4139-93FC-0E0F4563CD2B}" srcId="{79C325C1-4276-4A46-A1DF-2E73513AAF81}" destId="{60496FD7-ABB0-446D-911C-EF320C391B59}" srcOrd="6" destOrd="0" parTransId="{300581DD-93DF-4FEB-8545-45681F8E1F87}" sibTransId="{46BB19E5-DA22-45F8-A8B3-A7FFA5B16129}"/>
    <dgm:cxn modelId="{03F62DF3-689D-465F-A154-A7EB2EA57DAC}" type="presOf" srcId="{778838C9-AF69-4322-910E-CA4450283CA1}" destId="{E157BC23-B6F6-471F-AC23-CE3476FA73E0}" srcOrd="0" destOrd="0" presId="urn:microsoft.com/office/officeart/2005/8/layout/hierarchy3"/>
    <dgm:cxn modelId="{33505DF3-0026-45E2-B7C8-F153D7E48B68}" srcId="{2BB889F5-6381-43EB-8E2B-A8A967AA34CF}" destId="{06B4D061-34B2-4B93-9ECE-6202DA0DA738}" srcOrd="1" destOrd="0" parTransId="{BDB66746-D37B-41A9-8192-394FD852A986}" sibTransId="{50E524F3-6F38-411E-A9AF-46AFF470A078}"/>
    <dgm:cxn modelId="{656B01F4-876A-414C-A5D5-9C4B4E722DD3}" type="presOf" srcId="{5C684A5C-6DE7-433D-886A-F398E2699EEF}" destId="{F02A53E8-6C7D-49B2-9401-C780D3E31D61}" srcOrd="0" destOrd="0" presId="urn:microsoft.com/office/officeart/2005/8/layout/hierarchy3"/>
    <dgm:cxn modelId="{30AF8FF7-9B7D-40CD-A937-78BF766F70F9}" srcId="{C0F4635F-1DB0-40B8-B870-C1E167931AA9}" destId="{6D82D62A-0B80-4FAA-B503-8748C6BC67A1}" srcOrd="4" destOrd="0" parTransId="{0D309BD1-5666-4030-A68D-EDFB931130E8}" sibTransId="{32F1FE97-B377-4FDC-A135-D960AC78490B}"/>
    <dgm:cxn modelId="{85CB4AFC-84A7-41CA-9A19-A775436A4554}" type="presOf" srcId="{7D17B06B-BE9C-44A8-B548-629CEF41C618}" destId="{43485929-5459-40B0-A36F-B082264D977A}" srcOrd="0" destOrd="0" presId="urn:microsoft.com/office/officeart/2005/8/layout/hierarchy3"/>
    <dgm:cxn modelId="{F140F3FC-9200-469A-AF61-13590CA143E5}" type="presOf" srcId="{84814D4D-2242-44C9-8C5C-F82A19EFF4FF}" destId="{7C83ADF3-02F5-4E4D-88C0-EA7377CA57F1}" srcOrd="1" destOrd="0" presId="urn:microsoft.com/office/officeart/2005/8/layout/hierarchy3"/>
    <dgm:cxn modelId="{ED3B56FD-85B1-4DCC-941F-0C13204DE620}" type="presOf" srcId="{DF731DEF-49FA-49AA-8325-777AB3ABDD1E}" destId="{7A4B8B18-AE81-4201-B4D0-87CD0659D187}" srcOrd="0" destOrd="0" presId="urn:microsoft.com/office/officeart/2005/8/layout/hierarchy3"/>
    <dgm:cxn modelId="{0FE3A2FE-48BD-4614-8BE3-1F242BFEE961}" type="presOf" srcId="{48C4BD7E-8336-4048-932F-E630543663C8}" destId="{470EB8C9-BAA0-4748-894C-AC29540D2D40}" srcOrd="0" destOrd="0" presId="urn:microsoft.com/office/officeart/2005/8/layout/hierarchy3"/>
    <dgm:cxn modelId="{82D42778-FC56-41C2-8E06-FC076180D761}" type="presParOf" srcId="{B003DE03-A43C-4DB3-AE66-12D2E6AD91D3}" destId="{5AEFD53B-0B6F-4C7B-B351-C39D83D4F6AD}" srcOrd="0" destOrd="0" presId="urn:microsoft.com/office/officeart/2005/8/layout/hierarchy3"/>
    <dgm:cxn modelId="{B4D57F23-CE25-416D-997E-63DBCF04C657}" type="presParOf" srcId="{5AEFD53B-0B6F-4C7B-B351-C39D83D4F6AD}" destId="{513F8C6D-29CC-4D3E-9D1C-F7BE91CC98B4}" srcOrd="0" destOrd="0" presId="urn:microsoft.com/office/officeart/2005/8/layout/hierarchy3"/>
    <dgm:cxn modelId="{7687B987-AE20-49DE-838A-B3A5C8A5790F}" type="presParOf" srcId="{513F8C6D-29CC-4D3E-9D1C-F7BE91CC98B4}" destId="{5C016943-C9C9-4EA7-A58A-82A0553CA427}" srcOrd="0" destOrd="0" presId="urn:microsoft.com/office/officeart/2005/8/layout/hierarchy3"/>
    <dgm:cxn modelId="{87806910-D314-469B-98C2-046FF67DE0AC}" type="presParOf" srcId="{513F8C6D-29CC-4D3E-9D1C-F7BE91CC98B4}" destId="{518C3E91-D43E-42B1-A6A0-2B4285CA48C2}" srcOrd="1" destOrd="0" presId="urn:microsoft.com/office/officeart/2005/8/layout/hierarchy3"/>
    <dgm:cxn modelId="{05FB5FCB-3D1F-4DEB-9045-C1753D6802F0}" type="presParOf" srcId="{5AEFD53B-0B6F-4C7B-B351-C39D83D4F6AD}" destId="{14CA4289-0EFE-45A4-8E3E-E7A03AF1528A}" srcOrd="1" destOrd="0" presId="urn:microsoft.com/office/officeart/2005/8/layout/hierarchy3"/>
    <dgm:cxn modelId="{56E8D677-7F95-443F-BD85-80F13F0374C7}" type="presParOf" srcId="{14CA4289-0EFE-45A4-8E3E-E7A03AF1528A}" destId="{158556EC-4278-4633-BA13-E55A4FD53D87}" srcOrd="0" destOrd="0" presId="urn:microsoft.com/office/officeart/2005/8/layout/hierarchy3"/>
    <dgm:cxn modelId="{CFD7283A-E536-4217-91F9-9A031361E8B3}" type="presParOf" srcId="{14CA4289-0EFE-45A4-8E3E-E7A03AF1528A}" destId="{B6E092FA-F7B0-4756-9613-4DA76D7D51E3}" srcOrd="1" destOrd="0" presId="urn:microsoft.com/office/officeart/2005/8/layout/hierarchy3"/>
    <dgm:cxn modelId="{8BBC2A94-C2C6-49E9-9314-C04E6BAD214B}" type="presParOf" srcId="{14CA4289-0EFE-45A4-8E3E-E7A03AF1528A}" destId="{DE35848E-8BD5-4DD7-AB2D-36DDAAB1D6D3}" srcOrd="2" destOrd="0" presId="urn:microsoft.com/office/officeart/2005/8/layout/hierarchy3"/>
    <dgm:cxn modelId="{58E766C7-6F1B-47CE-A4DE-2C4F6F936216}" type="presParOf" srcId="{14CA4289-0EFE-45A4-8E3E-E7A03AF1528A}" destId="{D731031B-3C92-4AAF-894A-FCD9FC4F978E}" srcOrd="3" destOrd="0" presId="urn:microsoft.com/office/officeart/2005/8/layout/hierarchy3"/>
    <dgm:cxn modelId="{E47CCBFB-BFFB-408A-B3A6-2D2F25522E6A}" type="presParOf" srcId="{14CA4289-0EFE-45A4-8E3E-E7A03AF1528A}" destId="{2FCA39D3-F3E0-4C79-A62B-A4A0183094F5}" srcOrd="4" destOrd="0" presId="urn:microsoft.com/office/officeart/2005/8/layout/hierarchy3"/>
    <dgm:cxn modelId="{E4CCDA89-C8A4-4A01-8CD7-92A0252B33F7}" type="presParOf" srcId="{14CA4289-0EFE-45A4-8E3E-E7A03AF1528A}" destId="{FAD7A491-479E-437C-9AD6-3389D249A288}" srcOrd="5" destOrd="0" presId="urn:microsoft.com/office/officeart/2005/8/layout/hierarchy3"/>
    <dgm:cxn modelId="{E93A404C-C545-47DF-A5B0-CEAD2B96D492}" type="presParOf" srcId="{14CA4289-0EFE-45A4-8E3E-E7A03AF1528A}" destId="{DF83FC02-0ED8-4E3B-B2F7-3365A1BE1F6D}" srcOrd="6" destOrd="0" presId="urn:microsoft.com/office/officeart/2005/8/layout/hierarchy3"/>
    <dgm:cxn modelId="{C063EF8A-455B-4F7A-9D4F-D7FACF0EA594}" type="presParOf" srcId="{14CA4289-0EFE-45A4-8E3E-E7A03AF1528A}" destId="{58D049FA-F671-4610-A9C3-14C5BDE07D15}" srcOrd="7" destOrd="0" presId="urn:microsoft.com/office/officeart/2005/8/layout/hierarchy3"/>
    <dgm:cxn modelId="{1F2D0429-4C4F-42E0-A96C-C3C2484BB2DA}" type="presParOf" srcId="{B003DE03-A43C-4DB3-AE66-12D2E6AD91D3}" destId="{43C4CAAB-1BCF-4AF1-9C97-87A65C81A1EE}" srcOrd="1" destOrd="0" presId="urn:microsoft.com/office/officeart/2005/8/layout/hierarchy3"/>
    <dgm:cxn modelId="{F844B9E2-4E5C-4266-A598-8CA5C55BC502}" type="presParOf" srcId="{43C4CAAB-1BCF-4AF1-9C97-87A65C81A1EE}" destId="{DB20BA38-E349-4707-97D0-0193A4D2E87C}" srcOrd="0" destOrd="0" presId="urn:microsoft.com/office/officeart/2005/8/layout/hierarchy3"/>
    <dgm:cxn modelId="{CE48B011-5FBF-413F-84B9-C6CA653763DB}" type="presParOf" srcId="{DB20BA38-E349-4707-97D0-0193A4D2E87C}" destId="{B1D8C553-C07D-4443-8277-E4D245F71544}" srcOrd="0" destOrd="0" presId="urn:microsoft.com/office/officeart/2005/8/layout/hierarchy3"/>
    <dgm:cxn modelId="{B512BAFC-1369-45DC-B038-6851268378B9}" type="presParOf" srcId="{DB20BA38-E349-4707-97D0-0193A4D2E87C}" destId="{486CD065-0290-4306-A2BD-B7F13398FEB4}" srcOrd="1" destOrd="0" presId="urn:microsoft.com/office/officeart/2005/8/layout/hierarchy3"/>
    <dgm:cxn modelId="{D4D4E999-2FEA-4514-979E-8AE57C6C10E1}" type="presParOf" srcId="{43C4CAAB-1BCF-4AF1-9C97-87A65C81A1EE}" destId="{B9C23E12-42B0-429C-85EB-BB09462280DD}" srcOrd="1" destOrd="0" presId="urn:microsoft.com/office/officeart/2005/8/layout/hierarchy3"/>
    <dgm:cxn modelId="{DF5F2241-B40C-463C-A21D-4515166E8BF9}" type="presParOf" srcId="{B9C23E12-42B0-429C-85EB-BB09462280DD}" destId="{1E74631B-B149-4EC9-A906-49FD3432CD47}" srcOrd="0" destOrd="0" presId="urn:microsoft.com/office/officeart/2005/8/layout/hierarchy3"/>
    <dgm:cxn modelId="{260848DE-0A68-4782-8DE4-BE62476444D0}" type="presParOf" srcId="{B9C23E12-42B0-429C-85EB-BB09462280DD}" destId="{45772716-D6CE-493F-8B21-D2DCC6C7BE8C}" srcOrd="1" destOrd="0" presId="urn:microsoft.com/office/officeart/2005/8/layout/hierarchy3"/>
    <dgm:cxn modelId="{68BB62A0-D97B-4729-8017-0402C65E6973}" type="presParOf" srcId="{B9C23E12-42B0-429C-85EB-BB09462280DD}" destId="{B0D840E9-EE91-404A-8537-81D65B6267F4}" srcOrd="2" destOrd="0" presId="urn:microsoft.com/office/officeart/2005/8/layout/hierarchy3"/>
    <dgm:cxn modelId="{3C047C9B-4723-4C09-AED4-9EB74810A376}" type="presParOf" srcId="{B9C23E12-42B0-429C-85EB-BB09462280DD}" destId="{589ECD42-57C2-4555-AAEA-4E010494F3A8}" srcOrd="3" destOrd="0" presId="urn:microsoft.com/office/officeart/2005/8/layout/hierarchy3"/>
    <dgm:cxn modelId="{2E47E27C-7091-4331-A5A2-7B14A8EECA28}" type="presParOf" srcId="{B9C23E12-42B0-429C-85EB-BB09462280DD}" destId="{79C4C192-1DA9-43F2-8ADF-EB1CDFE8ABA0}" srcOrd="4" destOrd="0" presId="urn:microsoft.com/office/officeart/2005/8/layout/hierarchy3"/>
    <dgm:cxn modelId="{1359250C-7218-4BE8-A6BE-7526F2E478DE}" type="presParOf" srcId="{B9C23E12-42B0-429C-85EB-BB09462280DD}" destId="{A6EFF788-8868-4A7E-A91E-C58839259FE1}" srcOrd="5" destOrd="0" presId="urn:microsoft.com/office/officeart/2005/8/layout/hierarchy3"/>
    <dgm:cxn modelId="{01D40761-7DCA-428E-8D7B-9F0DE2B2ADE9}" type="presParOf" srcId="{B9C23E12-42B0-429C-85EB-BB09462280DD}" destId="{C8EA7C09-7B08-4025-95BA-112E8BB94403}" srcOrd="6" destOrd="0" presId="urn:microsoft.com/office/officeart/2005/8/layout/hierarchy3"/>
    <dgm:cxn modelId="{B28D9F26-2E3F-4171-895F-850167072F86}" type="presParOf" srcId="{B9C23E12-42B0-429C-85EB-BB09462280DD}" destId="{52F66F4A-1E2E-45A8-97A9-1F30EC706C06}" srcOrd="7" destOrd="0" presId="urn:microsoft.com/office/officeart/2005/8/layout/hierarchy3"/>
    <dgm:cxn modelId="{0E848BD0-F8EA-4EA0-8A2B-3A13230BF556}" type="presParOf" srcId="{B9C23E12-42B0-429C-85EB-BB09462280DD}" destId="{6F3AD82D-F023-43BF-B719-77DEBB3C6BF5}" srcOrd="8" destOrd="0" presId="urn:microsoft.com/office/officeart/2005/8/layout/hierarchy3"/>
    <dgm:cxn modelId="{DB1F719A-ADE0-471D-ACC7-5FC75319A447}" type="presParOf" srcId="{B9C23E12-42B0-429C-85EB-BB09462280DD}" destId="{4A3D5BED-6E4B-43AE-9DB3-7E6ADD690004}" srcOrd="9" destOrd="0" presId="urn:microsoft.com/office/officeart/2005/8/layout/hierarchy3"/>
    <dgm:cxn modelId="{E98125AA-29CC-4887-B877-D326C22F54BF}" type="presParOf" srcId="{B003DE03-A43C-4DB3-AE66-12D2E6AD91D3}" destId="{E767CE2A-9EB8-4B73-896F-B1B993EB2142}" srcOrd="2" destOrd="0" presId="urn:microsoft.com/office/officeart/2005/8/layout/hierarchy3"/>
    <dgm:cxn modelId="{25660DD6-37B8-4625-A941-A873E827B8DE}" type="presParOf" srcId="{E767CE2A-9EB8-4B73-896F-B1B993EB2142}" destId="{697C7A8C-859A-4BA2-B3C5-F98AB280A0CD}" srcOrd="0" destOrd="0" presId="urn:microsoft.com/office/officeart/2005/8/layout/hierarchy3"/>
    <dgm:cxn modelId="{F5AAEB43-18C7-4C2F-AB48-03B94B3C1CAE}" type="presParOf" srcId="{697C7A8C-859A-4BA2-B3C5-F98AB280A0CD}" destId="{DA35A9FD-1CDE-4C80-835B-8AEB55C6F254}" srcOrd="0" destOrd="0" presId="urn:microsoft.com/office/officeart/2005/8/layout/hierarchy3"/>
    <dgm:cxn modelId="{9501B622-AA42-4432-9ED0-D44007B2F834}" type="presParOf" srcId="{697C7A8C-859A-4BA2-B3C5-F98AB280A0CD}" destId="{CC03535B-3AB1-4F8F-ABC7-C8F4A2EE6E0D}" srcOrd="1" destOrd="0" presId="urn:microsoft.com/office/officeart/2005/8/layout/hierarchy3"/>
    <dgm:cxn modelId="{0103D89F-B57E-4521-8A4D-BB9C2991CAD1}" type="presParOf" srcId="{E767CE2A-9EB8-4B73-896F-B1B993EB2142}" destId="{D5C64707-0790-447E-8714-DDC100077E38}" srcOrd="1" destOrd="0" presId="urn:microsoft.com/office/officeart/2005/8/layout/hierarchy3"/>
    <dgm:cxn modelId="{58300802-8AF9-426A-83B1-2D6EA9267E55}" type="presParOf" srcId="{D5C64707-0790-447E-8714-DDC100077E38}" destId="{800EC68A-D4EE-48DE-A43E-2538B0E17CB7}" srcOrd="0" destOrd="0" presId="urn:microsoft.com/office/officeart/2005/8/layout/hierarchy3"/>
    <dgm:cxn modelId="{A7D19BCE-E861-4BA2-ACAE-8117DB3EDEE2}" type="presParOf" srcId="{D5C64707-0790-447E-8714-DDC100077E38}" destId="{BA9CA0F9-6362-473C-8C53-E96C6F7DA707}" srcOrd="1" destOrd="0" presId="urn:microsoft.com/office/officeart/2005/8/layout/hierarchy3"/>
    <dgm:cxn modelId="{9CAB6DAB-4311-4ACA-817A-CA3E10386736}" type="presParOf" srcId="{D5C64707-0790-447E-8714-DDC100077E38}" destId="{32FA592E-0513-42FC-9B7C-09406B8F3BE0}" srcOrd="2" destOrd="0" presId="urn:microsoft.com/office/officeart/2005/8/layout/hierarchy3"/>
    <dgm:cxn modelId="{D404C427-F406-4554-ADDD-ECDA9415043A}" type="presParOf" srcId="{D5C64707-0790-447E-8714-DDC100077E38}" destId="{7A4B8B18-AE81-4201-B4D0-87CD0659D187}" srcOrd="3" destOrd="0" presId="urn:microsoft.com/office/officeart/2005/8/layout/hierarchy3"/>
    <dgm:cxn modelId="{8CB1131A-8C1D-4A6D-B23D-97B09A0C5FDA}" type="presParOf" srcId="{D5C64707-0790-447E-8714-DDC100077E38}" destId="{228CC2AC-0B75-41A7-8689-7B895A2E7117}" srcOrd="4" destOrd="0" presId="urn:microsoft.com/office/officeart/2005/8/layout/hierarchy3"/>
    <dgm:cxn modelId="{6BBEB8A1-85E8-4E71-8A5E-3FE41B94E890}" type="presParOf" srcId="{D5C64707-0790-447E-8714-DDC100077E38}" destId="{132F8FE3-471E-4836-9A40-F60C976ACDAB}" srcOrd="5" destOrd="0" presId="urn:microsoft.com/office/officeart/2005/8/layout/hierarchy3"/>
    <dgm:cxn modelId="{9302B2F0-5156-4E90-9109-5ED6419895C3}" type="presParOf" srcId="{B003DE03-A43C-4DB3-AE66-12D2E6AD91D3}" destId="{174E7FB3-CB3D-4DB3-8031-C33B7EC6348F}" srcOrd="3" destOrd="0" presId="urn:microsoft.com/office/officeart/2005/8/layout/hierarchy3"/>
    <dgm:cxn modelId="{89DE497C-36D3-4CE7-B9B4-1A73B1AD2B28}" type="presParOf" srcId="{174E7FB3-CB3D-4DB3-8031-C33B7EC6348F}" destId="{B60E622C-9682-45A7-A12F-88FD4B57E511}" srcOrd="0" destOrd="0" presId="urn:microsoft.com/office/officeart/2005/8/layout/hierarchy3"/>
    <dgm:cxn modelId="{FA71FD59-0630-42DA-9F4E-551C0B589D9A}" type="presParOf" srcId="{B60E622C-9682-45A7-A12F-88FD4B57E511}" destId="{0722E569-9228-4162-87AE-770DFC3FD537}" srcOrd="0" destOrd="0" presId="urn:microsoft.com/office/officeart/2005/8/layout/hierarchy3"/>
    <dgm:cxn modelId="{A7E05C5B-8B92-43CB-95D3-ECAF04ED9BCF}" type="presParOf" srcId="{B60E622C-9682-45A7-A12F-88FD4B57E511}" destId="{9817657A-1A28-434C-91BA-8561BBAE2511}" srcOrd="1" destOrd="0" presId="urn:microsoft.com/office/officeart/2005/8/layout/hierarchy3"/>
    <dgm:cxn modelId="{698BCF4C-61E9-4EE1-8244-F03BD201E709}" type="presParOf" srcId="{174E7FB3-CB3D-4DB3-8031-C33B7EC6348F}" destId="{C0F372C7-94F0-4C80-B8B9-D6DBC5FF8B0A}" srcOrd="1" destOrd="0" presId="urn:microsoft.com/office/officeart/2005/8/layout/hierarchy3"/>
    <dgm:cxn modelId="{507E5D10-17BD-4E5A-8D45-31E2B426F009}" type="presParOf" srcId="{C0F372C7-94F0-4C80-B8B9-D6DBC5FF8B0A}" destId="{18836CD9-6984-4AB0-B0DF-EA6284E5C195}" srcOrd="0" destOrd="0" presId="urn:microsoft.com/office/officeart/2005/8/layout/hierarchy3"/>
    <dgm:cxn modelId="{1066957F-3F18-4DBE-B277-72B5AC59E86A}" type="presParOf" srcId="{C0F372C7-94F0-4C80-B8B9-D6DBC5FF8B0A}" destId="{4B1BD50B-D282-4724-8AC5-1D43E9F50F94}" srcOrd="1" destOrd="0" presId="urn:microsoft.com/office/officeart/2005/8/layout/hierarchy3"/>
    <dgm:cxn modelId="{9067284F-C130-46EC-8F41-438DBAC211B4}" type="presParOf" srcId="{C0F372C7-94F0-4C80-B8B9-D6DBC5FF8B0A}" destId="{8C8D288C-2DD8-4B0F-943D-A3F0F087F36E}" srcOrd="2" destOrd="0" presId="urn:microsoft.com/office/officeart/2005/8/layout/hierarchy3"/>
    <dgm:cxn modelId="{2DF34928-D820-47C0-B5C9-78BAE3220DC8}" type="presParOf" srcId="{C0F372C7-94F0-4C80-B8B9-D6DBC5FF8B0A}" destId="{045CEB10-FE9D-4AF6-B777-B0B0EEC6D527}" srcOrd="3" destOrd="0" presId="urn:microsoft.com/office/officeart/2005/8/layout/hierarchy3"/>
    <dgm:cxn modelId="{7434BDB9-4F93-4E08-9443-45F690276ACC}" type="presParOf" srcId="{C0F372C7-94F0-4C80-B8B9-D6DBC5FF8B0A}" destId="{A633168B-81D2-4525-AAB4-8E551A1240B6}" srcOrd="4" destOrd="0" presId="urn:microsoft.com/office/officeart/2005/8/layout/hierarchy3"/>
    <dgm:cxn modelId="{56A6F731-41E0-40A2-87A3-9C756940D7D7}" type="presParOf" srcId="{C0F372C7-94F0-4C80-B8B9-D6DBC5FF8B0A}" destId="{9BD6314B-8189-4CB3-900B-DBE4CCBD22EB}" srcOrd="5" destOrd="0" presId="urn:microsoft.com/office/officeart/2005/8/layout/hierarchy3"/>
    <dgm:cxn modelId="{633C0585-761A-40A1-A98B-DE29D3B94A10}" type="presParOf" srcId="{C0F372C7-94F0-4C80-B8B9-D6DBC5FF8B0A}" destId="{655039DC-8458-4D6B-9972-A4AD887B42A7}" srcOrd="6" destOrd="0" presId="urn:microsoft.com/office/officeart/2005/8/layout/hierarchy3"/>
    <dgm:cxn modelId="{79426DDC-991D-4168-BEC1-734D4E4B4F43}" type="presParOf" srcId="{C0F372C7-94F0-4C80-B8B9-D6DBC5FF8B0A}" destId="{5B451A0C-ABC6-466A-9644-E41C7FA7C0F9}" srcOrd="7" destOrd="0" presId="urn:microsoft.com/office/officeart/2005/8/layout/hierarchy3"/>
    <dgm:cxn modelId="{03328624-3226-4C81-ABF6-7F0B509EF9FE}" type="presParOf" srcId="{B003DE03-A43C-4DB3-AE66-12D2E6AD91D3}" destId="{45D996B1-E5F6-40E0-B0F3-67BF4DF28231}" srcOrd="4" destOrd="0" presId="urn:microsoft.com/office/officeart/2005/8/layout/hierarchy3"/>
    <dgm:cxn modelId="{98B022DA-05D9-46F4-8E48-85336D3C2A89}" type="presParOf" srcId="{45D996B1-E5F6-40E0-B0F3-67BF4DF28231}" destId="{CE6041FE-DE0F-4540-A864-F49E27F6C745}" srcOrd="0" destOrd="0" presId="urn:microsoft.com/office/officeart/2005/8/layout/hierarchy3"/>
    <dgm:cxn modelId="{1E4CDFD7-E32C-4899-A3AE-4AEB0A009611}" type="presParOf" srcId="{CE6041FE-DE0F-4540-A864-F49E27F6C745}" destId="{BC9E1CC9-DA1A-41AE-9A43-EA1D4B82B3BB}" srcOrd="0" destOrd="0" presId="urn:microsoft.com/office/officeart/2005/8/layout/hierarchy3"/>
    <dgm:cxn modelId="{EE75C15A-A12B-4F5E-932E-D1A18A1134F6}" type="presParOf" srcId="{CE6041FE-DE0F-4540-A864-F49E27F6C745}" destId="{F31C29D4-58F4-4638-8C9E-243830171F36}" srcOrd="1" destOrd="0" presId="urn:microsoft.com/office/officeart/2005/8/layout/hierarchy3"/>
    <dgm:cxn modelId="{7B3E7564-279F-4512-8E7A-CC74AE4412DE}" type="presParOf" srcId="{45D996B1-E5F6-40E0-B0F3-67BF4DF28231}" destId="{ADF20B4C-4636-4F6B-8913-278E61D2EBDE}" srcOrd="1" destOrd="0" presId="urn:microsoft.com/office/officeart/2005/8/layout/hierarchy3"/>
    <dgm:cxn modelId="{62AE13A5-E37A-473C-BAC0-2D6277BBCC60}" type="presParOf" srcId="{ADF20B4C-4636-4F6B-8913-278E61D2EBDE}" destId="{8FE4C45C-A7D2-42EC-8E0E-36FE569A788C}" srcOrd="0" destOrd="0" presId="urn:microsoft.com/office/officeart/2005/8/layout/hierarchy3"/>
    <dgm:cxn modelId="{6CA3020C-CCF5-4A1B-8A12-9CA7DB954FF2}" type="presParOf" srcId="{ADF20B4C-4636-4F6B-8913-278E61D2EBDE}" destId="{4336A94A-6DA7-4F38-AB55-1C154FC3495D}" srcOrd="1" destOrd="0" presId="urn:microsoft.com/office/officeart/2005/8/layout/hierarchy3"/>
    <dgm:cxn modelId="{DCDFB777-2A1D-46DF-85B4-A81756F63545}" type="presParOf" srcId="{ADF20B4C-4636-4F6B-8913-278E61D2EBDE}" destId="{92152950-A8A9-46F2-AD34-9719187FE3BD}" srcOrd="2" destOrd="0" presId="urn:microsoft.com/office/officeart/2005/8/layout/hierarchy3"/>
    <dgm:cxn modelId="{FD51DA64-1929-49AC-B74D-43EA34CCEB15}" type="presParOf" srcId="{ADF20B4C-4636-4F6B-8913-278E61D2EBDE}" destId="{3438D45A-C302-40C0-9522-2A0E41A1DE53}" srcOrd="3" destOrd="0" presId="urn:microsoft.com/office/officeart/2005/8/layout/hierarchy3"/>
    <dgm:cxn modelId="{38ACD1D1-E668-4A9B-A8A4-8EACBC94E2AF}" type="presParOf" srcId="{ADF20B4C-4636-4F6B-8913-278E61D2EBDE}" destId="{902879CD-F4E6-45E6-A849-69B782C9494B}" srcOrd="4" destOrd="0" presId="urn:microsoft.com/office/officeart/2005/8/layout/hierarchy3"/>
    <dgm:cxn modelId="{D1924812-6A4E-4834-B3B7-2BB573029596}" type="presParOf" srcId="{ADF20B4C-4636-4F6B-8913-278E61D2EBDE}" destId="{AC5DFE25-F87B-4D14-988F-2173534DAA12}" srcOrd="5" destOrd="0" presId="urn:microsoft.com/office/officeart/2005/8/layout/hierarchy3"/>
    <dgm:cxn modelId="{E5FA0B68-F452-468F-B948-D1AEC6818A90}" type="presParOf" srcId="{ADF20B4C-4636-4F6B-8913-278E61D2EBDE}" destId="{5062271D-5C82-407E-8AA2-78A7C0145A6F}" srcOrd="6" destOrd="0" presId="urn:microsoft.com/office/officeart/2005/8/layout/hierarchy3"/>
    <dgm:cxn modelId="{4C7D88FA-FB87-4B51-93F2-CBEEFF3622F1}" type="presParOf" srcId="{ADF20B4C-4636-4F6B-8913-278E61D2EBDE}" destId="{098B6D35-B912-49C5-A910-EBD4FDB79A2B}" srcOrd="7" destOrd="0" presId="urn:microsoft.com/office/officeart/2005/8/layout/hierarchy3"/>
    <dgm:cxn modelId="{B25D2283-B2F6-4AB8-BB55-FA4E94A9E3AD}" type="presParOf" srcId="{B003DE03-A43C-4DB3-AE66-12D2E6AD91D3}" destId="{BC9D73BE-2D97-4369-9020-C889DEF6C619}" srcOrd="5" destOrd="0" presId="urn:microsoft.com/office/officeart/2005/8/layout/hierarchy3"/>
    <dgm:cxn modelId="{E786B5F9-FD45-47C9-B4FD-F52DB2E415E6}" type="presParOf" srcId="{BC9D73BE-2D97-4369-9020-C889DEF6C619}" destId="{B327AF55-828F-4F38-A749-34E00409FE51}" srcOrd="0" destOrd="0" presId="urn:microsoft.com/office/officeart/2005/8/layout/hierarchy3"/>
    <dgm:cxn modelId="{66A5025E-EA2C-4FD5-97DD-6B91F1B21FF6}" type="presParOf" srcId="{B327AF55-828F-4F38-A749-34E00409FE51}" destId="{751DA20D-A583-416E-ADBB-426A0E3ED201}" srcOrd="0" destOrd="0" presId="urn:microsoft.com/office/officeart/2005/8/layout/hierarchy3"/>
    <dgm:cxn modelId="{C328B0BD-4D1A-42EB-98CC-59D1E4D8FEA7}" type="presParOf" srcId="{B327AF55-828F-4F38-A749-34E00409FE51}" destId="{7C83ADF3-02F5-4E4D-88C0-EA7377CA57F1}" srcOrd="1" destOrd="0" presId="urn:microsoft.com/office/officeart/2005/8/layout/hierarchy3"/>
    <dgm:cxn modelId="{B66EC471-90A0-4AB8-BEF3-467AB22B7727}" type="presParOf" srcId="{BC9D73BE-2D97-4369-9020-C889DEF6C619}" destId="{1C5DADAC-2A68-4425-B6C0-953F33A30D74}" srcOrd="1" destOrd="0" presId="urn:microsoft.com/office/officeart/2005/8/layout/hierarchy3"/>
    <dgm:cxn modelId="{37781EAF-C3BC-4FB2-AB45-8D378BB396E2}" type="presParOf" srcId="{1C5DADAC-2A68-4425-B6C0-953F33A30D74}" destId="{43485929-5459-40B0-A36F-B082264D977A}" srcOrd="0" destOrd="0" presId="urn:microsoft.com/office/officeart/2005/8/layout/hierarchy3"/>
    <dgm:cxn modelId="{3029E698-0EDE-45F2-B186-9ECF38B740AC}" type="presParOf" srcId="{1C5DADAC-2A68-4425-B6C0-953F33A30D74}" destId="{511F873D-9FCB-4793-B54E-34FD6B14543A}" srcOrd="1" destOrd="0" presId="urn:microsoft.com/office/officeart/2005/8/layout/hierarchy3"/>
    <dgm:cxn modelId="{C9395F50-DB08-49A3-A1C3-67F929BD4259}" type="presParOf" srcId="{1C5DADAC-2A68-4425-B6C0-953F33A30D74}" destId="{373B76A0-4F3F-4FF7-9067-BE0436F2263E}" srcOrd="2" destOrd="0" presId="urn:microsoft.com/office/officeart/2005/8/layout/hierarchy3"/>
    <dgm:cxn modelId="{E2EA38B5-10FB-4C80-B760-966150DBA20F}" type="presParOf" srcId="{1C5DADAC-2A68-4425-B6C0-953F33A30D74}" destId="{DE8D0E6D-DC94-4184-BD62-3A5D4CC4D8B4}" srcOrd="3" destOrd="0" presId="urn:microsoft.com/office/officeart/2005/8/layout/hierarchy3"/>
    <dgm:cxn modelId="{55708E4F-A266-44F1-B14E-0EB19DF61D86}" type="presParOf" srcId="{1C5DADAC-2A68-4425-B6C0-953F33A30D74}" destId="{F88BE44C-DCD6-40BC-844B-0BD667E77794}" srcOrd="4" destOrd="0" presId="urn:microsoft.com/office/officeart/2005/8/layout/hierarchy3"/>
    <dgm:cxn modelId="{F97CDF7D-20AB-4418-B304-E57CD316CC95}" type="presParOf" srcId="{1C5DADAC-2A68-4425-B6C0-953F33A30D74}" destId="{DEE1668F-89FF-483E-95AA-D1D993117AF4}" srcOrd="5" destOrd="0" presId="urn:microsoft.com/office/officeart/2005/8/layout/hierarchy3"/>
    <dgm:cxn modelId="{CA85CBD9-8CA5-4878-A677-72059070F817}" type="presParOf" srcId="{B003DE03-A43C-4DB3-AE66-12D2E6AD91D3}" destId="{92BAD8C7-DCD2-4DE8-BABF-4B2FE66872A6}" srcOrd="6" destOrd="0" presId="urn:microsoft.com/office/officeart/2005/8/layout/hierarchy3"/>
    <dgm:cxn modelId="{9986587D-B479-4974-BDFE-E8F8AB47E6B2}" type="presParOf" srcId="{92BAD8C7-DCD2-4DE8-BABF-4B2FE66872A6}" destId="{1CEC8287-5F6A-446B-B96A-5CFC0AF1E675}" srcOrd="0" destOrd="0" presId="urn:microsoft.com/office/officeart/2005/8/layout/hierarchy3"/>
    <dgm:cxn modelId="{58FBDE89-6943-4084-B390-A30010F2174B}" type="presParOf" srcId="{1CEC8287-5F6A-446B-B96A-5CFC0AF1E675}" destId="{79D2ADE9-87DA-4C30-9517-5B7C96330FCA}" srcOrd="0" destOrd="0" presId="urn:microsoft.com/office/officeart/2005/8/layout/hierarchy3"/>
    <dgm:cxn modelId="{A77FBB43-6713-4863-9566-19FC1F43B31C}" type="presParOf" srcId="{1CEC8287-5F6A-446B-B96A-5CFC0AF1E675}" destId="{DD39EE80-25AD-49B1-B0FF-8B48BE435EF4}" srcOrd="1" destOrd="0" presId="urn:microsoft.com/office/officeart/2005/8/layout/hierarchy3"/>
    <dgm:cxn modelId="{82F1308E-5346-4158-9900-60267DE53D51}" type="presParOf" srcId="{92BAD8C7-DCD2-4DE8-BABF-4B2FE66872A6}" destId="{670E1B94-A61E-4507-A619-9974EDB219AE}" srcOrd="1" destOrd="0" presId="urn:microsoft.com/office/officeart/2005/8/layout/hierarchy3"/>
    <dgm:cxn modelId="{4C69E3F3-0346-49A9-B653-2B77B25E2BBF}" type="presParOf" srcId="{670E1B94-A61E-4507-A619-9974EDB219AE}" destId="{CB8E037B-6903-465F-96FF-4FA30478D330}" srcOrd="0" destOrd="0" presId="urn:microsoft.com/office/officeart/2005/8/layout/hierarchy3"/>
    <dgm:cxn modelId="{CF3B93C7-A024-4DFF-85AF-E259580D18A7}" type="presParOf" srcId="{670E1B94-A61E-4507-A619-9974EDB219AE}" destId="{2D5AF0BB-6F7C-4965-A15C-A98652797383}" srcOrd="1" destOrd="0" presId="urn:microsoft.com/office/officeart/2005/8/layout/hierarchy3"/>
    <dgm:cxn modelId="{A0C35304-DC85-4F22-B30E-2DEF7ECA404E}" type="presParOf" srcId="{670E1B94-A61E-4507-A619-9974EDB219AE}" destId="{F02A53E8-6C7D-49B2-9401-C780D3E31D61}" srcOrd="2" destOrd="0" presId="urn:microsoft.com/office/officeart/2005/8/layout/hierarchy3"/>
    <dgm:cxn modelId="{0445C890-DC8A-47BD-A442-F3280745CE3C}" type="presParOf" srcId="{670E1B94-A61E-4507-A619-9974EDB219AE}" destId="{A5AD1B20-162E-4728-9BEB-A5C7BCAECC51}" srcOrd="3" destOrd="0" presId="urn:microsoft.com/office/officeart/2005/8/layout/hierarchy3"/>
    <dgm:cxn modelId="{7B0C0DB6-309B-4E32-904C-A8BD8B76E748}" type="presParOf" srcId="{670E1B94-A61E-4507-A619-9974EDB219AE}" destId="{BF00D8B5-F756-4826-A2A7-0A83C0DD29CF}" srcOrd="4" destOrd="0" presId="urn:microsoft.com/office/officeart/2005/8/layout/hierarchy3"/>
    <dgm:cxn modelId="{1E85EC5D-0DFA-4685-8A21-C0C62BBF7302}" type="presParOf" srcId="{670E1B94-A61E-4507-A619-9974EDB219AE}" destId="{E157BC23-B6F6-471F-AC23-CE3476FA73E0}" srcOrd="5" destOrd="0" presId="urn:microsoft.com/office/officeart/2005/8/layout/hierarchy3"/>
    <dgm:cxn modelId="{EB88F8E3-9248-48D1-A8E1-B249FDBB41F4}" type="presParOf" srcId="{670E1B94-A61E-4507-A619-9974EDB219AE}" destId="{954EAB74-1556-4843-B541-3D54832BF8E2}" srcOrd="6" destOrd="0" presId="urn:microsoft.com/office/officeart/2005/8/layout/hierarchy3"/>
    <dgm:cxn modelId="{34A1B68F-04E6-4074-A754-910530313064}" type="presParOf" srcId="{670E1B94-A61E-4507-A619-9974EDB219AE}" destId="{412055B6-FA70-42D0-9130-A72A75E59842}" srcOrd="7" destOrd="0" presId="urn:microsoft.com/office/officeart/2005/8/layout/hierarchy3"/>
    <dgm:cxn modelId="{994B17E4-287A-4B03-953F-6AE0F4362E7C}" type="presParOf" srcId="{B003DE03-A43C-4DB3-AE66-12D2E6AD91D3}" destId="{A3402897-1FEB-4098-AC63-29B1D921D88A}" srcOrd="7" destOrd="0" presId="urn:microsoft.com/office/officeart/2005/8/layout/hierarchy3"/>
    <dgm:cxn modelId="{D9F7EF46-E863-45E1-BB05-AB10A588A038}" type="presParOf" srcId="{A3402897-1FEB-4098-AC63-29B1D921D88A}" destId="{74BB13A3-5BA1-4E3E-BBA2-F4D9AEC402FE}" srcOrd="0" destOrd="0" presId="urn:microsoft.com/office/officeart/2005/8/layout/hierarchy3"/>
    <dgm:cxn modelId="{1BF57520-18D6-4642-B75D-2841824F46BC}" type="presParOf" srcId="{74BB13A3-5BA1-4E3E-BBA2-F4D9AEC402FE}" destId="{2E311DBD-D5C8-4821-9F0A-0E24F3A056B9}" srcOrd="0" destOrd="0" presId="urn:microsoft.com/office/officeart/2005/8/layout/hierarchy3"/>
    <dgm:cxn modelId="{C8713340-CF6E-4592-B319-20D26D799A67}" type="presParOf" srcId="{74BB13A3-5BA1-4E3E-BBA2-F4D9AEC402FE}" destId="{BFD2A845-79AB-4C06-A7C7-472564FFE90F}" srcOrd="1" destOrd="0" presId="urn:microsoft.com/office/officeart/2005/8/layout/hierarchy3"/>
    <dgm:cxn modelId="{0309829E-57AC-451E-8DB1-9AABCEC9728E}" type="presParOf" srcId="{A3402897-1FEB-4098-AC63-29B1D921D88A}" destId="{B3B41642-BC85-4A2C-9B53-B3B20012223D}" srcOrd="1" destOrd="0" presId="urn:microsoft.com/office/officeart/2005/8/layout/hierarchy3"/>
    <dgm:cxn modelId="{3FDF7B78-855B-4E79-8479-A0F800CDFF06}" type="presParOf" srcId="{B3B41642-BC85-4A2C-9B53-B3B20012223D}" destId="{B7C1B302-73E2-4951-B7DF-EC649857A98C}" srcOrd="0" destOrd="0" presId="urn:microsoft.com/office/officeart/2005/8/layout/hierarchy3"/>
    <dgm:cxn modelId="{7AB479B1-576A-4853-AD76-C999AAF2E8E8}" type="presParOf" srcId="{B3B41642-BC85-4A2C-9B53-B3B20012223D}" destId="{BCE5B653-75BE-4544-BEF2-50B9E7F74FF0}" srcOrd="1" destOrd="0" presId="urn:microsoft.com/office/officeart/2005/8/layout/hierarchy3"/>
    <dgm:cxn modelId="{CF2E14A0-89C8-41D7-B9A1-9745201E6A5D}" type="presParOf" srcId="{B3B41642-BC85-4A2C-9B53-B3B20012223D}" destId="{22742DAD-7EA2-4B50-932A-DD7AD844E826}" srcOrd="2" destOrd="0" presId="urn:microsoft.com/office/officeart/2005/8/layout/hierarchy3"/>
    <dgm:cxn modelId="{26111180-FC95-445E-97B3-2A33241D53D8}" type="presParOf" srcId="{B3B41642-BC85-4A2C-9B53-B3B20012223D}" destId="{470EB8C9-BAA0-4748-894C-AC29540D2D40}" srcOrd="3" destOrd="0" presId="urn:microsoft.com/office/officeart/2005/8/layout/hierarchy3"/>
    <dgm:cxn modelId="{22770008-FFF4-476B-B4F1-D7BDBF9E4D08}" type="presParOf" srcId="{B3B41642-BC85-4A2C-9B53-B3B20012223D}" destId="{E74A5243-DD7F-42A8-9705-CB6C9378D8FB}" srcOrd="4" destOrd="0" presId="urn:microsoft.com/office/officeart/2005/8/layout/hierarchy3"/>
    <dgm:cxn modelId="{72CDC29F-C725-4730-B6E3-E8CF91EEF3DA}" type="presParOf" srcId="{B3B41642-BC85-4A2C-9B53-B3B20012223D}" destId="{6F2D64E1-1058-43BB-98B2-35D238E9BA9F}" srcOrd="5" destOrd="0" presId="urn:microsoft.com/office/officeart/2005/8/layout/hierarchy3"/>
    <dgm:cxn modelId="{1EFD9669-D0B4-4282-BACE-63FC48DFC042}" type="presParOf" srcId="{B3B41642-BC85-4A2C-9B53-B3B20012223D}" destId="{8B84BD2E-62B2-423A-AA05-2B94B30DC2D3}" srcOrd="6" destOrd="0" presId="urn:microsoft.com/office/officeart/2005/8/layout/hierarchy3"/>
    <dgm:cxn modelId="{74D53164-0495-4CB3-A989-CD57CA525CB3}" type="presParOf" srcId="{B3B41642-BC85-4A2C-9B53-B3B20012223D}" destId="{D45EF3FD-FF80-4E2C-BFD6-8B6D7300EE8B}" srcOrd="7"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6CC7020-FF85-44CC-8FA0-C5FEF23476F1}" type="doc">
      <dgm:prSet loTypeId="urn:microsoft.com/office/officeart/2009/3/layout/PieProcess" loCatId="list" qsTypeId="urn:microsoft.com/office/officeart/2005/8/quickstyle/simple3" qsCatId="simple" csTypeId="urn:microsoft.com/office/officeart/2005/8/colors/accent1_2" csCatId="accent1" phldr="1"/>
      <dgm:spPr/>
      <dgm:t>
        <a:bodyPr/>
        <a:lstStyle/>
        <a:p>
          <a:endParaRPr lang="ru-RU"/>
        </a:p>
      </dgm:t>
    </dgm:pt>
    <dgm:pt modelId="{A1E61FC0-E597-45CE-826C-8220E6FDBC96}">
      <dgm:prSet custT="1"/>
      <dgm:spPr/>
      <dgm:t>
        <a:bodyPr/>
        <a:lstStyle/>
        <a:p>
          <a:r>
            <a:rPr lang="ru-RU" sz="1200" b="1" dirty="0"/>
            <a:t>1. Пакетные фильтры (Packet </a:t>
          </a:r>
          <a:r>
            <a:rPr lang="ru-RU" sz="1200" b="1" dirty="0" err="1"/>
            <a:t>Filtering</a:t>
          </a:r>
          <a:r>
            <a:rPr lang="ru-RU" sz="1200" b="1" dirty="0"/>
            <a:t> </a:t>
          </a:r>
          <a:r>
            <a:rPr lang="ru-RU" sz="1200" b="1" dirty="0" err="1"/>
            <a:t>Firewalls</a:t>
          </a:r>
          <a:r>
            <a:rPr lang="ru-RU" sz="1200" b="1" dirty="0"/>
            <a:t>)</a:t>
          </a:r>
          <a:endParaRPr lang="ru-RU" sz="1200" dirty="0"/>
        </a:p>
      </dgm:t>
    </dgm:pt>
    <dgm:pt modelId="{8CFAD15D-B2A8-4AA2-985A-C48A354BABF9}" type="parTrans" cxnId="{4F0FAA18-3308-4D6E-A952-DC2F74E9864B}">
      <dgm:prSet/>
      <dgm:spPr/>
      <dgm:t>
        <a:bodyPr/>
        <a:lstStyle/>
        <a:p>
          <a:endParaRPr lang="ru-RU" sz="4000"/>
        </a:p>
      </dgm:t>
    </dgm:pt>
    <dgm:pt modelId="{66168B8E-7E12-4BA6-BE45-282383F3BD0E}" type="sibTrans" cxnId="{4F0FAA18-3308-4D6E-A952-DC2F74E9864B}">
      <dgm:prSet/>
      <dgm:spPr/>
      <dgm:t>
        <a:bodyPr/>
        <a:lstStyle/>
        <a:p>
          <a:endParaRPr lang="ru-RU" sz="4000"/>
        </a:p>
      </dgm:t>
    </dgm:pt>
    <dgm:pt modelId="{E10D3800-D0D8-46EB-8F11-F85EA5ADF520}">
      <dgm:prSet custT="1"/>
      <dgm:spPr/>
      <dgm:t>
        <a:bodyPr/>
        <a:lstStyle/>
        <a:p>
          <a:r>
            <a:rPr lang="ru-RU" sz="1200" b="1" i="0" dirty="0"/>
            <a:t>Уровень OSI:</a:t>
          </a:r>
          <a:r>
            <a:rPr lang="ru-RU" sz="1200" b="0" i="0" dirty="0"/>
            <a:t> Сетевой (3)</a:t>
          </a:r>
          <a:br>
            <a:rPr lang="ru-RU" sz="1200" b="0" i="0" dirty="0"/>
          </a:br>
          <a:r>
            <a:rPr lang="ru-RU" sz="1200" b="1" i="0" dirty="0"/>
            <a:t>Принцип работы:</a:t>
          </a:r>
          <a:endParaRPr lang="ru-RU" sz="1200" dirty="0"/>
        </a:p>
      </dgm:t>
    </dgm:pt>
    <dgm:pt modelId="{962B53C7-B094-44D4-8646-070E1CF7FD6C}" type="parTrans" cxnId="{33955F7F-320C-4383-93A5-C63797AD4D43}">
      <dgm:prSet/>
      <dgm:spPr/>
      <dgm:t>
        <a:bodyPr/>
        <a:lstStyle/>
        <a:p>
          <a:endParaRPr lang="ru-RU" sz="4000"/>
        </a:p>
      </dgm:t>
    </dgm:pt>
    <dgm:pt modelId="{D4B029B2-6F8E-4433-97DB-035468DC130A}" type="sibTrans" cxnId="{33955F7F-320C-4383-93A5-C63797AD4D43}">
      <dgm:prSet/>
      <dgm:spPr/>
      <dgm:t>
        <a:bodyPr/>
        <a:lstStyle/>
        <a:p>
          <a:endParaRPr lang="ru-RU" sz="4000"/>
        </a:p>
      </dgm:t>
    </dgm:pt>
    <dgm:pt modelId="{01B99642-B7A6-4C5A-AE80-919162921F12}">
      <dgm:prSet custT="1"/>
      <dgm:spPr/>
      <dgm:t>
        <a:bodyPr/>
        <a:lstStyle/>
        <a:p>
          <a:r>
            <a:rPr lang="ru-RU" sz="1200" b="0" i="0" dirty="0"/>
            <a:t>Анализ заголовков IP-пакетов (адреса, порты, протоколы)</a:t>
          </a:r>
          <a:endParaRPr lang="ru-RU" sz="1200" dirty="0"/>
        </a:p>
      </dgm:t>
    </dgm:pt>
    <dgm:pt modelId="{BFE34286-B686-49BA-9A77-6D9C067426B0}" type="parTrans" cxnId="{B864F2EB-13BE-4B28-B8D6-48D62D22B9A2}">
      <dgm:prSet/>
      <dgm:spPr/>
      <dgm:t>
        <a:bodyPr/>
        <a:lstStyle/>
        <a:p>
          <a:endParaRPr lang="ru-RU" sz="4000"/>
        </a:p>
      </dgm:t>
    </dgm:pt>
    <dgm:pt modelId="{FB9C315D-504E-453E-A7C9-9FD82329B31F}" type="sibTrans" cxnId="{B864F2EB-13BE-4B28-B8D6-48D62D22B9A2}">
      <dgm:prSet/>
      <dgm:spPr/>
      <dgm:t>
        <a:bodyPr/>
        <a:lstStyle/>
        <a:p>
          <a:endParaRPr lang="ru-RU" sz="4000"/>
        </a:p>
      </dgm:t>
    </dgm:pt>
    <dgm:pt modelId="{9F256374-C581-4FC3-9E80-651758B13267}">
      <dgm:prSet custT="1"/>
      <dgm:spPr/>
      <dgm:t>
        <a:bodyPr/>
        <a:lstStyle/>
        <a:p>
          <a:r>
            <a:rPr lang="ru-RU" sz="1200" b="0" i="0" dirty="0"/>
            <a:t>Статические правила без отслеживания состояния сеанса</a:t>
          </a:r>
          <a:endParaRPr lang="ru-RU" sz="1200" dirty="0"/>
        </a:p>
      </dgm:t>
    </dgm:pt>
    <dgm:pt modelId="{EFB7C4B6-3430-4DF3-A409-70D54FD4B179}" type="parTrans" cxnId="{6052AC8F-E743-4974-BD9E-2067DE9D1224}">
      <dgm:prSet/>
      <dgm:spPr/>
      <dgm:t>
        <a:bodyPr/>
        <a:lstStyle/>
        <a:p>
          <a:endParaRPr lang="ru-RU" sz="4000"/>
        </a:p>
      </dgm:t>
    </dgm:pt>
    <dgm:pt modelId="{ACA453FD-22FD-4CB3-9243-F02203A6699D}" type="sibTrans" cxnId="{6052AC8F-E743-4974-BD9E-2067DE9D1224}">
      <dgm:prSet/>
      <dgm:spPr/>
      <dgm:t>
        <a:bodyPr/>
        <a:lstStyle/>
        <a:p>
          <a:endParaRPr lang="ru-RU" sz="4000"/>
        </a:p>
      </dgm:t>
    </dgm:pt>
    <dgm:pt modelId="{6D271A06-3D00-4BEC-98FA-9F75FFC6A38F}">
      <dgm:prSet custT="1"/>
      <dgm:spPr/>
      <dgm:t>
        <a:bodyPr/>
        <a:lstStyle/>
        <a:p>
          <a:r>
            <a:rPr lang="ru-RU" sz="1200" b="1" i="0" dirty="0"/>
            <a:t>Уровень OSI:</a:t>
          </a:r>
          <a:r>
            <a:rPr lang="ru-RU" sz="1200" b="0" i="0" dirty="0"/>
            <a:t> Транспортный (4)</a:t>
          </a:r>
          <a:br>
            <a:rPr lang="ru-RU" sz="1200" b="0" i="0" dirty="0"/>
          </a:br>
          <a:r>
            <a:rPr lang="ru-RU" sz="1200" b="1" i="0" dirty="0"/>
            <a:t>Принцип работы:</a:t>
          </a:r>
          <a:endParaRPr lang="ru-RU" sz="1200" dirty="0"/>
        </a:p>
      </dgm:t>
    </dgm:pt>
    <dgm:pt modelId="{23B08E90-AA17-4C24-BD74-B0984FC3CE2F}" type="parTrans" cxnId="{5CC8506B-0250-4994-9330-01D411B38D03}">
      <dgm:prSet/>
      <dgm:spPr/>
      <dgm:t>
        <a:bodyPr/>
        <a:lstStyle/>
        <a:p>
          <a:endParaRPr lang="ru-RU" sz="4000"/>
        </a:p>
      </dgm:t>
    </dgm:pt>
    <dgm:pt modelId="{369256A6-375C-436B-8865-6E1B8C233B72}" type="sibTrans" cxnId="{5CC8506B-0250-4994-9330-01D411B38D03}">
      <dgm:prSet/>
      <dgm:spPr/>
      <dgm:t>
        <a:bodyPr/>
        <a:lstStyle/>
        <a:p>
          <a:endParaRPr lang="ru-RU" sz="4000"/>
        </a:p>
      </dgm:t>
    </dgm:pt>
    <dgm:pt modelId="{79E1E3CD-985E-4810-8B50-77EF2802E302}">
      <dgm:prSet custT="1"/>
      <dgm:spPr/>
      <dgm:t>
        <a:bodyPr/>
        <a:lstStyle/>
        <a:p>
          <a:r>
            <a:rPr lang="ru-RU" sz="1200" b="0" i="0" dirty="0"/>
            <a:t>Отслеживание состояния соединений (TCP/UDP-сессии)</a:t>
          </a:r>
          <a:endParaRPr lang="ru-RU" sz="1200" dirty="0"/>
        </a:p>
      </dgm:t>
    </dgm:pt>
    <dgm:pt modelId="{B0C5BBC1-A740-42CA-A169-153940E446C1}" type="parTrans" cxnId="{CE4EC14A-423A-455C-99E3-4F409C20BFBC}">
      <dgm:prSet/>
      <dgm:spPr/>
      <dgm:t>
        <a:bodyPr/>
        <a:lstStyle/>
        <a:p>
          <a:endParaRPr lang="ru-RU" sz="4000"/>
        </a:p>
      </dgm:t>
    </dgm:pt>
    <dgm:pt modelId="{412893A8-F5F6-47BD-92A7-792E336F8D20}" type="sibTrans" cxnId="{CE4EC14A-423A-455C-99E3-4F409C20BFBC}">
      <dgm:prSet/>
      <dgm:spPr/>
      <dgm:t>
        <a:bodyPr/>
        <a:lstStyle/>
        <a:p>
          <a:endParaRPr lang="ru-RU" sz="4000"/>
        </a:p>
      </dgm:t>
    </dgm:pt>
    <dgm:pt modelId="{11AEC0D4-7CCB-46D5-A64A-DA0671971787}">
      <dgm:prSet custT="1"/>
      <dgm:spPr/>
      <dgm:t>
        <a:bodyPr/>
        <a:lstStyle/>
        <a:p>
          <a:r>
            <a:rPr lang="ru-RU" sz="1200" b="0" i="0" dirty="0"/>
            <a:t>Динамическое открытие портов для ответного трафика</a:t>
          </a:r>
          <a:endParaRPr lang="ru-RU" sz="1200" dirty="0"/>
        </a:p>
      </dgm:t>
    </dgm:pt>
    <dgm:pt modelId="{BDE4A11B-EC49-4F1C-9BE8-AC774E70CF2F}" type="parTrans" cxnId="{60C6CD7B-CB8C-4E53-97F1-940D479A573C}">
      <dgm:prSet/>
      <dgm:spPr/>
      <dgm:t>
        <a:bodyPr/>
        <a:lstStyle/>
        <a:p>
          <a:endParaRPr lang="ru-RU" sz="4000"/>
        </a:p>
      </dgm:t>
    </dgm:pt>
    <dgm:pt modelId="{6BD8D637-DF8B-41CB-BDBB-801BD797E709}" type="sibTrans" cxnId="{60C6CD7B-CB8C-4E53-97F1-940D479A573C}">
      <dgm:prSet/>
      <dgm:spPr/>
      <dgm:t>
        <a:bodyPr/>
        <a:lstStyle/>
        <a:p>
          <a:endParaRPr lang="ru-RU" sz="4000"/>
        </a:p>
      </dgm:t>
    </dgm:pt>
    <dgm:pt modelId="{62DA4D27-4F21-4D08-868C-2F82E0F4458E}">
      <dgm:prSet custT="1"/>
      <dgm:spPr/>
      <dgm:t>
        <a:bodyPr/>
        <a:lstStyle/>
        <a:p>
          <a:r>
            <a:rPr lang="ru-RU" sz="1200" b="0" i="0" dirty="0"/>
            <a:t>Анализ последовательности пакетов</a:t>
          </a:r>
          <a:endParaRPr lang="ru-RU" sz="1200" dirty="0"/>
        </a:p>
      </dgm:t>
    </dgm:pt>
    <dgm:pt modelId="{29045272-701F-4615-A728-0B87A44DFC8E}" type="parTrans" cxnId="{1643C20E-BBAE-4BF2-9119-839873433AA4}">
      <dgm:prSet/>
      <dgm:spPr/>
      <dgm:t>
        <a:bodyPr/>
        <a:lstStyle/>
        <a:p>
          <a:endParaRPr lang="ru-RU" sz="4000"/>
        </a:p>
      </dgm:t>
    </dgm:pt>
    <dgm:pt modelId="{06298F2E-4774-4366-A5E3-B29288F6E862}" type="sibTrans" cxnId="{1643C20E-BBAE-4BF2-9119-839873433AA4}">
      <dgm:prSet/>
      <dgm:spPr/>
      <dgm:t>
        <a:bodyPr/>
        <a:lstStyle/>
        <a:p>
          <a:endParaRPr lang="ru-RU" sz="4000"/>
        </a:p>
      </dgm:t>
    </dgm:pt>
    <dgm:pt modelId="{FDE9A27E-18AA-47DB-873A-D15AAB8B8FF6}">
      <dgm:prSet custT="1"/>
      <dgm:spPr/>
      <dgm:t>
        <a:bodyPr/>
        <a:lstStyle/>
        <a:p>
          <a:r>
            <a:rPr lang="ru-RU" sz="1200" b="1" i="0" dirty="0"/>
            <a:t>Уровень OSI:</a:t>
          </a:r>
          <a:r>
            <a:rPr lang="ru-RU" sz="1200" b="0" i="0" dirty="0"/>
            <a:t> Прикладной (7)</a:t>
          </a:r>
          <a:br>
            <a:rPr lang="ru-RU" sz="1200" b="0" i="0" dirty="0"/>
          </a:br>
          <a:r>
            <a:rPr lang="ru-RU" sz="1200" b="1" i="0" dirty="0"/>
            <a:t>Принцип работы:</a:t>
          </a:r>
          <a:endParaRPr lang="ru-RU" sz="1200" dirty="0"/>
        </a:p>
      </dgm:t>
    </dgm:pt>
    <dgm:pt modelId="{75E5ED8D-BCCA-4069-A0FD-896EDBABEDEA}" type="parTrans" cxnId="{6DCBE7DD-2579-43BA-A031-4A981E47722F}">
      <dgm:prSet/>
      <dgm:spPr/>
      <dgm:t>
        <a:bodyPr/>
        <a:lstStyle/>
        <a:p>
          <a:endParaRPr lang="ru-RU" sz="4000"/>
        </a:p>
      </dgm:t>
    </dgm:pt>
    <dgm:pt modelId="{F0F9C7D0-DD70-41D5-814E-90D77EE89C87}" type="sibTrans" cxnId="{6DCBE7DD-2579-43BA-A031-4A981E47722F}">
      <dgm:prSet/>
      <dgm:spPr/>
      <dgm:t>
        <a:bodyPr/>
        <a:lstStyle/>
        <a:p>
          <a:endParaRPr lang="ru-RU" sz="4000"/>
        </a:p>
      </dgm:t>
    </dgm:pt>
    <dgm:pt modelId="{156B1FFE-6CB6-40B2-9181-97DBFCA18A4F}">
      <dgm:prSet custT="1"/>
      <dgm:spPr/>
      <dgm:t>
        <a:bodyPr/>
        <a:lstStyle/>
        <a:p>
          <a:r>
            <a:rPr lang="ru-RU" sz="1200" b="0" i="0" dirty="0"/>
            <a:t>Глубокая проверка пакетов (Deep Packet </a:t>
          </a:r>
          <a:r>
            <a:rPr lang="ru-RU" sz="1200" b="0" i="0" dirty="0" err="1"/>
            <a:t>Inspection</a:t>
          </a:r>
          <a:r>
            <a:rPr lang="ru-RU" sz="1200" b="0" i="0" dirty="0"/>
            <a:t>)</a:t>
          </a:r>
          <a:endParaRPr lang="ru-RU" sz="1200" dirty="0"/>
        </a:p>
      </dgm:t>
    </dgm:pt>
    <dgm:pt modelId="{D1ED7ACA-5BE0-460A-8662-3AB41D237628}" type="parTrans" cxnId="{ED095766-1D6A-447D-89AA-3520D1A1132E}">
      <dgm:prSet/>
      <dgm:spPr/>
      <dgm:t>
        <a:bodyPr/>
        <a:lstStyle/>
        <a:p>
          <a:endParaRPr lang="ru-RU" sz="4000"/>
        </a:p>
      </dgm:t>
    </dgm:pt>
    <dgm:pt modelId="{34464B9B-4A16-4244-B3DF-73E074A9662A}" type="sibTrans" cxnId="{ED095766-1D6A-447D-89AA-3520D1A1132E}">
      <dgm:prSet/>
      <dgm:spPr/>
      <dgm:t>
        <a:bodyPr/>
        <a:lstStyle/>
        <a:p>
          <a:endParaRPr lang="ru-RU" sz="4000"/>
        </a:p>
      </dgm:t>
    </dgm:pt>
    <dgm:pt modelId="{6E33BA46-831A-4231-A6AE-2B40F98DA4AC}">
      <dgm:prSet custT="1"/>
      <dgm:spPr/>
      <dgm:t>
        <a:bodyPr/>
        <a:lstStyle/>
        <a:p>
          <a:r>
            <a:rPr lang="ru-RU" sz="1200" b="0" i="0" dirty="0"/>
            <a:t>Анализ содержимого приложений</a:t>
          </a:r>
          <a:endParaRPr lang="ru-RU" sz="1200" dirty="0"/>
        </a:p>
      </dgm:t>
    </dgm:pt>
    <dgm:pt modelId="{1225639E-9EB9-4803-8C7B-B22EAD5347B8}" type="parTrans" cxnId="{541C3976-B7E2-497C-98C6-B5720259CD29}">
      <dgm:prSet/>
      <dgm:spPr/>
      <dgm:t>
        <a:bodyPr/>
        <a:lstStyle/>
        <a:p>
          <a:endParaRPr lang="ru-RU" sz="4000"/>
        </a:p>
      </dgm:t>
    </dgm:pt>
    <dgm:pt modelId="{DDCABF42-C321-45C1-BCFB-76F59F9043B4}" type="sibTrans" cxnId="{541C3976-B7E2-497C-98C6-B5720259CD29}">
      <dgm:prSet/>
      <dgm:spPr/>
      <dgm:t>
        <a:bodyPr/>
        <a:lstStyle/>
        <a:p>
          <a:endParaRPr lang="ru-RU" sz="4000"/>
        </a:p>
      </dgm:t>
    </dgm:pt>
    <dgm:pt modelId="{08085EAB-510D-4E24-9840-450167B57590}">
      <dgm:prSet custT="1"/>
      <dgm:spPr/>
      <dgm:t>
        <a:bodyPr/>
        <a:lstStyle/>
        <a:p>
          <a:r>
            <a:rPr lang="ru-RU" sz="1200" b="0" i="0" dirty="0"/>
            <a:t>Аутентификация пользователей</a:t>
          </a:r>
          <a:endParaRPr lang="ru-RU" sz="1200" dirty="0"/>
        </a:p>
      </dgm:t>
    </dgm:pt>
    <dgm:pt modelId="{D11B9A41-5F05-4BB3-AD55-0A2F06D0DBBD}" type="parTrans" cxnId="{AB09EA2E-F0E9-432C-A6DD-C5DA348615FA}">
      <dgm:prSet/>
      <dgm:spPr/>
      <dgm:t>
        <a:bodyPr/>
        <a:lstStyle/>
        <a:p>
          <a:endParaRPr lang="ru-RU" sz="4000"/>
        </a:p>
      </dgm:t>
    </dgm:pt>
    <dgm:pt modelId="{491F71E4-A808-4BD9-BDE3-2A0C3820A066}" type="sibTrans" cxnId="{AB09EA2E-F0E9-432C-A6DD-C5DA348615FA}">
      <dgm:prSet/>
      <dgm:spPr/>
      <dgm:t>
        <a:bodyPr/>
        <a:lstStyle/>
        <a:p>
          <a:endParaRPr lang="ru-RU" sz="4000"/>
        </a:p>
      </dgm:t>
    </dgm:pt>
    <dgm:pt modelId="{7B4D27A2-CE19-4336-A856-BE58C6F9E62C}">
      <dgm:prSet custT="1"/>
      <dgm:spPr/>
      <dgm:t>
        <a:bodyPr/>
        <a:lstStyle/>
        <a:p>
          <a:r>
            <a:rPr lang="ru-RU" sz="1200" b="1" i="0" dirty="0"/>
            <a:t>Уровень OSI:</a:t>
          </a:r>
          <a:r>
            <a:rPr lang="ru-RU" sz="1200" b="0" i="0" dirty="0"/>
            <a:t> Сеансовый (5)</a:t>
          </a:r>
          <a:br>
            <a:rPr lang="ru-RU" sz="1200" b="0" i="0" dirty="0"/>
          </a:br>
          <a:r>
            <a:rPr lang="ru-RU" sz="1200" b="1" i="0" dirty="0"/>
            <a:t>Принцип работы:</a:t>
          </a:r>
          <a:endParaRPr lang="ru-RU" sz="1200" dirty="0"/>
        </a:p>
      </dgm:t>
    </dgm:pt>
    <dgm:pt modelId="{D569DB76-7F8B-4E6F-8E3C-B8F9A3E3A07C}" type="parTrans" cxnId="{653F3881-7F07-4C43-BD0A-69059DCC1DB7}">
      <dgm:prSet/>
      <dgm:spPr/>
      <dgm:t>
        <a:bodyPr/>
        <a:lstStyle/>
        <a:p>
          <a:endParaRPr lang="ru-RU" sz="4000"/>
        </a:p>
      </dgm:t>
    </dgm:pt>
    <dgm:pt modelId="{7102FB3A-25EE-499C-B25E-67A82E2C61F0}" type="sibTrans" cxnId="{653F3881-7F07-4C43-BD0A-69059DCC1DB7}">
      <dgm:prSet/>
      <dgm:spPr/>
      <dgm:t>
        <a:bodyPr/>
        <a:lstStyle/>
        <a:p>
          <a:endParaRPr lang="ru-RU" sz="4000"/>
        </a:p>
      </dgm:t>
    </dgm:pt>
    <dgm:pt modelId="{27C3D7EC-2A68-46FE-864C-9F4304A0C127}">
      <dgm:prSet custT="1"/>
      <dgm:spPr/>
      <dgm:t>
        <a:bodyPr/>
        <a:lstStyle/>
        <a:p>
          <a:r>
            <a:rPr lang="ru-RU" sz="1200" b="0" i="0" dirty="0"/>
            <a:t>Проверка установления TCP-сессий</a:t>
          </a:r>
          <a:endParaRPr lang="ru-RU" sz="1200" dirty="0"/>
        </a:p>
      </dgm:t>
    </dgm:pt>
    <dgm:pt modelId="{0730F4D0-7971-472A-B78D-86BE76537BB9}" type="parTrans" cxnId="{10A87FD0-7894-440C-8FAF-BFF60C48C6B4}">
      <dgm:prSet/>
      <dgm:spPr/>
      <dgm:t>
        <a:bodyPr/>
        <a:lstStyle/>
        <a:p>
          <a:endParaRPr lang="ru-RU" sz="4000"/>
        </a:p>
      </dgm:t>
    </dgm:pt>
    <dgm:pt modelId="{6E0A52B0-9DBD-48BB-B6AF-6A407D418FCD}" type="sibTrans" cxnId="{10A87FD0-7894-440C-8FAF-BFF60C48C6B4}">
      <dgm:prSet/>
      <dgm:spPr/>
      <dgm:t>
        <a:bodyPr/>
        <a:lstStyle/>
        <a:p>
          <a:endParaRPr lang="ru-RU" sz="4000"/>
        </a:p>
      </dgm:t>
    </dgm:pt>
    <dgm:pt modelId="{22FCDFFC-2F96-4219-878E-12F91A6FD6D7}">
      <dgm:prSet custT="1"/>
      <dgm:spPr/>
      <dgm:t>
        <a:bodyPr/>
        <a:lstStyle/>
        <a:p>
          <a:r>
            <a:rPr lang="ru-RU" sz="1200" b="0" i="0" dirty="0"/>
            <a:t>Контроль </a:t>
          </a:r>
          <a:r>
            <a:rPr lang="ru-RU" sz="1200" b="0" i="0" dirty="0" err="1"/>
            <a:t>handshake</a:t>
          </a:r>
          <a:r>
            <a:rPr lang="ru-RU" sz="1200" b="0" i="0" dirty="0"/>
            <a:t>-процесса</a:t>
          </a:r>
          <a:endParaRPr lang="ru-RU" sz="1200" dirty="0"/>
        </a:p>
      </dgm:t>
    </dgm:pt>
    <dgm:pt modelId="{864B4CC2-AEE1-478E-AFA3-CB6D9D331594}" type="parTrans" cxnId="{0E75D9AF-6E0C-4125-967E-9109B219D9D1}">
      <dgm:prSet/>
      <dgm:spPr/>
      <dgm:t>
        <a:bodyPr/>
        <a:lstStyle/>
        <a:p>
          <a:endParaRPr lang="ru-RU" sz="4000"/>
        </a:p>
      </dgm:t>
    </dgm:pt>
    <dgm:pt modelId="{62980637-7A0A-4D69-AB65-677797A2F62F}" type="sibTrans" cxnId="{0E75D9AF-6E0C-4125-967E-9109B219D9D1}">
      <dgm:prSet/>
      <dgm:spPr/>
      <dgm:t>
        <a:bodyPr/>
        <a:lstStyle/>
        <a:p>
          <a:endParaRPr lang="ru-RU" sz="4000"/>
        </a:p>
      </dgm:t>
    </dgm:pt>
    <dgm:pt modelId="{29D239FA-3483-4316-9CB1-691306B98F76}">
      <dgm:prSet custT="1"/>
      <dgm:spPr/>
      <dgm:t>
        <a:bodyPr/>
        <a:lstStyle/>
        <a:p>
          <a:r>
            <a:rPr lang="ru-RU" sz="1200" b="0" i="0" dirty="0" err="1"/>
            <a:t>Проксирование</a:t>
          </a:r>
          <a:r>
            <a:rPr lang="ru-RU" sz="1200" b="0" i="0" dirty="0"/>
            <a:t> соединений</a:t>
          </a:r>
          <a:endParaRPr lang="ru-RU" sz="1200" dirty="0"/>
        </a:p>
      </dgm:t>
    </dgm:pt>
    <dgm:pt modelId="{C6BD1983-4061-4B4B-BAD8-2216E3D20DF7}" type="parTrans" cxnId="{B595B3B5-0144-4DDE-AE59-9D530E40A42A}">
      <dgm:prSet/>
      <dgm:spPr/>
      <dgm:t>
        <a:bodyPr/>
        <a:lstStyle/>
        <a:p>
          <a:endParaRPr lang="ru-RU" sz="4000"/>
        </a:p>
      </dgm:t>
    </dgm:pt>
    <dgm:pt modelId="{F55B1A91-A3A4-4BF3-96FB-3F9B9CF0CB6F}" type="sibTrans" cxnId="{B595B3B5-0144-4DDE-AE59-9D530E40A42A}">
      <dgm:prSet/>
      <dgm:spPr/>
      <dgm:t>
        <a:bodyPr/>
        <a:lstStyle/>
        <a:p>
          <a:endParaRPr lang="ru-RU" sz="4000"/>
        </a:p>
      </dgm:t>
    </dgm:pt>
    <dgm:pt modelId="{684E6E42-52C9-4D13-A308-6C7A87BD6589}">
      <dgm:prSet custT="1"/>
      <dgm:spPr/>
      <dgm:t>
        <a:bodyPr/>
        <a:lstStyle/>
        <a:p>
          <a:r>
            <a:rPr lang="ru-RU" sz="1200" b="0" i="0" dirty="0"/>
            <a:t>Полное завершение соединений на стороне экрана</a:t>
          </a:r>
          <a:endParaRPr lang="ru-RU" sz="1200" dirty="0"/>
        </a:p>
      </dgm:t>
    </dgm:pt>
    <dgm:pt modelId="{DF5E6820-DD70-483F-A891-2DC2959ACD47}" type="parTrans" cxnId="{007354B5-6870-4D26-A453-567F4E0FF664}">
      <dgm:prSet/>
      <dgm:spPr/>
      <dgm:t>
        <a:bodyPr/>
        <a:lstStyle/>
        <a:p>
          <a:endParaRPr lang="ru-RU" sz="4000"/>
        </a:p>
      </dgm:t>
    </dgm:pt>
    <dgm:pt modelId="{C1B7E39F-A0A7-45DF-ABF1-713652968907}" type="sibTrans" cxnId="{007354B5-6870-4D26-A453-567F4E0FF664}">
      <dgm:prSet/>
      <dgm:spPr/>
      <dgm:t>
        <a:bodyPr/>
        <a:lstStyle/>
        <a:p>
          <a:endParaRPr lang="ru-RU" sz="4000"/>
        </a:p>
      </dgm:t>
    </dgm:pt>
    <dgm:pt modelId="{55EF54A1-C4CE-4D89-A785-170AC1CFAB43}">
      <dgm:prSet custT="1"/>
      <dgm:spPr/>
      <dgm:t>
        <a:bodyPr/>
        <a:lstStyle/>
        <a:p>
          <a:r>
            <a:rPr lang="ru-RU" sz="1200" b="0" i="0" dirty="0"/>
            <a:t>Пересборка и анализ всего трафика</a:t>
          </a:r>
          <a:endParaRPr lang="ru-RU" sz="1200" dirty="0"/>
        </a:p>
      </dgm:t>
    </dgm:pt>
    <dgm:pt modelId="{B04367E8-4157-4739-8C29-8410DA86DE26}" type="parTrans" cxnId="{3E416269-FE5E-4262-A944-BF9474C6C7DF}">
      <dgm:prSet/>
      <dgm:spPr/>
      <dgm:t>
        <a:bodyPr/>
        <a:lstStyle/>
        <a:p>
          <a:endParaRPr lang="ru-RU" sz="4000"/>
        </a:p>
      </dgm:t>
    </dgm:pt>
    <dgm:pt modelId="{8860AF5D-0F0D-42CE-818F-1AD7B1723459}" type="sibTrans" cxnId="{3E416269-FE5E-4262-A944-BF9474C6C7DF}">
      <dgm:prSet/>
      <dgm:spPr/>
      <dgm:t>
        <a:bodyPr/>
        <a:lstStyle/>
        <a:p>
          <a:endParaRPr lang="ru-RU" sz="4000"/>
        </a:p>
      </dgm:t>
    </dgm:pt>
    <dgm:pt modelId="{F9513C87-E622-4AC1-BC42-274C6999166D}">
      <dgm:prSet custT="1"/>
      <dgm:spPr/>
      <dgm:t>
        <a:bodyPr/>
        <a:lstStyle/>
        <a:p>
          <a:r>
            <a:rPr lang="ru-RU" sz="1200" b="0" i="0" dirty="0"/>
            <a:t>Кэширование и фильтрация контента</a:t>
          </a:r>
          <a:endParaRPr lang="ru-RU" sz="1200" dirty="0"/>
        </a:p>
      </dgm:t>
    </dgm:pt>
    <dgm:pt modelId="{7C409838-DC87-46ED-8D2A-24484BB39737}" type="parTrans" cxnId="{C36933CC-04B9-4738-AB4F-976E102FCC8C}">
      <dgm:prSet/>
      <dgm:spPr/>
      <dgm:t>
        <a:bodyPr/>
        <a:lstStyle/>
        <a:p>
          <a:endParaRPr lang="ru-RU" sz="4000"/>
        </a:p>
      </dgm:t>
    </dgm:pt>
    <dgm:pt modelId="{9D24569A-4D55-46C1-845D-4BD4D5973F38}" type="sibTrans" cxnId="{C36933CC-04B9-4738-AB4F-976E102FCC8C}">
      <dgm:prSet/>
      <dgm:spPr/>
      <dgm:t>
        <a:bodyPr/>
        <a:lstStyle/>
        <a:p>
          <a:endParaRPr lang="ru-RU" sz="4000"/>
        </a:p>
      </dgm:t>
    </dgm:pt>
    <dgm:pt modelId="{048625E6-A430-49B3-9205-4C76F059D8D9}">
      <dgm:prSet custT="1"/>
      <dgm:spPr/>
      <dgm:t>
        <a:bodyPr/>
        <a:lstStyle/>
        <a:p>
          <a:r>
            <a:rPr lang="ru-RU" sz="1200" b="1" i="0" dirty="0"/>
            <a:t>Принцип работы:</a:t>
          </a:r>
          <a:r>
            <a:rPr lang="ru-RU" sz="1200" b="0" i="0" dirty="0"/>
            <a:t> Комбинация нескольких методов фильтрации</a:t>
          </a:r>
          <a:br>
            <a:rPr lang="ru-RU" sz="1200" b="0" i="0" dirty="0"/>
          </a:br>
          <a:r>
            <a:rPr lang="ru-RU" sz="1200" b="1" i="0" dirty="0"/>
            <a:t>Компоненты:</a:t>
          </a:r>
          <a:endParaRPr lang="ru-RU" sz="1200" dirty="0"/>
        </a:p>
      </dgm:t>
    </dgm:pt>
    <dgm:pt modelId="{8EDE2386-191D-416A-B845-2DB2DCCA4FB5}" type="parTrans" cxnId="{534FAFB5-0F2B-468E-BD97-3C5D0833A80D}">
      <dgm:prSet/>
      <dgm:spPr/>
      <dgm:t>
        <a:bodyPr/>
        <a:lstStyle/>
        <a:p>
          <a:endParaRPr lang="ru-RU" sz="4000"/>
        </a:p>
      </dgm:t>
    </dgm:pt>
    <dgm:pt modelId="{6B0DFDCC-3C01-40B2-A0F5-A9C99653E7D3}" type="sibTrans" cxnId="{534FAFB5-0F2B-468E-BD97-3C5D0833A80D}">
      <dgm:prSet/>
      <dgm:spPr/>
      <dgm:t>
        <a:bodyPr/>
        <a:lstStyle/>
        <a:p>
          <a:endParaRPr lang="ru-RU" sz="4000"/>
        </a:p>
      </dgm:t>
    </dgm:pt>
    <dgm:pt modelId="{477E7479-3191-4AA3-B77E-5F9C4DA43951}">
      <dgm:prSet custT="1"/>
      <dgm:spPr/>
      <dgm:t>
        <a:bodyPr/>
        <a:lstStyle/>
        <a:p>
          <a:r>
            <a:rPr lang="ru-RU" sz="1200" b="0" i="0" dirty="0"/>
            <a:t>Пакетная фильтрация на периметре</a:t>
          </a:r>
          <a:endParaRPr lang="ru-RU" sz="1200" dirty="0"/>
        </a:p>
      </dgm:t>
    </dgm:pt>
    <dgm:pt modelId="{9D472010-DF12-4859-B5C1-A29EB00275A0}" type="parTrans" cxnId="{E76DCCB1-350E-4E69-8FAF-20CAAE2B4ED5}">
      <dgm:prSet/>
      <dgm:spPr/>
      <dgm:t>
        <a:bodyPr/>
        <a:lstStyle/>
        <a:p>
          <a:endParaRPr lang="ru-RU" sz="4000"/>
        </a:p>
      </dgm:t>
    </dgm:pt>
    <dgm:pt modelId="{B6723A85-5475-4AD3-AA4A-106C0878473C}" type="sibTrans" cxnId="{E76DCCB1-350E-4E69-8FAF-20CAAE2B4ED5}">
      <dgm:prSet/>
      <dgm:spPr/>
      <dgm:t>
        <a:bodyPr/>
        <a:lstStyle/>
        <a:p>
          <a:endParaRPr lang="ru-RU" sz="4000"/>
        </a:p>
      </dgm:t>
    </dgm:pt>
    <dgm:pt modelId="{8E67C3C7-05C6-4EB6-84AA-2326B454933C}">
      <dgm:prSet custT="1"/>
      <dgm:spPr/>
      <dgm:t>
        <a:bodyPr/>
        <a:lstStyle/>
        <a:p>
          <a:r>
            <a:rPr lang="ru-RU" sz="1200" b="0" i="0" dirty="0" err="1"/>
            <a:t>Stateful</a:t>
          </a:r>
          <a:r>
            <a:rPr lang="ru-RU" sz="1200" b="0" i="0" dirty="0"/>
            <a:t> </a:t>
          </a:r>
          <a:r>
            <a:rPr lang="ru-RU" sz="1200" b="0" i="0" dirty="0" err="1"/>
            <a:t>inspection</a:t>
          </a:r>
          <a:r>
            <a:rPr lang="ru-RU" sz="1200" b="0" i="0" dirty="0"/>
            <a:t> для транспортного уровня</a:t>
          </a:r>
          <a:endParaRPr lang="ru-RU" sz="1200" dirty="0"/>
        </a:p>
      </dgm:t>
    </dgm:pt>
    <dgm:pt modelId="{85DFEBD9-AFB8-4D8D-ACF9-F2D5818E6B55}" type="parTrans" cxnId="{A3585F97-650D-4534-B721-824FE93AF950}">
      <dgm:prSet/>
      <dgm:spPr/>
      <dgm:t>
        <a:bodyPr/>
        <a:lstStyle/>
        <a:p>
          <a:endParaRPr lang="ru-RU" sz="4000"/>
        </a:p>
      </dgm:t>
    </dgm:pt>
    <dgm:pt modelId="{1FC7ACDA-213C-4CD9-9827-8144B500A2C4}" type="sibTrans" cxnId="{A3585F97-650D-4534-B721-824FE93AF950}">
      <dgm:prSet/>
      <dgm:spPr/>
      <dgm:t>
        <a:bodyPr/>
        <a:lstStyle/>
        <a:p>
          <a:endParaRPr lang="ru-RU" sz="4000"/>
        </a:p>
      </dgm:t>
    </dgm:pt>
    <dgm:pt modelId="{3B4F3167-56A9-4E13-9888-B36352157B2C}">
      <dgm:prSet custT="1"/>
      <dgm:spPr/>
      <dgm:t>
        <a:bodyPr/>
        <a:lstStyle/>
        <a:p>
          <a:r>
            <a:rPr lang="ru-RU" sz="1200" b="0" i="0" dirty="0"/>
            <a:t>DPI для прикладного уровня</a:t>
          </a:r>
          <a:endParaRPr lang="ru-RU" sz="1200" dirty="0"/>
        </a:p>
      </dgm:t>
    </dgm:pt>
    <dgm:pt modelId="{83BEA6E1-C399-4319-9696-31FBBCDE0AEC}" type="parTrans" cxnId="{C63ED199-5F3C-4B9D-A85B-D0B5FFE33402}">
      <dgm:prSet/>
      <dgm:spPr/>
      <dgm:t>
        <a:bodyPr/>
        <a:lstStyle/>
        <a:p>
          <a:endParaRPr lang="ru-RU" sz="4000"/>
        </a:p>
      </dgm:t>
    </dgm:pt>
    <dgm:pt modelId="{3D857C82-A25E-46D4-A0B4-7093E440AF5F}" type="sibTrans" cxnId="{C63ED199-5F3C-4B9D-A85B-D0B5FFE33402}">
      <dgm:prSet/>
      <dgm:spPr/>
      <dgm:t>
        <a:bodyPr/>
        <a:lstStyle/>
        <a:p>
          <a:endParaRPr lang="ru-RU" sz="4000"/>
        </a:p>
      </dgm:t>
    </dgm:pt>
    <dgm:pt modelId="{A5E4A23F-29F8-4276-8439-5AA5F5EA04CC}">
      <dgm:prSet custT="1"/>
      <dgm:spPr/>
      <dgm:t>
        <a:bodyPr/>
        <a:lstStyle/>
        <a:p>
          <a:r>
            <a:rPr lang="ru-RU" sz="1200" b="0" i="0" dirty="0"/>
            <a:t>IPS для предотвращения вторжений</a:t>
          </a:r>
          <a:endParaRPr lang="ru-RU" sz="1200" dirty="0"/>
        </a:p>
      </dgm:t>
    </dgm:pt>
    <dgm:pt modelId="{FE82194B-F3C7-4F35-8A34-24F39D3984A2}" type="parTrans" cxnId="{A6529FE7-5468-48D3-8871-E08EC8135FE0}">
      <dgm:prSet/>
      <dgm:spPr/>
      <dgm:t>
        <a:bodyPr/>
        <a:lstStyle/>
        <a:p>
          <a:endParaRPr lang="ru-RU" sz="4000"/>
        </a:p>
      </dgm:t>
    </dgm:pt>
    <dgm:pt modelId="{3D477848-4CD0-4113-855F-11058F3FE469}" type="sibTrans" cxnId="{A6529FE7-5468-48D3-8871-E08EC8135FE0}">
      <dgm:prSet/>
      <dgm:spPr/>
      <dgm:t>
        <a:bodyPr/>
        <a:lstStyle/>
        <a:p>
          <a:endParaRPr lang="ru-RU" sz="4000"/>
        </a:p>
      </dgm:t>
    </dgm:pt>
    <dgm:pt modelId="{A09134CB-CD8C-4AB3-A476-B95C87675030}">
      <dgm:prSet custT="1"/>
      <dgm:spPr/>
      <dgm:t>
        <a:bodyPr/>
        <a:lstStyle/>
        <a:p>
          <a:r>
            <a:rPr lang="ru-RU" sz="1200" b="1" i="0" dirty="0"/>
            <a:t>Принцип работы:</a:t>
          </a:r>
          <a:endParaRPr lang="ru-RU" sz="1200" dirty="0"/>
        </a:p>
      </dgm:t>
    </dgm:pt>
    <dgm:pt modelId="{91C09300-22D6-47AA-B652-A4E013C9655D}" type="parTrans" cxnId="{B47AA089-B53A-492B-A816-E4D335BE33DA}">
      <dgm:prSet/>
      <dgm:spPr/>
      <dgm:t>
        <a:bodyPr/>
        <a:lstStyle/>
        <a:p>
          <a:endParaRPr lang="ru-RU" sz="4000"/>
        </a:p>
      </dgm:t>
    </dgm:pt>
    <dgm:pt modelId="{3C5D4618-3EAD-4EFE-9D84-8EFB90C08112}" type="sibTrans" cxnId="{B47AA089-B53A-492B-A816-E4D335BE33DA}">
      <dgm:prSet/>
      <dgm:spPr/>
      <dgm:t>
        <a:bodyPr/>
        <a:lstStyle/>
        <a:p>
          <a:endParaRPr lang="ru-RU" sz="4000"/>
        </a:p>
      </dgm:t>
    </dgm:pt>
    <dgm:pt modelId="{CA35EB17-454D-4692-B5B5-D1B8F2E0BA13}">
      <dgm:prSet custT="1"/>
      <dgm:spPr/>
      <dgm:t>
        <a:bodyPr/>
        <a:lstStyle/>
        <a:p>
          <a:r>
            <a:rPr lang="ru-RU" sz="1200" b="0" i="0" dirty="0"/>
            <a:t>Анализ множества параметров соединения</a:t>
          </a:r>
          <a:endParaRPr lang="ru-RU" sz="1200" dirty="0"/>
        </a:p>
      </dgm:t>
    </dgm:pt>
    <dgm:pt modelId="{74E9848B-0D3B-4349-82DF-5F5342D2386C}" type="parTrans" cxnId="{0BF78EBD-C3AD-486A-BF5D-43F7FF715928}">
      <dgm:prSet/>
      <dgm:spPr/>
      <dgm:t>
        <a:bodyPr/>
        <a:lstStyle/>
        <a:p>
          <a:endParaRPr lang="ru-RU" sz="4000"/>
        </a:p>
      </dgm:t>
    </dgm:pt>
    <dgm:pt modelId="{4FA6C6FC-80CB-444F-9441-E2B030802214}" type="sibTrans" cxnId="{0BF78EBD-C3AD-486A-BF5D-43F7FF715928}">
      <dgm:prSet/>
      <dgm:spPr/>
      <dgm:t>
        <a:bodyPr/>
        <a:lstStyle/>
        <a:p>
          <a:endParaRPr lang="ru-RU" sz="4000"/>
        </a:p>
      </dgm:t>
    </dgm:pt>
    <dgm:pt modelId="{308D413F-C544-43D7-A12F-90B000D7531F}">
      <dgm:prSet custT="1"/>
      <dgm:spPr/>
      <dgm:t>
        <a:bodyPr/>
        <a:lstStyle/>
        <a:p>
          <a:r>
            <a:rPr lang="ru-RU" sz="1200" b="0" i="0" dirty="0"/>
            <a:t>Учет времени, пользователя, приложения</a:t>
          </a:r>
          <a:endParaRPr lang="ru-RU" sz="1200" dirty="0"/>
        </a:p>
      </dgm:t>
    </dgm:pt>
    <dgm:pt modelId="{9E3C5CE0-928A-409D-BFDB-B509AF3A9A28}" type="parTrans" cxnId="{54F45376-61C1-4E92-86FB-DF2FBA921A2A}">
      <dgm:prSet/>
      <dgm:spPr/>
      <dgm:t>
        <a:bodyPr/>
        <a:lstStyle/>
        <a:p>
          <a:endParaRPr lang="ru-RU" sz="4000"/>
        </a:p>
      </dgm:t>
    </dgm:pt>
    <dgm:pt modelId="{45BCEA5B-CD19-4B0B-AA25-9D05C821E95C}" type="sibTrans" cxnId="{54F45376-61C1-4E92-86FB-DF2FBA921A2A}">
      <dgm:prSet/>
      <dgm:spPr/>
      <dgm:t>
        <a:bodyPr/>
        <a:lstStyle/>
        <a:p>
          <a:endParaRPr lang="ru-RU" sz="4000"/>
        </a:p>
      </dgm:t>
    </dgm:pt>
    <dgm:pt modelId="{75CF2692-EF3F-4AFC-9A91-3E07508B4AB7}">
      <dgm:prSet custT="1"/>
      <dgm:spPr/>
      <dgm:t>
        <a:bodyPr/>
        <a:lstStyle/>
        <a:p>
          <a:r>
            <a:rPr lang="ru-RU" sz="1200" b="0" i="0" dirty="0"/>
            <a:t>Динамическое принятие решений</a:t>
          </a:r>
          <a:br>
            <a:rPr lang="ru-RU" sz="1200" b="0" i="0" dirty="0"/>
          </a:br>
          <a:endParaRPr lang="ru-RU" sz="1200" dirty="0"/>
        </a:p>
      </dgm:t>
    </dgm:pt>
    <dgm:pt modelId="{C0E9B99D-1B6C-4A1C-AE9F-87B3391D860C}" type="parTrans" cxnId="{6F8B165B-4FFE-4678-A5DA-F6B9C4476B33}">
      <dgm:prSet/>
      <dgm:spPr/>
      <dgm:t>
        <a:bodyPr/>
        <a:lstStyle/>
        <a:p>
          <a:endParaRPr lang="ru-RU" sz="4000"/>
        </a:p>
      </dgm:t>
    </dgm:pt>
    <dgm:pt modelId="{41F53928-5377-4A64-A24D-E2214CBE4C29}" type="sibTrans" cxnId="{6F8B165B-4FFE-4678-A5DA-F6B9C4476B33}">
      <dgm:prSet/>
      <dgm:spPr/>
      <dgm:t>
        <a:bodyPr/>
        <a:lstStyle/>
        <a:p>
          <a:endParaRPr lang="ru-RU" sz="4000"/>
        </a:p>
      </dgm:t>
    </dgm:pt>
    <dgm:pt modelId="{24550F8C-CB5D-4662-902A-4A879BD20B0B}">
      <dgm:prSet custT="1"/>
      <dgm:spPr/>
      <dgm:t>
        <a:bodyPr/>
        <a:lstStyle/>
        <a:p>
          <a:r>
            <a:rPr lang="ru-RU" sz="1200" b="1" dirty="0"/>
            <a:t>5. Прокси-серверы (</a:t>
          </a:r>
          <a:r>
            <a:rPr lang="ru-RU" sz="1200" b="1" dirty="0" err="1"/>
            <a:t>Proxy</a:t>
          </a:r>
          <a:r>
            <a:rPr lang="ru-RU" sz="1200" b="1" dirty="0"/>
            <a:t> </a:t>
          </a:r>
          <a:r>
            <a:rPr lang="ru-RU" sz="1200" b="1" dirty="0" err="1"/>
            <a:t>Firewalls</a:t>
          </a:r>
          <a:r>
            <a:rPr lang="ru-RU" sz="1200" b="1" dirty="0"/>
            <a:t>)</a:t>
          </a:r>
          <a:br>
            <a:rPr lang="ru-RU" sz="1200" b="0" i="0" dirty="0"/>
          </a:br>
          <a:r>
            <a:rPr lang="ru-RU" sz="1200" b="1" i="0" dirty="0"/>
            <a:t>Принцип работы:</a:t>
          </a:r>
          <a:endParaRPr lang="ru-RU" sz="1200" dirty="0"/>
        </a:p>
      </dgm:t>
    </dgm:pt>
    <dgm:pt modelId="{8A9590D9-2E79-4BD0-9DE9-DEB987B2E3A3}" type="parTrans" cxnId="{740F5948-0884-4A2D-B2D3-56ACFE1C152A}">
      <dgm:prSet/>
      <dgm:spPr/>
      <dgm:t>
        <a:bodyPr/>
        <a:lstStyle/>
        <a:p>
          <a:endParaRPr lang="ru-RU" sz="4000"/>
        </a:p>
      </dgm:t>
    </dgm:pt>
    <dgm:pt modelId="{DA9A720F-33FA-4FDA-9BE2-514B67A77033}" type="sibTrans" cxnId="{740F5948-0884-4A2D-B2D3-56ACFE1C152A}">
      <dgm:prSet/>
      <dgm:spPr/>
      <dgm:t>
        <a:bodyPr/>
        <a:lstStyle/>
        <a:p>
          <a:endParaRPr lang="ru-RU" sz="4000"/>
        </a:p>
      </dgm:t>
    </dgm:pt>
    <dgm:pt modelId="{FE901E3E-04D5-47D0-9AE2-5A74A0D38113}">
      <dgm:prSet custT="1"/>
      <dgm:spPr/>
      <dgm:t>
        <a:bodyPr/>
        <a:lstStyle/>
        <a:p>
          <a:r>
            <a:rPr lang="ru-RU" sz="1200" b="1" dirty="0"/>
            <a:t>4. Шлюзы уровня сеанса (</a:t>
          </a:r>
          <a:r>
            <a:rPr lang="ru-RU" sz="1200" b="1" dirty="0" err="1"/>
            <a:t>Circuit</a:t>
          </a:r>
          <a:r>
            <a:rPr lang="ru-RU" sz="1200" b="1" dirty="0"/>
            <a:t>-Level </a:t>
          </a:r>
          <a:r>
            <a:rPr lang="ru-RU" sz="1200" b="1" dirty="0" err="1"/>
            <a:t>Gateways</a:t>
          </a:r>
          <a:r>
            <a:rPr lang="ru-RU" sz="1200" b="1" dirty="0"/>
            <a:t>)</a:t>
          </a:r>
          <a:endParaRPr lang="ru-RU" sz="1200" dirty="0"/>
        </a:p>
      </dgm:t>
    </dgm:pt>
    <dgm:pt modelId="{960FC378-E291-4A1A-B29A-A0154AF4EA3B}" type="parTrans" cxnId="{C866AC0B-2C50-4C82-9331-80FC6BE30A87}">
      <dgm:prSet/>
      <dgm:spPr/>
      <dgm:t>
        <a:bodyPr/>
        <a:lstStyle/>
        <a:p>
          <a:endParaRPr lang="ru-RU" sz="4000"/>
        </a:p>
      </dgm:t>
    </dgm:pt>
    <dgm:pt modelId="{6A65F4D0-20EB-4205-9801-5734CAE1EDB7}" type="sibTrans" cxnId="{C866AC0B-2C50-4C82-9331-80FC6BE30A87}">
      <dgm:prSet/>
      <dgm:spPr/>
      <dgm:t>
        <a:bodyPr/>
        <a:lstStyle/>
        <a:p>
          <a:endParaRPr lang="ru-RU" sz="4000"/>
        </a:p>
      </dgm:t>
    </dgm:pt>
    <dgm:pt modelId="{DCC70531-17D2-4400-B1AF-6CB0BA3606A2}">
      <dgm:prSet custT="1"/>
      <dgm:spPr/>
      <dgm:t>
        <a:bodyPr/>
        <a:lstStyle/>
        <a:p>
          <a:r>
            <a:rPr lang="ru-RU" sz="1200" b="1" dirty="0"/>
            <a:t>6. Многоуровневые экраны (</a:t>
          </a:r>
          <a:r>
            <a:rPr lang="ru-RU" sz="1200" b="1" dirty="0" err="1"/>
            <a:t>Multilayer</a:t>
          </a:r>
          <a:r>
            <a:rPr lang="ru-RU" sz="1200" b="1" dirty="0"/>
            <a:t> </a:t>
          </a:r>
          <a:r>
            <a:rPr lang="ru-RU" sz="1200" b="1" dirty="0" err="1"/>
            <a:t>Firewalls</a:t>
          </a:r>
          <a:r>
            <a:rPr lang="ru-RU" sz="1200" b="1" dirty="0"/>
            <a:t>)</a:t>
          </a:r>
          <a:endParaRPr lang="ru-RU" sz="1200" dirty="0"/>
        </a:p>
      </dgm:t>
    </dgm:pt>
    <dgm:pt modelId="{B881837F-0D52-42E8-815D-34982CA4A6F1}" type="parTrans" cxnId="{5E92825C-FB88-4DA1-B212-55F7B0F7439C}">
      <dgm:prSet/>
      <dgm:spPr/>
      <dgm:t>
        <a:bodyPr/>
        <a:lstStyle/>
        <a:p>
          <a:endParaRPr lang="ru-RU" sz="4000"/>
        </a:p>
      </dgm:t>
    </dgm:pt>
    <dgm:pt modelId="{0F674FEB-4721-480B-A898-85C43A5C143E}" type="sibTrans" cxnId="{5E92825C-FB88-4DA1-B212-55F7B0F7439C}">
      <dgm:prSet/>
      <dgm:spPr/>
      <dgm:t>
        <a:bodyPr/>
        <a:lstStyle/>
        <a:p>
          <a:endParaRPr lang="ru-RU" sz="4000"/>
        </a:p>
      </dgm:t>
    </dgm:pt>
    <dgm:pt modelId="{CF988155-F63E-4C71-9791-C0501BFE090A}">
      <dgm:prSet custT="1"/>
      <dgm:spPr/>
      <dgm:t>
        <a:bodyPr/>
        <a:lstStyle/>
        <a:p>
          <a:r>
            <a:rPr lang="ru-RU" sz="1200" b="1" dirty="0"/>
            <a:t>7. Инспекция на основе контекста (</a:t>
          </a:r>
          <a:r>
            <a:rPr lang="ru-RU" sz="1200" b="1" dirty="0" err="1"/>
            <a:t>Context</a:t>
          </a:r>
          <a:r>
            <a:rPr lang="ru-RU" sz="1200" b="1" dirty="0"/>
            <a:t>-Based Access Control)</a:t>
          </a:r>
          <a:endParaRPr lang="ru-RU" sz="1200" dirty="0"/>
        </a:p>
      </dgm:t>
    </dgm:pt>
    <dgm:pt modelId="{C15E25C1-B990-40C8-BAE7-D477BD8D01FC}" type="parTrans" cxnId="{1E9F0A87-5E7D-4EAD-8081-338776BB7FB2}">
      <dgm:prSet/>
      <dgm:spPr/>
      <dgm:t>
        <a:bodyPr/>
        <a:lstStyle/>
        <a:p>
          <a:endParaRPr lang="ru-RU" sz="4000"/>
        </a:p>
      </dgm:t>
    </dgm:pt>
    <dgm:pt modelId="{1BD8937B-A4F8-4B17-B34D-BE09D3CD7BE0}" type="sibTrans" cxnId="{1E9F0A87-5E7D-4EAD-8081-338776BB7FB2}">
      <dgm:prSet/>
      <dgm:spPr/>
      <dgm:t>
        <a:bodyPr/>
        <a:lstStyle/>
        <a:p>
          <a:endParaRPr lang="ru-RU" sz="4000"/>
        </a:p>
      </dgm:t>
    </dgm:pt>
    <dgm:pt modelId="{5FA30ED0-70C6-47BD-B3EB-65FCD36FA833}">
      <dgm:prSet custT="1"/>
      <dgm:spPr/>
      <dgm:t>
        <a:bodyPr/>
        <a:lstStyle/>
        <a:p>
          <a:r>
            <a:rPr lang="ru-RU" sz="1200" b="1" dirty="0"/>
            <a:t>2. Эксперты состояния (</a:t>
          </a:r>
          <a:r>
            <a:rPr lang="ru-RU" sz="1200" b="1" dirty="0" err="1"/>
            <a:t>Stateful</a:t>
          </a:r>
          <a:r>
            <a:rPr lang="ru-RU" sz="1200" b="1" dirty="0"/>
            <a:t> </a:t>
          </a:r>
          <a:r>
            <a:rPr lang="ru-RU" sz="1200" b="1" dirty="0" err="1"/>
            <a:t>Inspection</a:t>
          </a:r>
          <a:r>
            <a:rPr lang="ru-RU" sz="1200" b="1" dirty="0"/>
            <a:t> </a:t>
          </a:r>
          <a:r>
            <a:rPr lang="ru-RU" sz="1200" b="1" dirty="0" err="1"/>
            <a:t>Firewalls</a:t>
          </a:r>
          <a:r>
            <a:rPr lang="ru-RU" sz="1200" b="1" dirty="0"/>
            <a:t>)</a:t>
          </a:r>
          <a:endParaRPr lang="ru-RU" sz="1200" dirty="0"/>
        </a:p>
      </dgm:t>
    </dgm:pt>
    <dgm:pt modelId="{DF348F67-764C-42AA-A8C1-85F0B025C092}" type="parTrans" cxnId="{41DD069A-01A0-4FB7-B178-150476AF1912}">
      <dgm:prSet/>
      <dgm:spPr/>
      <dgm:t>
        <a:bodyPr/>
        <a:lstStyle/>
        <a:p>
          <a:endParaRPr lang="ru-RU" sz="4000"/>
        </a:p>
      </dgm:t>
    </dgm:pt>
    <dgm:pt modelId="{48088E53-53C0-4CD4-BA53-D4F61FA41F0F}" type="sibTrans" cxnId="{41DD069A-01A0-4FB7-B178-150476AF1912}">
      <dgm:prSet/>
      <dgm:spPr/>
      <dgm:t>
        <a:bodyPr/>
        <a:lstStyle/>
        <a:p>
          <a:endParaRPr lang="ru-RU" sz="4000"/>
        </a:p>
      </dgm:t>
    </dgm:pt>
    <dgm:pt modelId="{4B1D8641-04AC-48C1-8AB0-95E437F6035D}">
      <dgm:prSet custT="1"/>
      <dgm:spPr/>
      <dgm:t>
        <a:bodyPr/>
        <a:lstStyle/>
        <a:p>
          <a:r>
            <a:rPr lang="ru-RU" sz="1200" b="1"/>
            <a:t>3. Шлюзы прикладного уровня (Application-Level Gateways)</a:t>
          </a:r>
          <a:endParaRPr lang="ru-RU" sz="1200" dirty="0"/>
        </a:p>
      </dgm:t>
    </dgm:pt>
    <dgm:pt modelId="{F5495FC1-82A6-4EAD-B6BF-7A7726897513}" type="parTrans" cxnId="{E319C576-B463-4B05-98DB-E75664034374}">
      <dgm:prSet/>
      <dgm:spPr/>
      <dgm:t>
        <a:bodyPr/>
        <a:lstStyle/>
        <a:p>
          <a:endParaRPr lang="ru-RU" sz="4000"/>
        </a:p>
      </dgm:t>
    </dgm:pt>
    <dgm:pt modelId="{D154A139-76E5-4E0B-AD59-242A6E81384E}" type="sibTrans" cxnId="{E319C576-B463-4B05-98DB-E75664034374}">
      <dgm:prSet/>
      <dgm:spPr/>
      <dgm:t>
        <a:bodyPr/>
        <a:lstStyle/>
        <a:p>
          <a:endParaRPr lang="ru-RU" sz="4000"/>
        </a:p>
      </dgm:t>
    </dgm:pt>
    <dgm:pt modelId="{4C5F64B2-5F5A-4F40-9FA1-8CEE6DC1CDEE}" type="pres">
      <dgm:prSet presAssocID="{26CC7020-FF85-44CC-8FA0-C5FEF23476F1}" presName="Name0" presStyleCnt="0">
        <dgm:presLayoutVars>
          <dgm:chMax val="7"/>
          <dgm:chPref val="7"/>
          <dgm:dir/>
          <dgm:animOne val="branch"/>
          <dgm:animLvl val="lvl"/>
        </dgm:presLayoutVars>
      </dgm:prSet>
      <dgm:spPr/>
    </dgm:pt>
    <dgm:pt modelId="{84372250-A765-4134-9390-FB628E422EB6}" type="pres">
      <dgm:prSet presAssocID="{A1E61FC0-E597-45CE-826C-8220E6FDBC96}" presName="ParentComposite" presStyleCnt="0"/>
      <dgm:spPr/>
    </dgm:pt>
    <dgm:pt modelId="{79E6588E-4F09-49C4-A2EA-55AC2DF2E180}" type="pres">
      <dgm:prSet presAssocID="{A1E61FC0-E597-45CE-826C-8220E6FDBC96}" presName="Chord" presStyleLbl="bgShp" presStyleIdx="0" presStyleCnt="7"/>
      <dgm:spPr/>
    </dgm:pt>
    <dgm:pt modelId="{4C6D8927-DE51-4649-8FBB-3B6CA6070B13}" type="pres">
      <dgm:prSet presAssocID="{A1E61FC0-E597-45CE-826C-8220E6FDBC96}" presName="Pie" presStyleLbl="alignNode1" presStyleIdx="0" presStyleCnt="7"/>
      <dgm:spPr/>
    </dgm:pt>
    <dgm:pt modelId="{1F00A211-5385-4485-9789-3EA20A15671F}" type="pres">
      <dgm:prSet presAssocID="{A1E61FC0-E597-45CE-826C-8220E6FDBC96}" presName="Parent" presStyleLbl="revTx" presStyleIdx="0" presStyleCnt="14">
        <dgm:presLayoutVars>
          <dgm:chMax val="1"/>
          <dgm:chPref val="1"/>
          <dgm:bulletEnabled val="1"/>
        </dgm:presLayoutVars>
      </dgm:prSet>
      <dgm:spPr/>
    </dgm:pt>
    <dgm:pt modelId="{270BF747-094C-4A61-9CF3-FEF6D3883000}" type="pres">
      <dgm:prSet presAssocID="{D4B029B2-6F8E-4433-97DB-035468DC130A}" presName="negSibTrans" presStyleCnt="0"/>
      <dgm:spPr/>
    </dgm:pt>
    <dgm:pt modelId="{BD48AAF4-3A92-4509-A9B2-7F3153F94848}" type="pres">
      <dgm:prSet presAssocID="{A1E61FC0-E597-45CE-826C-8220E6FDBC96}" presName="composite" presStyleCnt="0"/>
      <dgm:spPr/>
    </dgm:pt>
    <dgm:pt modelId="{2C109307-2322-4BF1-B067-A26454180514}" type="pres">
      <dgm:prSet presAssocID="{A1E61FC0-E597-45CE-826C-8220E6FDBC96}" presName="Child" presStyleLbl="revTx" presStyleIdx="1" presStyleCnt="14">
        <dgm:presLayoutVars>
          <dgm:chMax val="0"/>
          <dgm:chPref val="0"/>
          <dgm:bulletEnabled val="1"/>
        </dgm:presLayoutVars>
      </dgm:prSet>
      <dgm:spPr/>
    </dgm:pt>
    <dgm:pt modelId="{C91C8471-D5E1-445F-9A7A-4C715E659819}" type="pres">
      <dgm:prSet presAssocID="{66168B8E-7E12-4BA6-BE45-282383F3BD0E}" presName="sibTrans" presStyleCnt="0"/>
      <dgm:spPr/>
    </dgm:pt>
    <dgm:pt modelId="{E2E85B3A-4A41-483D-9577-BC1498B361C1}" type="pres">
      <dgm:prSet presAssocID="{5FA30ED0-70C6-47BD-B3EB-65FCD36FA833}" presName="ParentComposite" presStyleCnt="0"/>
      <dgm:spPr/>
    </dgm:pt>
    <dgm:pt modelId="{E5134C5D-AEC6-4491-8DA9-3398799E33F1}" type="pres">
      <dgm:prSet presAssocID="{5FA30ED0-70C6-47BD-B3EB-65FCD36FA833}" presName="Chord" presStyleLbl="bgShp" presStyleIdx="1" presStyleCnt="7"/>
      <dgm:spPr/>
    </dgm:pt>
    <dgm:pt modelId="{60613282-9C84-4096-903A-63896F01B292}" type="pres">
      <dgm:prSet presAssocID="{5FA30ED0-70C6-47BD-B3EB-65FCD36FA833}" presName="Pie" presStyleLbl="alignNode1" presStyleIdx="1" presStyleCnt="7"/>
      <dgm:spPr/>
    </dgm:pt>
    <dgm:pt modelId="{635009D2-C5A8-474C-BFD7-C84E63BB56D1}" type="pres">
      <dgm:prSet presAssocID="{5FA30ED0-70C6-47BD-B3EB-65FCD36FA833}" presName="Parent" presStyleLbl="revTx" presStyleIdx="2" presStyleCnt="14">
        <dgm:presLayoutVars>
          <dgm:chMax val="1"/>
          <dgm:chPref val="1"/>
          <dgm:bulletEnabled val="1"/>
        </dgm:presLayoutVars>
      </dgm:prSet>
      <dgm:spPr/>
    </dgm:pt>
    <dgm:pt modelId="{912C624E-B8B9-4F1A-B975-32955E5D401B}" type="pres">
      <dgm:prSet presAssocID="{369256A6-375C-436B-8865-6E1B8C233B72}" presName="negSibTrans" presStyleCnt="0"/>
      <dgm:spPr/>
    </dgm:pt>
    <dgm:pt modelId="{46E8A2A7-6B4A-4F3B-A2F3-A4742387C41B}" type="pres">
      <dgm:prSet presAssocID="{5FA30ED0-70C6-47BD-B3EB-65FCD36FA833}" presName="composite" presStyleCnt="0"/>
      <dgm:spPr/>
    </dgm:pt>
    <dgm:pt modelId="{9022C272-377D-4290-8754-8FC7008509B6}" type="pres">
      <dgm:prSet presAssocID="{5FA30ED0-70C6-47BD-B3EB-65FCD36FA833}" presName="Child" presStyleLbl="revTx" presStyleIdx="3" presStyleCnt="14">
        <dgm:presLayoutVars>
          <dgm:chMax val="0"/>
          <dgm:chPref val="0"/>
          <dgm:bulletEnabled val="1"/>
        </dgm:presLayoutVars>
      </dgm:prSet>
      <dgm:spPr/>
    </dgm:pt>
    <dgm:pt modelId="{A8CB7EAC-E399-4B4B-BED9-4954467896B6}" type="pres">
      <dgm:prSet presAssocID="{48088E53-53C0-4CD4-BA53-D4F61FA41F0F}" presName="sibTrans" presStyleCnt="0"/>
      <dgm:spPr/>
    </dgm:pt>
    <dgm:pt modelId="{486C1DA8-149D-401B-A33E-0CF06DB6BE45}" type="pres">
      <dgm:prSet presAssocID="{4B1D8641-04AC-48C1-8AB0-95E437F6035D}" presName="ParentComposite" presStyleCnt="0"/>
      <dgm:spPr/>
    </dgm:pt>
    <dgm:pt modelId="{C6D7882D-CCA9-4C28-AE21-2BA0D142B4DA}" type="pres">
      <dgm:prSet presAssocID="{4B1D8641-04AC-48C1-8AB0-95E437F6035D}" presName="Chord" presStyleLbl="bgShp" presStyleIdx="2" presStyleCnt="7"/>
      <dgm:spPr/>
    </dgm:pt>
    <dgm:pt modelId="{B62CFECE-B13C-40E5-AB78-79E7568F2F5A}" type="pres">
      <dgm:prSet presAssocID="{4B1D8641-04AC-48C1-8AB0-95E437F6035D}" presName="Pie" presStyleLbl="alignNode1" presStyleIdx="2" presStyleCnt="7"/>
      <dgm:spPr/>
    </dgm:pt>
    <dgm:pt modelId="{D1328EFD-7476-4EBD-803A-57F0943A3F8D}" type="pres">
      <dgm:prSet presAssocID="{4B1D8641-04AC-48C1-8AB0-95E437F6035D}" presName="Parent" presStyleLbl="revTx" presStyleIdx="4" presStyleCnt="14">
        <dgm:presLayoutVars>
          <dgm:chMax val="1"/>
          <dgm:chPref val="1"/>
          <dgm:bulletEnabled val="1"/>
        </dgm:presLayoutVars>
      </dgm:prSet>
      <dgm:spPr/>
    </dgm:pt>
    <dgm:pt modelId="{D995BF81-4D10-4B65-9A2C-A2A26FD6012D}" type="pres">
      <dgm:prSet presAssocID="{F0F9C7D0-DD70-41D5-814E-90D77EE89C87}" presName="negSibTrans" presStyleCnt="0"/>
      <dgm:spPr/>
    </dgm:pt>
    <dgm:pt modelId="{80119E11-FF8B-427E-9301-0DE51D6A2061}" type="pres">
      <dgm:prSet presAssocID="{4B1D8641-04AC-48C1-8AB0-95E437F6035D}" presName="composite" presStyleCnt="0"/>
      <dgm:spPr/>
    </dgm:pt>
    <dgm:pt modelId="{E8E1C5CE-D6E6-4B3B-8588-854A4E054B75}" type="pres">
      <dgm:prSet presAssocID="{4B1D8641-04AC-48C1-8AB0-95E437F6035D}" presName="Child" presStyleLbl="revTx" presStyleIdx="5" presStyleCnt="14">
        <dgm:presLayoutVars>
          <dgm:chMax val="0"/>
          <dgm:chPref val="0"/>
          <dgm:bulletEnabled val="1"/>
        </dgm:presLayoutVars>
      </dgm:prSet>
      <dgm:spPr/>
    </dgm:pt>
    <dgm:pt modelId="{916B6342-DC5C-4797-A2F6-E0FF0F206971}" type="pres">
      <dgm:prSet presAssocID="{D154A139-76E5-4E0B-AD59-242A6E81384E}" presName="sibTrans" presStyleCnt="0"/>
      <dgm:spPr/>
    </dgm:pt>
    <dgm:pt modelId="{8C098DD4-C246-4E25-90A0-FAD0A68DA5F2}" type="pres">
      <dgm:prSet presAssocID="{FE901E3E-04D5-47D0-9AE2-5A74A0D38113}" presName="ParentComposite" presStyleCnt="0"/>
      <dgm:spPr/>
    </dgm:pt>
    <dgm:pt modelId="{8A2011B2-E6F6-46C9-872C-F4BB41227836}" type="pres">
      <dgm:prSet presAssocID="{FE901E3E-04D5-47D0-9AE2-5A74A0D38113}" presName="Chord" presStyleLbl="bgShp" presStyleIdx="3" presStyleCnt="7"/>
      <dgm:spPr/>
    </dgm:pt>
    <dgm:pt modelId="{41013545-78E0-4A45-9929-067AB8BECBEF}" type="pres">
      <dgm:prSet presAssocID="{FE901E3E-04D5-47D0-9AE2-5A74A0D38113}" presName="Pie" presStyleLbl="alignNode1" presStyleIdx="3" presStyleCnt="7"/>
      <dgm:spPr/>
    </dgm:pt>
    <dgm:pt modelId="{86C36D85-CEF3-4FBC-A503-23078976B489}" type="pres">
      <dgm:prSet presAssocID="{FE901E3E-04D5-47D0-9AE2-5A74A0D38113}" presName="Parent" presStyleLbl="revTx" presStyleIdx="6" presStyleCnt="14">
        <dgm:presLayoutVars>
          <dgm:chMax val="1"/>
          <dgm:chPref val="1"/>
          <dgm:bulletEnabled val="1"/>
        </dgm:presLayoutVars>
      </dgm:prSet>
      <dgm:spPr/>
    </dgm:pt>
    <dgm:pt modelId="{5722B13C-1C17-453C-8818-39295DF01B86}" type="pres">
      <dgm:prSet presAssocID="{7102FB3A-25EE-499C-B25E-67A82E2C61F0}" presName="negSibTrans" presStyleCnt="0"/>
      <dgm:spPr/>
    </dgm:pt>
    <dgm:pt modelId="{E0C6684D-6CD6-4D0B-99AB-55C2B1D296F1}" type="pres">
      <dgm:prSet presAssocID="{FE901E3E-04D5-47D0-9AE2-5A74A0D38113}" presName="composite" presStyleCnt="0"/>
      <dgm:spPr/>
    </dgm:pt>
    <dgm:pt modelId="{2069DF11-1185-4229-BBCC-2E3878C40678}" type="pres">
      <dgm:prSet presAssocID="{FE901E3E-04D5-47D0-9AE2-5A74A0D38113}" presName="Child" presStyleLbl="revTx" presStyleIdx="7" presStyleCnt="14">
        <dgm:presLayoutVars>
          <dgm:chMax val="0"/>
          <dgm:chPref val="0"/>
          <dgm:bulletEnabled val="1"/>
        </dgm:presLayoutVars>
      </dgm:prSet>
      <dgm:spPr/>
    </dgm:pt>
    <dgm:pt modelId="{EE7D071D-5D59-4BC3-B9E8-15E5E39DB27D}" type="pres">
      <dgm:prSet presAssocID="{6A65F4D0-20EB-4205-9801-5734CAE1EDB7}" presName="sibTrans" presStyleCnt="0"/>
      <dgm:spPr/>
    </dgm:pt>
    <dgm:pt modelId="{7EAB5FA0-2F94-454B-91F2-D9782C7E7656}" type="pres">
      <dgm:prSet presAssocID="{24550F8C-CB5D-4662-902A-4A879BD20B0B}" presName="ParentComposite" presStyleCnt="0"/>
      <dgm:spPr/>
    </dgm:pt>
    <dgm:pt modelId="{D45244C7-8B59-400B-B3C2-4186F8147E33}" type="pres">
      <dgm:prSet presAssocID="{24550F8C-CB5D-4662-902A-4A879BD20B0B}" presName="Chord" presStyleLbl="bgShp" presStyleIdx="4" presStyleCnt="7"/>
      <dgm:spPr/>
    </dgm:pt>
    <dgm:pt modelId="{CBA26129-1059-4A7D-A8BE-159151B63E35}" type="pres">
      <dgm:prSet presAssocID="{24550F8C-CB5D-4662-902A-4A879BD20B0B}" presName="Pie" presStyleLbl="alignNode1" presStyleIdx="4" presStyleCnt="7"/>
      <dgm:spPr/>
    </dgm:pt>
    <dgm:pt modelId="{13593937-7A5D-4D83-83B7-0B2D9A116A4C}" type="pres">
      <dgm:prSet presAssocID="{24550F8C-CB5D-4662-902A-4A879BD20B0B}" presName="Parent" presStyleLbl="revTx" presStyleIdx="8" presStyleCnt="14">
        <dgm:presLayoutVars>
          <dgm:chMax val="1"/>
          <dgm:chPref val="1"/>
          <dgm:bulletEnabled val="1"/>
        </dgm:presLayoutVars>
      </dgm:prSet>
      <dgm:spPr/>
    </dgm:pt>
    <dgm:pt modelId="{D6170872-2C4D-4D9B-AF51-73B3C6049713}" type="pres">
      <dgm:prSet presAssocID="{C1B7E39F-A0A7-45DF-ABF1-713652968907}" presName="negSibTrans" presStyleCnt="0"/>
      <dgm:spPr/>
    </dgm:pt>
    <dgm:pt modelId="{D32A60B7-49F1-47A5-9609-3EA5A0A7EADD}" type="pres">
      <dgm:prSet presAssocID="{24550F8C-CB5D-4662-902A-4A879BD20B0B}" presName="composite" presStyleCnt="0"/>
      <dgm:spPr/>
    </dgm:pt>
    <dgm:pt modelId="{82D35998-DF7B-4759-A037-6F940B2ABED5}" type="pres">
      <dgm:prSet presAssocID="{24550F8C-CB5D-4662-902A-4A879BD20B0B}" presName="Child" presStyleLbl="revTx" presStyleIdx="9" presStyleCnt="14">
        <dgm:presLayoutVars>
          <dgm:chMax val="0"/>
          <dgm:chPref val="0"/>
          <dgm:bulletEnabled val="1"/>
        </dgm:presLayoutVars>
      </dgm:prSet>
      <dgm:spPr/>
    </dgm:pt>
    <dgm:pt modelId="{8B1365C2-7D23-4B8C-ACA4-2D8D5A0141A0}" type="pres">
      <dgm:prSet presAssocID="{DA9A720F-33FA-4FDA-9BE2-514B67A77033}" presName="sibTrans" presStyleCnt="0"/>
      <dgm:spPr/>
    </dgm:pt>
    <dgm:pt modelId="{7CF41531-4907-4A18-B190-732E5BE2DEAE}" type="pres">
      <dgm:prSet presAssocID="{DCC70531-17D2-4400-B1AF-6CB0BA3606A2}" presName="ParentComposite" presStyleCnt="0"/>
      <dgm:spPr/>
    </dgm:pt>
    <dgm:pt modelId="{03A8B753-A48E-4410-9D2A-CB38012D6ED2}" type="pres">
      <dgm:prSet presAssocID="{DCC70531-17D2-4400-B1AF-6CB0BA3606A2}" presName="Chord" presStyleLbl="bgShp" presStyleIdx="5" presStyleCnt="7"/>
      <dgm:spPr/>
    </dgm:pt>
    <dgm:pt modelId="{8DB6449B-7096-4A64-89DD-F08E66931D5F}" type="pres">
      <dgm:prSet presAssocID="{DCC70531-17D2-4400-B1AF-6CB0BA3606A2}" presName="Pie" presStyleLbl="alignNode1" presStyleIdx="5" presStyleCnt="7"/>
      <dgm:spPr/>
    </dgm:pt>
    <dgm:pt modelId="{68F1D00F-A64E-417E-A0DF-52F949A78B7B}" type="pres">
      <dgm:prSet presAssocID="{DCC70531-17D2-4400-B1AF-6CB0BA3606A2}" presName="Parent" presStyleLbl="revTx" presStyleIdx="10" presStyleCnt="14">
        <dgm:presLayoutVars>
          <dgm:chMax val="1"/>
          <dgm:chPref val="1"/>
          <dgm:bulletEnabled val="1"/>
        </dgm:presLayoutVars>
      </dgm:prSet>
      <dgm:spPr/>
    </dgm:pt>
    <dgm:pt modelId="{AA3AE38A-0DC0-4553-ACB3-660C94041145}" type="pres">
      <dgm:prSet presAssocID="{6B0DFDCC-3C01-40B2-A0F5-A9C99653E7D3}" presName="negSibTrans" presStyleCnt="0"/>
      <dgm:spPr/>
    </dgm:pt>
    <dgm:pt modelId="{67AB28AB-7785-4BF2-B30D-8FF4D685CA20}" type="pres">
      <dgm:prSet presAssocID="{DCC70531-17D2-4400-B1AF-6CB0BA3606A2}" presName="composite" presStyleCnt="0"/>
      <dgm:spPr/>
    </dgm:pt>
    <dgm:pt modelId="{B8B6CCF9-7432-477C-9133-91010D4CF15F}" type="pres">
      <dgm:prSet presAssocID="{DCC70531-17D2-4400-B1AF-6CB0BA3606A2}" presName="Child" presStyleLbl="revTx" presStyleIdx="11" presStyleCnt="14">
        <dgm:presLayoutVars>
          <dgm:chMax val="0"/>
          <dgm:chPref val="0"/>
          <dgm:bulletEnabled val="1"/>
        </dgm:presLayoutVars>
      </dgm:prSet>
      <dgm:spPr/>
    </dgm:pt>
    <dgm:pt modelId="{246BAA33-E5F3-4869-A048-5B35D3181D66}" type="pres">
      <dgm:prSet presAssocID="{0F674FEB-4721-480B-A898-85C43A5C143E}" presName="sibTrans" presStyleCnt="0"/>
      <dgm:spPr/>
    </dgm:pt>
    <dgm:pt modelId="{347A68C5-93BA-485B-AE09-4535F265911B}" type="pres">
      <dgm:prSet presAssocID="{CF988155-F63E-4C71-9791-C0501BFE090A}" presName="ParentComposite" presStyleCnt="0"/>
      <dgm:spPr/>
    </dgm:pt>
    <dgm:pt modelId="{7BAE697C-6F33-4E0A-A084-3AC4E34632AC}" type="pres">
      <dgm:prSet presAssocID="{CF988155-F63E-4C71-9791-C0501BFE090A}" presName="Chord" presStyleLbl="bgShp" presStyleIdx="6" presStyleCnt="7"/>
      <dgm:spPr/>
    </dgm:pt>
    <dgm:pt modelId="{F689DCD7-2900-4E17-AD6F-D2737FE266E0}" type="pres">
      <dgm:prSet presAssocID="{CF988155-F63E-4C71-9791-C0501BFE090A}" presName="Pie" presStyleLbl="alignNode1" presStyleIdx="6" presStyleCnt="7"/>
      <dgm:spPr/>
    </dgm:pt>
    <dgm:pt modelId="{595B1343-9D3C-449D-9947-4E795EAE791B}" type="pres">
      <dgm:prSet presAssocID="{CF988155-F63E-4C71-9791-C0501BFE090A}" presName="Parent" presStyleLbl="revTx" presStyleIdx="12" presStyleCnt="14">
        <dgm:presLayoutVars>
          <dgm:chMax val="1"/>
          <dgm:chPref val="1"/>
          <dgm:bulletEnabled val="1"/>
        </dgm:presLayoutVars>
      </dgm:prSet>
      <dgm:spPr/>
    </dgm:pt>
    <dgm:pt modelId="{4B3B5B68-322A-4F02-A83A-794D4B1BB856}" type="pres">
      <dgm:prSet presAssocID="{3C5D4618-3EAD-4EFE-9D84-8EFB90C08112}" presName="negSibTrans" presStyleCnt="0"/>
      <dgm:spPr/>
    </dgm:pt>
    <dgm:pt modelId="{4DF84F45-BE4D-438B-8C78-1734266B0B06}" type="pres">
      <dgm:prSet presAssocID="{CF988155-F63E-4C71-9791-C0501BFE090A}" presName="composite" presStyleCnt="0"/>
      <dgm:spPr/>
    </dgm:pt>
    <dgm:pt modelId="{0C0F2E58-2148-4982-A0F0-40D87494B126}" type="pres">
      <dgm:prSet presAssocID="{CF988155-F63E-4C71-9791-C0501BFE090A}" presName="Child" presStyleLbl="revTx" presStyleIdx="13" presStyleCnt="14">
        <dgm:presLayoutVars>
          <dgm:chMax val="0"/>
          <dgm:chPref val="0"/>
          <dgm:bulletEnabled val="1"/>
        </dgm:presLayoutVars>
      </dgm:prSet>
      <dgm:spPr/>
    </dgm:pt>
  </dgm:ptLst>
  <dgm:cxnLst>
    <dgm:cxn modelId="{00335D09-BA8C-4F3C-9560-46A26EEDBD8D}" type="presOf" srcId="{08085EAB-510D-4E24-9840-450167B57590}" destId="{E8E1C5CE-D6E6-4B3B-8588-854A4E054B75}" srcOrd="0" destOrd="3" presId="urn:microsoft.com/office/officeart/2009/3/layout/PieProcess"/>
    <dgm:cxn modelId="{CDCF5D09-077B-4F0C-B1E1-53FCC92C2893}" type="presOf" srcId="{26CC7020-FF85-44CC-8FA0-C5FEF23476F1}" destId="{4C5F64B2-5F5A-4F40-9FA1-8CEE6DC1CDEE}" srcOrd="0" destOrd="0" presId="urn:microsoft.com/office/officeart/2009/3/layout/PieProcess"/>
    <dgm:cxn modelId="{C866AC0B-2C50-4C82-9331-80FC6BE30A87}" srcId="{26CC7020-FF85-44CC-8FA0-C5FEF23476F1}" destId="{FE901E3E-04D5-47D0-9AE2-5A74A0D38113}" srcOrd="3" destOrd="0" parTransId="{960FC378-E291-4A1A-B29A-A0154AF4EA3B}" sibTransId="{6A65F4D0-20EB-4205-9801-5734CAE1EDB7}"/>
    <dgm:cxn modelId="{1643C20E-BBAE-4BF2-9119-839873433AA4}" srcId="{5FA30ED0-70C6-47BD-B3EB-65FCD36FA833}" destId="{62DA4D27-4F21-4D08-868C-2F82E0F4458E}" srcOrd="3" destOrd="0" parTransId="{29045272-701F-4615-A728-0B87A44DFC8E}" sibTransId="{06298F2E-4774-4366-A5E3-B29288F6E862}"/>
    <dgm:cxn modelId="{7FC7830F-E433-4DA8-B7C3-5DCC15673530}" type="presOf" srcId="{3B4F3167-56A9-4E13-9888-B36352157B2C}" destId="{B8B6CCF9-7432-477C-9133-91010D4CF15F}" srcOrd="0" destOrd="3" presId="urn:microsoft.com/office/officeart/2009/3/layout/PieProcess"/>
    <dgm:cxn modelId="{B8BFEC11-7857-4706-8E08-2D39434DD1F6}" type="presOf" srcId="{F9513C87-E622-4AC1-BC42-274C6999166D}" destId="{82D35998-DF7B-4759-A037-6F940B2ABED5}" srcOrd="0" destOrd="2" presId="urn:microsoft.com/office/officeart/2009/3/layout/PieProcess"/>
    <dgm:cxn modelId="{ACFF5D17-6A0D-435D-826D-36D63353763E}" type="presOf" srcId="{CA35EB17-454D-4692-B5B5-D1B8F2E0BA13}" destId="{0C0F2E58-2148-4982-A0F0-40D87494B126}" srcOrd="0" destOrd="1" presId="urn:microsoft.com/office/officeart/2009/3/layout/PieProcess"/>
    <dgm:cxn modelId="{4F0FAA18-3308-4D6E-A952-DC2F74E9864B}" srcId="{26CC7020-FF85-44CC-8FA0-C5FEF23476F1}" destId="{A1E61FC0-E597-45CE-826C-8220E6FDBC96}" srcOrd="0" destOrd="0" parTransId="{8CFAD15D-B2A8-4AA2-985A-C48A354BABF9}" sibTransId="{66168B8E-7E12-4BA6-BE45-282383F3BD0E}"/>
    <dgm:cxn modelId="{17DBDB1A-EC60-44F5-89B8-6AB4D16AF76B}" type="presOf" srcId="{22FCDFFC-2F96-4219-878E-12F91A6FD6D7}" destId="{2069DF11-1185-4229-BBCC-2E3878C40678}" srcOrd="0" destOrd="2" presId="urn:microsoft.com/office/officeart/2009/3/layout/PieProcess"/>
    <dgm:cxn modelId="{2EF10121-E39D-491C-AB0A-6FD565734AFD}" type="presOf" srcId="{7B4D27A2-CE19-4336-A856-BE58C6F9E62C}" destId="{2069DF11-1185-4229-BBCC-2E3878C40678}" srcOrd="0" destOrd="0" presId="urn:microsoft.com/office/officeart/2009/3/layout/PieProcess"/>
    <dgm:cxn modelId="{33076429-4CBF-47CB-AD6D-EF3CCDBD88FE}" type="presOf" srcId="{E10D3800-D0D8-46EB-8F11-F85EA5ADF520}" destId="{2C109307-2322-4BF1-B067-A26454180514}" srcOrd="0" destOrd="0" presId="urn:microsoft.com/office/officeart/2009/3/layout/PieProcess"/>
    <dgm:cxn modelId="{1FE9642E-D6EF-4D50-9E10-62DDA27A19DB}" type="presOf" srcId="{75CF2692-EF3F-4AFC-9A91-3E07508B4AB7}" destId="{0C0F2E58-2148-4982-A0F0-40D87494B126}" srcOrd="0" destOrd="3" presId="urn:microsoft.com/office/officeart/2009/3/layout/PieProcess"/>
    <dgm:cxn modelId="{AB09EA2E-F0E9-432C-A6DD-C5DA348615FA}" srcId="{4B1D8641-04AC-48C1-8AB0-95E437F6035D}" destId="{08085EAB-510D-4E24-9840-450167B57590}" srcOrd="3" destOrd="0" parTransId="{D11B9A41-5F05-4BB3-AD55-0A2F06D0DBBD}" sibTransId="{491F71E4-A808-4BD9-BDE3-2A0C3820A066}"/>
    <dgm:cxn modelId="{09B2FF3B-1139-4EF1-90C6-9CFD4AA3B906}" type="presOf" srcId="{62DA4D27-4F21-4D08-868C-2F82E0F4458E}" destId="{9022C272-377D-4290-8754-8FC7008509B6}" srcOrd="0" destOrd="3" presId="urn:microsoft.com/office/officeart/2009/3/layout/PieProcess"/>
    <dgm:cxn modelId="{6F8B165B-4FFE-4678-A5DA-F6B9C4476B33}" srcId="{CF988155-F63E-4C71-9791-C0501BFE090A}" destId="{75CF2692-EF3F-4AFC-9A91-3E07508B4AB7}" srcOrd="3" destOrd="0" parTransId="{C0E9B99D-1B6C-4A1C-AE9F-87B3391D860C}" sibTransId="{41F53928-5377-4A64-A24D-E2214CBE4C29}"/>
    <dgm:cxn modelId="{5E92825C-FB88-4DA1-B212-55F7B0F7439C}" srcId="{26CC7020-FF85-44CC-8FA0-C5FEF23476F1}" destId="{DCC70531-17D2-4400-B1AF-6CB0BA3606A2}" srcOrd="5" destOrd="0" parTransId="{B881837F-0D52-42E8-815D-34982CA4A6F1}" sibTransId="{0F674FEB-4721-480B-A898-85C43A5C143E}"/>
    <dgm:cxn modelId="{17E3DB5C-D60A-46A7-AAE3-461F2477FD1D}" type="presOf" srcId="{308D413F-C544-43D7-A12F-90B000D7531F}" destId="{0C0F2E58-2148-4982-A0F0-40D87494B126}" srcOrd="0" destOrd="2" presId="urn:microsoft.com/office/officeart/2009/3/layout/PieProcess"/>
    <dgm:cxn modelId="{8E201F60-B48C-4109-8BA9-021A8C6212F5}" type="presOf" srcId="{6E33BA46-831A-4231-A6AE-2B40F98DA4AC}" destId="{E8E1C5CE-D6E6-4B3B-8588-854A4E054B75}" srcOrd="0" destOrd="2" presId="urn:microsoft.com/office/officeart/2009/3/layout/PieProcess"/>
    <dgm:cxn modelId="{940A6741-2F95-4065-86EB-F810D7B64ADB}" type="presOf" srcId="{A09134CB-CD8C-4AB3-A476-B95C87675030}" destId="{0C0F2E58-2148-4982-A0F0-40D87494B126}" srcOrd="0" destOrd="0" presId="urn:microsoft.com/office/officeart/2009/3/layout/PieProcess"/>
    <dgm:cxn modelId="{ED095766-1D6A-447D-89AA-3520D1A1132E}" srcId="{4B1D8641-04AC-48C1-8AB0-95E437F6035D}" destId="{156B1FFE-6CB6-40B2-9181-97DBFCA18A4F}" srcOrd="1" destOrd="0" parTransId="{D1ED7ACA-5BE0-460A-8662-3AB41D237628}" sibTransId="{34464B9B-4A16-4244-B3DF-73E074A9662A}"/>
    <dgm:cxn modelId="{C80B3548-719B-40D7-8050-C8B749CB8D54}" type="presOf" srcId="{27C3D7EC-2A68-46FE-864C-9F4304A0C127}" destId="{2069DF11-1185-4229-BBCC-2E3878C40678}" srcOrd="0" destOrd="1" presId="urn:microsoft.com/office/officeart/2009/3/layout/PieProcess"/>
    <dgm:cxn modelId="{740F5948-0884-4A2D-B2D3-56ACFE1C152A}" srcId="{26CC7020-FF85-44CC-8FA0-C5FEF23476F1}" destId="{24550F8C-CB5D-4662-902A-4A879BD20B0B}" srcOrd="4" destOrd="0" parTransId="{8A9590D9-2E79-4BD0-9DE9-DEB987B2E3A3}" sibTransId="{DA9A720F-33FA-4FDA-9BE2-514B67A77033}"/>
    <dgm:cxn modelId="{3E416269-FE5E-4262-A944-BF9474C6C7DF}" srcId="{24550F8C-CB5D-4662-902A-4A879BD20B0B}" destId="{55EF54A1-C4CE-4D89-A785-170AC1CFAB43}" srcOrd="1" destOrd="0" parTransId="{B04367E8-4157-4739-8C29-8410DA86DE26}" sibTransId="{8860AF5D-0F0D-42CE-818F-1AD7B1723459}"/>
    <dgm:cxn modelId="{CE4EC14A-423A-455C-99E3-4F409C20BFBC}" srcId="{5FA30ED0-70C6-47BD-B3EB-65FCD36FA833}" destId="{79E1E3CD-985E-4810-8B50-77EF2802E302}" srcOrd="1" destOrd="0" parTransId="{B0C5BBC1-A740-42CA-A169-153940E446C1}" sibTransId="{412893A8-F5F6-47BD-92A7-792E336F8D20}"/>
    <dgm:cxn modelId="{5CC8506B-0250-4994-9330-01D411B38D03}" srcId="{5FA30ED0-70C6-47BD-B3EB-65FCD36FA833}" destId="{6D271A06-3D00-4BEC-98FA-9F75FFC6A38F}" srcOrd="0" destOrd="0" parTransId="{23B08E90-AA17-4C24-BD74-B0984FC3CE2F}" sibTransId="{369256A6-375C-436B-8865-6E1B8C233B72}"/>
    <dgm:cxn modelId="{17C9576B-B091-4F7C-B75C-97828F17E7D2}" type="presOf" srcId="{8E67C3C7-05C6-4EB6-84AA-2326B454933C}" destId="{B8B6CCF9-7432-477C-9133-91010D4CF15F}" srcOrd="0" destOrd="2" presId="urn:microsoft.com/office/officeart/2009/3/layout/PieProcess"/>
    <dgm:cxn modelId="{C53CEB4C-D65F-4ABC-B8FB-FCC244F38CEA}" type="presOf" srcId="{4B1D8641-04AC-48C1-8AB0-95E437F6035D}" destId="{D1328EFD-7476-4EBD-803A-57F0943A3F8D}" srcOrd="0" destOrd="0" presId="urn:microsoft.com/office/officeart/2009/3/layout/PieProcess"/>
    <dgm:cxn modelId="{541C3976-B7E2-497C-98C6-B5720259CD29}" srcId="{4B1D8641-04AC-48C1-8AB0-95E437F6035D}" destId="{6E33BA46-831A-4231-A6AE-2B40F98DA4AC}" srcOrd="2" destOrd="0" parTransId="{1225639E-9EB9-4803-8C7B-B22EAD5347B8}" sibTransId="{DDCABF42-C321-45C1-BCFB-76F59F9043B4}"/>
    <dgm:cxn modelId="{54F45376-61C1-4E92-86FB-DF2FBA921A2A}" srcId="{CF988155-F63E-4C71-9791-C0501BFE090A}" destId="{308D413F-C544-43D7-A12F-90B000D7531F}" srcOrd="2" destOrd="0" parTransId="{9E3C5CE0-928A-409D-BFDB-B509AF3A9A28}" sibTransId="{45BCEA5B-CD19-4B0B-AA25-9D05C821E95C}"/>
    <dgm:cxn modelId="{E319C576-B463-4B05-98DB-E75664034374}" srcId="{26CC7020-FF85-44CC-8FA0-C5FEF23476F1}" destId="{4B1D8641-04AC-48C1-8AB0-95E437F6035D}" srcOrd="2" destOrd="0" parTransId="{F5495FC1-82A6-4EAD-B6BF-7A7726897513}" sibTransId="{D154A139-76E5-4E0B-AD59-242A6E81384E}"/>
    <dgm:cxn modelId="{D4AAD156-7D26-4D83-A13C-538E9B1ECD48}" type="presOf" srcId="{CF988155-F63E-4C71-9791-C0501BFE090A}" destId="{595B1343-9D3C-449D-9947-4E795EAE791B}" srcOrd="0" destOrd="0" presId="urn:microsoft.com/office/officeart/2009/3/layout/PieProcess"/>
    <dgm:cxn modelId="{E366D756-D49E-4023-B335-A6D4827653EF}" type="presOf" srcId="{DCC70531-17D2-4400-B1AF-6CB0BA3606A2}" destId="{68F1D00F-A64E-417E-A0DF-52F949A78B7B}" srcOrd="0" destOrd="0" presId="urn:microsoft.com/office/officeart/2009/3/layout/PieProcess"/>
    <dgm:cxn modelId="{4A77407A-AB35-49F6-ADE3-D08907296A79}" type="presOf" srcId="{684E6E42-52C9-4D13-A308-6C7A87BD6589}" destId="{82D35998-DF7B-4759-A037-6F940B2ABED5}" srcOrd="0" destOrd="0" presId="urn:microsoft.com/office/officeart/2009/3/layout/PieProcess"/>
    <dgm:cxn modelId="{E853557B-BD0B-43D4-9024-73C03714B70A}" type="presOf" srcId="{FDE9A27E-18AA-47DB-873A-D15AAB8B8FF6}" destId="{E8E1C5CE-D6E6-4B3B-8588-854A4E054B75}" srcOrd="0" destOrd="0" presId="urn:microsoft.com/office/officeart/2009/3/layout/PieProcess"/>
    <dgm:cxn modelId="{60C6CD7B-CB8C-4E53-97F1-940D479A573C}" srcId="{5FA30ED0-70C6-47BD-B3EB-65FCD36FA833}" destId="{11AEC0D4-7CCB-46D5-A64A-DA0671971787}" srcOrd="2" destOrd="0" parTransId="{BDE4A11B-EC49-4F1C-9BE8-AC774E70CF2F}" sibTransId="{6BD8D637-DF8B-41CB-BDBB-801BD797E709}"/>
    <dgm:cxn modelId="{33955F7F-320C-4383-93A5-C63797AD4D43}" srcId="{A1E61FC0-E597-45CE-826C-8220E6FDBC96}" destId="{E10D3800-D0D8-46EB-8F11-F85EA5ADF520}" srcOrd="0" destOrd="0" parTransId="{962B53C7-B094-44D4-8646-070E1CF7FD6C}" sibTransId="{D4B029B2-6F8E-4433-97DB-035468DC130A}"/>
    <dgm:cxn modelId="{653F3881-7F07-4C43-BD0A-69059DCC1DB7}" srcId="{FE901E3E-04D5-47D0-9AE2-5A74A0D38113}" destId="{7B4D27A2-CE19-4336-A856-BE58C6F9E62C}" srcOrd="0" destOrd="0" parTransId="{D569DB76-7F8B-4E6F-8E3C-B8F9A3E3A07C}" sibTransId="{7102FB3A-25EE-499C-B25E-67A82E2C61F0}"/>
    <dgm:cxn modelId="{1E9F0A87-5E7D-4EAD-8081-338776BB7FB2}" srcId="{26CC7020-FF85-44CC-8FA0-C5FEF23476F1}" destId="{CF988155-F63E-4C71-9791-C0501BFE090A}" srcOrd="6" destOrd="0" parTransId="{C15E25C1-B990-40C8-BAE7-D477BD8D01FC}" sibTransId="{1BD8937B-A4F8-4B17-B34D-BE09D3CD7BE0}"/>
    <dgm:cxn modelId="{B47AA089-B53A-492B-A816-E4D335BE33DA}" srcId="{CF988155-F63E-4C71-9791-C0501BFE090A}" destId="{A09134CB-CD8C-4AB3-A476-B95C87675030}" srcOrd="0" destOrd="0" parTransId="{91C09300-22D6-47AA-B652-A4E013C9655D}" sibTransId="{3C5D4618-3EAD-4EFE-9D84-8EFB90C08112}"/>
    <dgm:cxn modelId="{81CEE789-0EF1-4118-8876-C771DEEFE318}" type="presOf" srcId="{A1E61FC0-E597-45CE-826C-8220E6FDBC96}" destId="{1F00A211-5385-4485-9789-3EA20A15671F}" srcOrd="0" destOrd="0" presId="urn:microsoft.com/office/officeart/2009/3/layout/PieProcess"/>
    <dgm:cxn modelId="{6052AC8F-E743-4974-BD9E-2067DE9D1224}" srcId="{A1E61FC0-E597-45CE-826C-8220E6FDBC96}" destId="{9F256374-C581-4FC3-9E80-651758B13267}" srcOrd="2" destOrd="0" parTransId="{EFB7C4B6-3430-4DF3-A409-70D54FD4B179}" sibTransId="{ACA453FD-22FD-4CB3-9243-F02203A6699D}"/>
    <dgm:cxn modelId="{E0D60895-8790-4EEB-8F39-93C3D29634AC}" type="presOf" srcId="{6D271A06-3D00-4BEC-98FA-9F75FFC6A38F}" destId="{9022C272-377D-4290-8754-8FC7008509B6}" srcOrd="0" destOrd="0" presId="urn:microsoft.com/office/officeart/2009/3/layout/PieProcess"/>
    <dgm:cxn modelId="{A0A0B995-5FC2-4BCA-A17E-6A2AB8A32B4C}" type="presOf" srcId="{79E1E3CD-985E-4810-8B50-77EF2802E302}" destId="{9022C272-377D-4290-8754-8FC7008509B6}" srcOrd="0" destOrd="1" presId="urn:microsoft.com/office/officeart/2009/3/layout/PieProcess"/>
    <dgm:cxn modelId="{A3585F97-650D-4534-B721-824FE93AF950}" srcId="{DCC70531-17D2-4400-B1AF-6CB0BA3606A2}" destId="{8E67C3C7-05C6-4EB6-84AA-2326B454933C}" srcOrd="2" destOrd="0" parTransId="{85DFEBD9-AFB8-4D8D-ACF9-F2D5818E6B55}" sibTransId="{1FC7ACDA-213C-4CD9-9827-8144B500A2C4}"/>
    <dgm:cxn modelId="{D0CABD97-9A5F-4FD3-A7A7-8E7550BF501B}" type="presOf" srcId="{9F256374-C581-4FC3-9E80-651758B13267}" destId="{2C109307-2322-4BF1-B067-A26454180514}" srcOrd="0" destOrd="2" presId="urn:microsoft.com/office/officeart/2009/3/layout/PieProcess"/>
    <dgm:cxn modelId="{C63ED199-5F3C-4B9D-A85B-D0B5FFE33402}" srcId="{DCC70531-17D2-4400-B1AF-6CB0BA3606A2}" destId="{3B4F3167-56A9-4E13-9888-B36352157B2C}" srcOrd="3" destOrd="0" parTransId="{83BEA6E1-C399-4319-9696-31FBBCDE0AEC}" sibTransId="{3D857C82-A25E-46D4-A0B4-7093E440AF5F}"/>
    <dgm:cxn modelId="{41DD069A-01A0-4FB7-B178-150476AF1912}" srcId="{26CC7020-FF85-44CC-8FA0-C5FEF23476F1}" destId="{5FA30ED0-70C6-47BD-B3EB-65FCD36FA833}" srcOrd="1" destOrd="0" parTransId="{DF348F67-764C-42AA-A8C1-85F0B025C092}" sibTransId="{48088E53-53C0-4CD4-BA53-D4F61FA41F0F}"/>
    <dgm:cxn modelId="{B99BED9E-6C98-4901-970D-E06D667F8845}" type="presOf" srcId="{5FA30ED0-70C6-47BD-B3EB-65FCD36FA833}" destId="{635009D2-C5A8-474C-BFD7-C84E63BB56D1}" srcOrd="0" destOrd="0" presId="urn:microsoft.com/office/officeart/2009/3/layout/PieProcess"/>
    <dgm:cxn modelId="{DCCEBEA7-390E-4423-8695-20099318C120}" type="presOf" srcId="{048625E6-A430-49B3-9205-4C76F059D8D9}" destId="{B8B6CCF9-7432-477C-9133-91010D4CF15F}" srcOrd="0" destOrd="0" presId="urn:microsoft.com/office/officeart/2009/3/layout/PieProcess"/>
    <dgm:cxn modelId="{0E75D9AF-6E0C-4125-967E-9109B219D9D1}" srcId="{FE901E3E-04D5-47D0-9AE2-5A74A0D38113}" destId="{22FCDFFC-2F96-4219-878E-12F91A6FD6D7}" srcOrd="2" destOrd="0" parTransId="{864B4CC2-AEE1-478E-AFA3-CB6D9D331594}" sibTransId="{62980637-7A0A-4D69-AB65-677797A2F62F}"/>
    <dgm:cxn modelId="{E76DCCB1-350E-4E69-8FAF-20CAAE2B4ED5}" srcId="{DCC70531-17D2-4400-B1AF-6CB0BA3606A2}" destId="{477E7479-3191-4AA3-B77E-5F9C4DA43951}" srcOrd="1" destOrd="0" parTransId="{9D472010-DF12-4859-B5C1-A29EB00275A0}" sibTransId="{B6723A85-5475-4AD3-AA4A-106C0878473C}"/>
    <dgm:cxn modelId="{007354B5-6870-4D26-A453-567F4E0FF664}" srcId="{24550F8C-CB5D-4662-902A-4A879BD20B0B}" destId="{684E6E42-52C9-4D13-A308-6C7A87BD6589}" srcOrd="0" destOrd="0" parTransId="{DF5E6820-DD70-483F-A891-2DC2959ACD47}" sibTransId="{C1B7E39F-A0A7-45DF-ABF1-713652968907}"/>
    <dgm:cxn modelId="{534FAFB5-0F2B-468E-BD97-3C5D0833A80D}" srcId="{DCC70531-17D2-4400-B1AF-6CB0BA3606A2}" destId="{048625E6-A430-49B3-9205-4C76F059D8D9}" srcOrd="0" destOrd="0" parTransId="{8EDE2386-191D-416A-B845-2DB2DCCA4FB5}" sibTransId="{6B0DFDCC-3C01-40B2-A0F5-A9C99653E7D3}"/>
    <dgm:cxn modelId="{B595B3B5-0144-4DDE-AE59-9D530E40A42A}" srcId="{FE901E3E-04D5-47D0-9AE2-5A74A0D38113}" destId="{29D239FA-3483-4316-9CB1-691306B98F76}" srcOrd="3" destOrd="0" parTransId="{C6BD1983-4061-4B4B-BAD8-2216E3D20DF7}" sibTransId="{F55B1A91-A3A4-4BF3-96FB-3F9B9CF0CB6F}"/>
    <dgm:cxn modelId="{D3D09BB9-42AC-46DB-9BC5-F412686D3215}" type="presOf" srcId="{A5E4A23F-29F8-4276-8439-5AA5F5EA04CC}" destId="{B8B6CCF9-7432-477C-9133-91010D4CF15F}" srcOrd="0" destOrd="4" presId="urn:microsoft.com/office/officeart/2009/3/layout/PieProcess"/>
    <dgm:cxn modelId="{0BF78EBD-C3AD-486A-BF5D-43F7FF715928}" srcId="{CF988155-F63E-4C71-9791-C0501BFE090A}" destId="{CA35EB17-454D-4692-B5B5-D1B8F2E0BA13}" srcOrd="1" destOrd="0" parTransId="{74E9848B-0D3B-4349-82DF-5F5342D2386C}" sibTransId="{4FA6C6FC-80CB-444F-9441-E2B030802214}"/>
    <dgm:cxn modelId="{CDEBF6C9-3F87-4E1C-A39B-69FE6364F8EC}" type="presOf" srcId="{29D239FA-3483-4316-9CB1-691306B98F76}" destId="{2069DF11-1185-4229-BBCC-2E3878C40678}" srcOrd="0" destOrd="3" presId="urn:microsoft.com/office/officeart/2009/3/layout/PieProcess"/>
    <dgm:cxn modelId="{C36933CC-04B9-4738-AB4F-976E102FCC8C}" srcId="{24550F8C-CB5D-4662-902A-4A879BD20B0B}" destId="{F9513C87-E622-4AC1-BC42-274C6999166D}" srcOrd="2" destOrd="0" parTransId="{7C409838-DC87-46ED-8D2A-24484BB39737}" sibTransId="{9D24569A-4D55-46C1-845D-4BD4D5973F38}"/>
    <dgm:cxn modelId="{B92F52CD-C39C-4D60-BF43-213AA2A0EEFA}" type="presOf" srcId="{156B1FFE-6CB6-40B2-9181-97DBFCA18A4F}" destId="{E8E1C5CE-D6E6-4B3B-8588-854A4E054B75}" srcOrd="0" destOrd="1" presId="urn:microsoft.com/office/officeart/2009/3/layout/PieProcess"/>
    <dgm:cxn modelId="{10A87FD0-7894-440C-8FAF-BFF60C48C6B4}" srcId="{FE901E3E-04D5-47D0-9AE2-5A74A0D38113}" destId="{27C3D7EC-2A68-46FE-864C-9F4304A0C127}" srcOrd="1" destOrd="0" parTransId="{0730F4D0-7971-472A-B78D-86BE76537BB9}" sibTransId="{6E0A52B0-9DBD-48BB-B6AF-6A407D418FCD}"/>
    <dgm:cxn modelId="{C6E2B8D7-E14C-47A6-B405-9EF8CDB668E7}" type="presOf" srcId="{11AEC0D4-7CCB-46D5-A64A-DA0671971787}" destId="{9022C272-377D-4290-8754-8FC7008509B6}" srcOrd="0" destOrd="2" presId="urn:microsoft.com/office/officeart/2009/3/layout/PieProcess"/>
    <dgm:cxn modelId="{6DCBE7DD-2579-43BA-A031-4A981E47722F}" srcId="{4B1D8641-04AC-48C1-8AB0-95E437F6035D}" destId="{FDE9A27E-18AA-47DB-873A-D15AAB8B8FF6}" srcOrd="0" destOrd="0" parTransId="{75E5ED8D-BCCA-4069-A0FD-896EDBABEDEA}" sibTransId="{F0F9C7D0-DD70-41D5-814E-90D77EE89C87}"/>
    <dgm:cxn modelId="{E4CB6FE0-5E1B-409A-9E62-B01A0518BB93}" type="presOf" srcId="{55EF54A1-C4CE-4D89-A785-170AC1CFAB43}" destId="{82D35998-DF7B-4759-A037-6F940B2ABED5}" srcOrd="0" destOrd="1" presId="urn:microsoft.com/office/officeart/2009/3/layout/PieProcess"/>
    <dgm:cxn modelId="{A6529FE7-5468-48D3-8871-E08EC8135FE0}" srcId="{DCC70531-17D2-4400-B1AF-6CB0BA3606A2}" destId="{A5E4A23F-29F8-4276-8439-5AA5F5EA04CC}" srcOrd="4" destOrd="0" parTransId="{FE82194B-F3C7-4F35-8A34-24F39D3984A2}" sibTransId="{3D477848-4CD0-4113-855F-11058F3FE469}"/>
    <dgm:cxn modelId="{2BF6C8E9-8C23-49B1-9B9A-7481C6067738}" type="presOf" srcId="{24550F8C-CB5D-4662-902A-4A879BD20B0B}" destId="{13593937-7A5D-4D83-83B7-0B2D9A116A4C}" srcOrd="0" destOrd="0" presId="urn:microsoft.com/office/officeart/2009/3/layout/PieProcess"/>
    <dgm:cxn modelId="{B864F2EB-13BE-4B28-B8D6-48D62D22B9A2}" srcId="{A1E61FC0-E597-45CE-826C-8220E6FDBC96}" destId="{01B99642-B7A6-4C5A-AE80-919162921F12}" srcOrd="1" destOrd="0" parTransId="{BFE34286-B686-49BA-9A77-6D9C067426B0}" sibTransId="{FB9C315D-504E-453E-A7C9-9FD82329B31F}"/>
    <dgm:cxn modelId="{DCF3ECED-7837-45CD-BAB7-211089474324}" type="presOf" srcId="{FE901E3E-04D5-47D0-9AE2-5A74A0D38113}" destId="{86C36D85-CEF3-4FBC-A503-23078976B489}" srcOrd="0" destOrd="0" presId="urn:microsoft.com/office/officeart/2009/3/layout/PieProcess"/>
    <dgm:cxn modelId="{D0AEE1F0-A9A6-4242-936D-C7FA83EF18A3}" type="presOf" srcId="{477E7479-3191-4AA3-B77E-5F9C4DA43951}" destId="{B8B6CCF9-7432-477C-9133-91010D4CF15F}" srcOrd="0" destOrd="1" presId="urn:microsoft.com/office/officeart/2009/3/layout/PieProcess"/>
    <dgm:cxn modelId="{D2B251F9-6C49-4D95-B9C1-569E95E44C79}" type="presOf" srcId="{01B99642-B7A6-4C5A-AE80-919162921F12}" destId="{2C109307-2322-4BF1-B067-A26454180514}" srcOrd="0" destOrd="1" presId="urn:microsoft.com/office/officeart/2009/3/layout/PieProcess"/>
    <dgm:cxn modelId="{9CAAEA9D-8187-4E57-A967-E71E865D99CC}" type="presParOf" srcId="{4C5F64B2-5F5A-4F40-9FA1-8CEE6DC1CDEE}" destId="{84372250-A765-4134-9390-FB628E422EB6}" srcOrd="0" destOrd="0" presId="urn:microsoft.com/office/officeart/2009/3/layout/PieProcess"/>
    <dgm:cxn modelId="{F62E504F-01AF-4D18-9F0F-8D57452F2681}" type="presParOf" srcId="{84372250-A765-4134-9390-FB628E422EB6}" destId="{79E6588E-4F09-49C4-A2EA-55AC2DF2E180}" srcOrd="0" destOrd="0" presId="urn:microsoft.com/office/officeart/2009/3/layout/PieProcess"/>
    <dgm:cxn modelId="{EC72F048-CF07-4DFB-B4C4-ECAB201121D1}" type="presParOf" srcId="{84372250-A765-4134-9390-FB628E422EB6}" destId="{4C6D8927-DE51-4649-8FBB-3B6CA6070B13}" srcOrd="1" destOrd="0" presId="urn:microsoft.com/office/officeart/2009/3/layout/PieProcess"/>
    <dgm:cxn modelId="{A73A785C-ADB8-4648-B3D6-DA5F5396382B}" type="presParOf" srcId="{84372250-A765-4134-9390-FB628E422EB6}" destId="{1F00A211-5385-4485-9789-3EA20A15671F}" srcOrd="2" destOrd="0" presId="urn:microsoft.com/office/officeart/2009/3/layout/PieProcess"/>
    <dgm:cxn modelId="{2856BD03-1287-4B6F-8B81-9D565B3D5135}" type="presParOf" srcId="{4C5F64B2-5F5A-4F40-9FA1-8CEE6DC1CDEE}" destId="{270BF747-094C-4A61-9CF3-FEF6D3883000}" srcOrd="1" destOrd="0" presId="urn:microsoft.com/office/officeart/2009/3/layout/PieProcess"/>
    <dgm:cxn modelId="{9587931F-59CD-4254-AD9E-76A8231BAFCB}" type="presParOf" srcId="{4C5F64B2-5F5A-4F40-9FA1-8CEE6DC1CDEE}" destId="{BD48AAF4-3A92-4509-A9B2-7F3153F94848}" srcOrd="2" destOrd="0" presId="urn:microsoft.com/office/officeart/2009/3/layout/PieProcess"/>
    <dgm:cxn modelId="{AD96FFC1-99B0-489F-BBF4-DD26A696128B}" type="presParOf" srcId="{BD48AAF4-3A92-4509-A9B2-7F3153F94848}" destId="{2C109307-2322-4BF1-B067-A26454180514}" srcOrd="0" destOrd="0" presId="urn:microsoft.com/office/officeart/2009/3/layout/PieProcess"/>
    <dgm:cxn modelId="{E283B3B1-1024-4ACD-8261-33519132F893}" type="presParOf" srcId="{4C5F64B2-5F5A-4F40-9FA1-8CEE6DC1CDEE}" destId="{C91C8471-D5E1-445F-9A7A-4C715E659819}" srcOrd="3" destOrd="0" presId="urn:microsoft.com/office/officeart/2009/3/layout/PieProcess"/>
    <dgm:cxn modelId="{F73CB5C3-55A2-49AC-9F04-1386B0998E10}" type="presParOf" srcId="{4C5F64B2-5F5A-4F40-9FA1-8CEE6DC1CDEE}" destId="{E2E85B3A-4A41-483D-9577-BC1498B361C1}" srcOrd="4" destOrd="0" presId="urn:microsoft.com/office/officeart/2009/3/layout/PieProcess"/>
    <dgm:cxn modelId="{4E27996A-A5E9-4EE4-8898-6608CA09DA02}" type="presParOf" srcId="{E2E85B3A-4A41-483D-9577-BC1498B361C1}" destId="{E5134C5D-AEC6-4491-8DA9-3398799E33F1}" srcOrd="0" destOrd="0" presId="urn:microsoft.com/office/officeart/2009/3/layout/PieProcess"/>
    <dgm:cxn modelId="{2ECE9810-24B7-4ACE-B57E-EC38665400CE}" type="presParOf" srcId="{E2E85B3A-4A41-483D-9577-BC1498B361C1}" destId="{60613282-9C84-4096-903A-63896F01B292}" srcOrd="1" destOrd="0" presId="urn:microsoft.com/office/officeart/2009/3/layout/PieProcess"/>
    <dgm:cxn modelId="{75471E68-2715-4038-A3BB-5B134BFA45BE}" type="presParOf" srcId="{E2E85B3A-4A41-483D-9577-BC1498B361C1}" destId="{635009D2-C5A8-474C-BFD7-C84E63BB56D1}" srcOrd="2" destOrd="0" presId="urn:microsoft.com/office/officeart/2009/3/layout/PieProcess"/>
    <dgm:cxn modelId="{AE7F1057-B7CE-412A-B550-3AF626435072}" type="presParOf" srcId="{4C5F64B2-5F5A-4F40-9FA1-8CEE6DC1CDEE}" destId="{912C624E-B8B9-4F1A-B975-32955E5D401B}" srcOrd="5" destOrd="0" presId="urn:microsoft.com/office/officeart/2009/3/layout/PieProcess"/>
    <dgm:cxn modelId="{E16EFDE7-7F58-4686-BC5E-FD0D34FB330D}" type="presParOf" srcId="{4C5F64B2-5F5A-4F40-9FA1-8CEE6DC1CDEE}" destId="{46E8A2A7-6B4A-4F3B-A2F3-A4742387C41B}" srcOrd="6" destOrd="0" presId="urn:microsoft.com/office/officeart/2009/3/layout/PieProcess"/>
    <dgm:cxn modelId="{BC845E46-A584-4576-8D82-859258830D92}" type="presParOf" srcId="{46E8A2A7-6B4A-4F3B-A2F3-A4742387C41B}" destId="{9022C272-377D-4290-8754-8FC7008509B6}" srcOrd="0" destOrd="0" presId="urn:microsoft.com/office/officeart/2009/3/layout/PieProcess"/>
    <dgm:cxn modelId="{096A001E-C049-4791-9EEB-E21696706305}" type="presParOf" srcId="{4C5F64B2-5F5A-4F40-9FA1-8CEE6DC1CDEE}" destId="{A8CB7EAC-E399-4B4B-BED9-4954467896B6}" srcOrd="7" destOrd="0" presId="urn:microsoft.com/office/officeart/2009/3/layout/PieProcess"/>
    <dgm:cxn modelId="{5C6C239B-527E-422D-9AE9-69BA84688514}" type="presParOf" srcId="{4C5F64B2-5F5A-4F40-9FA1-8CEE6DC1CDEE}" destId="{486C1DA8-149D-401B-A33E-0CF06DB6BE45}" srcOrd="8" destOrd="0" presId="urn:microsoft.com/office/officeart/2009/3/layout/PieProcess"/>
    <dgm:cxn modelId="{413361AF-3AC9-4C8A-B711-C03AB37F0469}" type="presParOf" srcId="{486C1DA8-149D-401B-A33E-0CF06DB6BE45}" destId="{C6D7882D-CCA9-4C28-AE21-2BA0D142B4DA}" srcOrd="0" destOrd="0" presId="urn:microsoft.com/office/officeart/2009/3/layout/PieProcess"/>
    <dgm:cxn modelId="{0A29E88C-8BA6-4F08-B95B-3F0C853E53CB}" type="presParOf" srcId="{486C1DA8-149D-401B-A33E-0CF06DB6BE45}" destId="{B62CFECE-B13C-40E5-AB78-79E7568F2F5A}" srcOrd="1" destOrd="0" presId="urn:microsoft.com/office/officeart/2009/3/layout/PieProcess"/>
    <dgm:cxn modelId="{DAABB7E1-F8B2-4289-BD05-3C257220EC86}" type="presParOf" srcId="{486C1DA8-149D-401B-A33E-0CF06DB6BE45}" destId="{D1328EFD-7476-4EBD-803A-57F0943A3F8D}" srcOrd="2" destOrd="0" presId="urn:microsoft.com/office/officeart/2009/3/layout/PieProcess"/>
    <dgm:cxn modelId="{2BF794BA-3D48-4291-9B53-89E20A1A7645}" type="presParOf" srcId="{4C5F64B2-5F5A-4F40-9FA1-8CEE6DC1CDEE}" destId="{D995BF81-4D10-4B65-9A2C-A2A26FD6012D}" srcOrd="9" destOrd="0" presId="urn:microsoft.com/office/officeart/2009/3/layout/PieProcess"/>
    <dgm:cxn modelId="{964C6A5C-80BF-414C-A9D1-C0CB3270ED55}" type="presParOf" srcId="{4C5F64B2-5F5A-4F40-9FA1-8CEE6DC1CDEE}" destId="{80119E11-FF8B-427E-9301-0DE51D6A2061}" srcOrd="10" destOrd="0" presId="urn:microsoft.com/office/officeart/2009/3/layout/PieProcess"/>
    <dgm:cxn modelId="{9FB34275-1EB2-403D-BBEC-1377729F40FC}" type="presParOf" srcId="{80119E11-FF8B-427E-9301-0DE51D6A2061}" destId="{E8E1C5CE-D6E6-4B3B-8588-854A4E054B75}" srcOrd="0" destOrd="0" presId="urn:microsoft.com/office/officeart/2009/3/layout/PieProcess"/>
    <dgm:cxn modelId="{A669FAD2-C0B6-49E6-BA11-D123D4DBC3F0}" type="presParOf" srcId="{4C5F64B2-5F5A-4F40-9FA1-8CEE6DC1CDEE}" destId="{916B6342-DC5C-4797-A2F6-E0FF0F206971}" srcOrd="11" destOrd="0" presId="urn:microsoft.com/office/officeart/2009/3/layout/PieProcess"/>
    <dgm:cxn modelId="{8FAB204F-E81A-4407-B24C-4A664061C62E}" type="presParOf" srcId="{4C5F64B2-5F5A-4F40-9FA1-8CEE6DC1CDEE}" destId="{8C098DD4-C246-4E25-90A0-FAD0A68DA5F2}" srcOrd="12" destOrd="0" presId="urn:microsoft.com/office/officeart/2009/3/layout/PieProcess"/>
    <dgm:cxn modelId="{62C7EC7D-A513-4D07-9055-A83B054E5E91}" type="presParOf" srcId="{8C098DD4-C246-4E25-90A0-FAD0A68DA5F2}" destId="{8A2011B2-E6F6-46C9-872C-F4BB41227836}" srcOrd="0" destOrd="0" presId="urn:microsoft.com/office/officeart/2009/3/layout/PieProcess"/>
    <dgm:cxn modelId="{B963C25E-3DEC-4CA7-94DD-963BA9B91185}" type="presParOf" srcId="{8C098DD4-C246-4E25-90A0-FAD0A68DA5F2}" destId="{41013545-78E0-4A45-9929-067AB8BECBEF}" srcOrd="1" destOrd="0" presId="urn:microsoft.com/office/officeart/2009/3/layout/PieProcess"/>
    <dgm:cxn modelId="{154D0C84-F467-4D64-9B5B-6E6FD445D620}" type="presParOf" srcId="{8C098DD4-C246-4E25-90A0-FAD0A68DA5F2}" destId="{86C36D85-CEF3-4FBC-A503-23078976B489}" srcOrd="2" destOrd="0" presId="urn:microsoft.com/office/officeart/2009/3/layout/PieProcess"/>
    <dgm:cxn modelId="{1E1839D3-A39F-4898-AAF4-C56FB309F16B}" type="presParOf" srcId="{4C5F64B2-5F5A-4F40-9FA1-8CEE6DC1CDEE}" destId="{5722B13C-1C17-453C-8818-39295DF01B86}" srcOrd="13" destOrd="0" presId="urn:microsoft.com/office/officeart/2009/3/layout/PieProcess"/>
    <dgm:cxn modelId="{71897BBB-F62F-46E6-958D-0DDFFAA63E96}" type="presParOf" srcId="{4C5F64B2-5F5A-4F40-9FA1-8CEE6DC1CDEE}" destId="{E0C6684D-6CD6-4D0B-99AB-55C2B1D296F1}" srcOrd="14" destOrd="0" presId="urn:microsoft.com/office/officeart/2009/3/layout/PieProcess"/>
    <dgm:cxn modelId="{84BB6B7A-0DA5-4CD6-83F1-CB0A3FADC4CB}" type="presParOf" srcId="{E0C6684D-6CD6-4D0B-99AB-55C2B1D296F1}" destId="{2069DF11-1185-4229-BBCC-2E3878C40678}" srcOrd="0" destOrd="0" presId="urn:microsoft.com/office/officeart/2009/3/layout/PieProcess"/>
    <dgm:cxn modelId="{26DDC42F-0468-44EA-BE52-78E9CFD2094C}" type="presParOf" srcId="{4C5F64B2-5F5A-4F40-9FA1-8CEE6DC1CDEE}" destId="{EE7D071D-5D59-4BC3-B9E8-15E5E39DB27D}" srcOrd="15" destOrd="0" presId="urn:microsoft.com/office/officeart/2009/3/layout/PieProcess"/>
    <dgm:cxn modelId="{024D9551-F694-47C0-98DC-3FEFFE66F6C9}" type="presParOf" srcId="{4C5F64B2-5F5A-4F40-9FA1-8CEE6DC1CDEE}" destId="{7EAB5FA0-2F94-454B-91F2-D9782C7E7656}" srcOrd="16" destOrd="0" presId="urn:microsoft.com/office/officeart/2009/3/layout/PieProcess"/>
    <dgm:cxn modelId="{28A2194C-3C7B-46F7-9C63-12173C09859F}" type="presParOf" srcId="{7EAB5FA0-2F94-454B-91F2-D9782C7E7656}" destId="{D45244C7-8B59-400B-B3C2-4186F8147E33}" srcOrd="0" destOrd="0" presId="urn:microsoft.com/office/officeart/2009/3/layout/PieProcess"/>
    <dgm:cxn modelId="{0F67DF22-CBEF-4589-B8B2-F070BB4F60F3}" type="presParOf" srcId="{7EAB5FA0-2F94-454B-91F2-D9782C7E7656}" destId="{CBA26129-1059-4A7D-A8BE-159151B63E35}" srcOrd="1" destOrd="0" presId="urn:microsoft.com/office/officeart/2009/3/layout/PieProcess"/>
    <dgm:cxn modelId="{6467C167-93E4-4A63-AB33-C28FF3FB9AAF}" type="presParOf" srcId="{7EAB5FA0-2F94-454B-91F2-D9782C7E7656}" destId="{13593937-7A5D-4D83-83B7-0B2D9A116A4C}" srcOrd="2" destOrd="0" presId="urn:microsoft.com/office/officeart/2009/3/layout/PieProcess"/>
    <dgm:cxn modelId="{E01FA4CA-2921-43AD-8D8D-51E5B7716F2E}" type="presParOf" srcId="{4C5F64B2-5F5A-4F40-9FA1-8CEE6DC1CDEE}" destId="{D6170872-2C4D-4D9B-AF51-73B3C6049713}" srcOrd="17" destOrd="0" presId="urn:microsoft.com/office/officeart/2009/3/layout/PieProcess"/>
    <dgm:cxn modelId="{747069EF-2E61-4A53-858B-02EDD3D25362}" type="presParOf" srcId="{4C5F64B2-5F5A-4F40-9FA1-8CEE6DC1CDEE}" destId="{D32A60B7-49F1-47A5-9609-3EA5A0A7EADD}" srcOrd="18" destOrd="0" presId="urn:microsoft.com/office/officeart/2009/3/layout/PieProcess"/>
    <dgm:cxn modelId="{E9CFC700-87EB-4636-87F3-2B00C366AD2F}" type="presParOf" srcId="{D32A60B7-49F1-47A5-9609-3EA5A0A7EADD}" destId="{82D35998-DF7B-4759-A037-6F940B2ABED5}" srcOrd="0" destOrd="0" presId="urn:microsoft.com/office/officeart/2009/3/layout/PieProcess"/>
    <dgm:cxn modelId="{8EAE03D9-C434-4573-B2A3-44D2DDB3F2F5}" type="presParOf" srcId="{4C5F64B2-5F5A-4F40-9FA1-8CEE6DC1CDEE}" destId="{8B1365C2-7D23-4B8C-ACA4-2D8D5A0141A0}" srcOrd="19" destOrd="0" presId="urn:microsoft.com/office/officeart/2009/3/layout/PieProcess"/>
    <dgm:cxn modelId="{9DA5743C-02C9-4EF2-AB84-E4A13C1050BA}" type="presParOf" srcId="{4C5F64B2-5F5A-4F40-9FA1-8CEE6DC1CDEE}" destId="{7CF41531-4907-4A18-B190-732E5BE2DEAE}" srcOrd="20" destOrd="0" presId="urn:microsoft.com/office/officeart/2009/3/layout/PieProcess"/>
    <dgm:cxn modelId="{17765719-6A49-475F-812E-BDCC34572E2E}" type="presParOf" srcId="{7CF41531-4907-4A18-B190-732E5BE2DEAE}" destId="{03A8B753-A48E-4410-9D2A-CB38012D6ED2}" srcOrd="0" destOrd="0" presId="urn:microsoft.com/office/officeart/2009/3/layout/PieProcess"/>
    <dgm:cxn modelId="{3326134D-03CD-411F-BF6A-F5A97FB9C479}" type="presParOf" srcId="{7CF41531-4907-4A18-B190-732E5BE2DEAE}" destId="{8DB6449B-7096-4A64-89DD-F08E66931D5F}" srcOrd="1" destOrd="0" presId="urn:microsoft.com/office/officeart/2009/3/layout/PieProcess"/>
    <dgm:cxn modelId="{58ADFC59-AFFA-42BB-B477-7FC857696061}" type="presParOf" srcId="{7CF41531-4907-4A18-B190-732E5BE2DEAE}" destId="{68F1D00F-A64E-417E-A0DF-52F949A78B7B}" srcOrd="2" destOrd="0" presId="urn:microsoft.com/office/officeart/2009/3/layout/PieProcess"/>
    <dgm:cxn modelId="{DB0522DC-FAEC-48AB-B840-9C9AB65320FF}" type="presParOf" srcId="{4C5F64B2-5F5A-4F40-9FA1-8CEE6DC1CDEE}" destId="{AA3AE38A-0DC0-4553-ACB3-660C94041145}" srcOrd="21" destOrd="0" presId="urn:microsoft.com/office/officeart/2009/3/layout/PieProcess"/>
    <dgm:cxn modelId="{AEFC2046-DAC7-4F1C-B42D-886B6DB88B9E}" type="presParOf" srcId="{4C5F64B2-5F5A-4F40-9FA1-8CEE6DC1CDEE}" destId="{67AB28AB-7785-4BF2-B30D-8FF4D685CA20}" srcOrd="22" destOrd="0" presId="urn:microsoft.com/office/officeart/2009/3/layout/PieProcess"/>
    <dgm:cxn modelId="{D7D85247-7130-43CD-A5EE-0448358E8043}" type="presParOf" srcId="{67AB28AB-7785-4BF2-B30D-8FF4D685CA20}" destId="{B8B6CCF9-7432-477C-9133-91010D4CF15F}" srcOrd="0" destOrd="0" presId="urn:microsoft.com/office/officeart/2009/3/layout/PieProcess"/>
    <dgm:cxn modelId="{8F500688-6FCD-46B9-AE11-2AE52D71608B}" type="presParOf" srcId="{4C5F64B2-5F5A-4F40-9FA1-8CEE6DC1CDEE}" destId="{246BAA33-E5F3-4869-A048-5B35D3181D66}" srcOrd="23" destOrd="0" presId="urn:microsoft.com/office/officeart/2009/3/layout/PieProcess"/>
    <dgm:cxn modelId="{D9D57805-0AF6-4A51-9AE1-82C3B36E46FB}" type="presParOf" srcId="{4C5F64B2-5F5A-4F40-9FA1-8CEE6DC1CDEE}" destId="{347A68C5-93BA-485B-AE09-4535F265911B}" srcOrd="24" destOrd="0" presId="urn:microsoft.com/office/officeart/2009/3/layout/PieProcess"/>
    <dgm:cxn modelId="{33BA3C5D-6CBA-4508-84A5-DD4BADEFABC4}" type="presParOf" srcId="{347A68C5-93BA-485B-AE09-4535F265911B}" destId="{7BAE697C-6F33-4E0A-A084-3AC4E34632AC}" srcOrd="0" destOrd="0" presId="urn:microsoft.com/office/officeart/2009/3/layout/PieProcess"/>
    <dgm:cxn modelId="{7400966A-3F81-4623-96F8-AC309650150A}" type="presParOf" srcId="{347A68C5-93BA-485B-AE09-4535F265911B}" destId="{F689DCD7-2900-4E17-AD6F-D2737FE266E0}" srcOrd="1" destOrd="0" presId="urn:microsoft.com/office/officeart/2009/3/layout/PieProcess"/>
    <dgm:cxn modelId="{7C25780F-A92B-4F05-BC5F-D8F18C34915D}" type="presParOf" srcId="{347A68C5-93BA-485B-AE09-4535F265911B}" destId="{595B1343-9D3C-449D-9947-4E795EAE791B}" srcOrd="2" destOrd="0" presId="urn:microsoft.com/office/officeart/2009/3/layout/PieProcess"/>
    <dgm:cxn modelId="{150577F8-40B2-49F2-B97F-B1091E098DA5}" type="presParOf" srcId="{4C5F64B2-5F5A-4F40-9FA1-8CEE6DC1CDEE}" destId="{4B3B5B68-322A-4F02-A83A-794D4B1BB856}" srcOrd="25" destOrd="0" presId="urn:microsoft.com/office/officeart/2009/3/layout/PieProcess"/>
    <dgm:cxn modelId="{C045E037-159D-4AB6-AF45-AD3C6342A1ED}" type="presParOf" srcId="{4C5F64B2-5F5A-4F40-9FA1-8CEE6DC1CDEE}" destId="{4DF84F45-BE4D-438B-8C78-1734266B0B06}" srcOrd="26" destOrd="0" presId="urn:microsoft.com/office/officeart/2009/3/layout/PieProcess"/>
    <dgm:cxn modelId="{5E7F7384-B07C-4D0A-B55D-EAFA5ABD5EDA}" type="presParOf" srcId="{4DF84F45-BE4D-438B-8C78-1734266B0B06}" destId="{0C0F2E58-2148-4982-A0F0-40D87494B126}" srcOrd="0" destOrd="0" presId="urn:microsoft.com/office/officeart/2009/3/layout/Pie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9D16129-0177-4DBF-9A86-916293684221}" type="doc">
      <dgm:prSet loTypeId="urn:microsoft.com/office/officeart/2008/layout/BubblePictureList" loCatId="picture" qsTypeId="urn:microsoft.com/office/officeart/2005/8/quickstyle/simple5" qsCatId="simple" csTypeId="urn:microsoft.com/office/officeart/2005/8/colors/colorful4" csCatId="colorful" phldr="1"/>
      <dgm:spPr/>
      <dgm:t>
        <a:bodyPr/>
        <a:lstStyle/>
        <a:p>
          <a:endParaRPr lang="ru-RU"/>
        </a:p>
      </dgm:t>
    </dgm:pt>
    <dgm:pt modelId="{66834887-39F9-4E42-ACB5-381469F6F069}">
      <dgm:prSet/>
      <dgm:spPr/>
      <dgm:t>
        <a:bodyPr/>
        <a:lstStyle/>
        <a:p>
          <a:r>
            <a:rPr lang="ru-RU" b="1" dirty="0"/>
            <a:t>1. Качественная трансформация безопасности</a:t>
          </a:r>
          <a:endParaRPr lang="ru-RU" dirty="0"/>
        </a:p>
      </dgm:t>
    </dgm:pt>
    <dgm:pt modelId="{5361966C-EDD0-45C2-8279-E4AE0B82211F}" type="parTrans" cxnId="{40B028ED-3ACB-48D3-8F3A-E6909DDC1276}">
      <dgm:prSet/>
      <dgm:spPr/>
      <dgm:t>
        <a:bodyPr/>
        <a:lstStyle/>
        <a:p>
          <a:endParaRPr lang="ru-RU"/>
        </a:p>
      </dgm:t>
    </dgm:pt>
    <dgm:pt modelId="{2E3BB15D-92D2-418B-BDDC-3BF1BFA92EDB}" type="sibTrans" cxnId="{40B028ED-3ACB-48D3-8F3A-E6909DDC1276}">
      <dgm:prSet/>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t>
        <a:bodyPr/>
        <a:lstStyle/>
        <a:p>
          <a:endParaRPr lang="ru-RU"/>
        </a:p>
      </dgm:t>
      <dgm:extLst>
        <a:ext uri="{E40237B7-FDA0-4F09-8148-C483321AD2D9}">
          <dgm14:cNvPr xmlns:dgm14="http://schemas.microsoft.com/office/drawing/2010/diagram" id="0" name="" descr="Пейзаж каньона контур"/>
        </a:ext>
      </dgm:extLst>
    </dgm:pt>
    <dgm:pt modelId="{CE833F2C-83BE-4C53-AE61-76EBD7645A80}">
      <dgm:prSet/>
      <dgm:spPr/>
      <dgm:t>
        <a:bodyPr/>
        <a:lstStyle/>
        <a:p>
          <a:r>
            <a:rPr lang="ru-RU" b="1" dirty="0"/>
            <a:t>2. Ключевые технологические достижения</a:t>
          </a:r>
          <a:endParaRPr lang="ru-RU" dirty="0"/>
        </a:p>
      </dgm:t>
    </dgm:pt>
    <dgm:pt modelId="{0957289D-59BA-4964-B521-F67E29F24DFA}" type="parTrans" cxnId="{B4F90A23-55E6-4D61-AFDA-587C75629B9F}">
      <dgm:prSet/>
      <dgm:spPr/>
      <dgm:t>
        <a:bodyPr/>
        <a:lstStyle/>
        <a:p>
          <a:endParaRPr lang="ru-RU"/>
        </a:p>
      </dgm:t>
    </dgm:pt>
    <dgm:pt modelId="{C382D2A3-A383-423B-9A76-C6F3D7CB6FDF}" type="sibTrans" cxnId="{B4F90A23-55E6-4D61-AFDA-587C75629B9F}">
      <dgm:prSet/>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t>
        <a:bodyPr/>
        <a:lstStyle/>
        <a:p>
          <a:endParaRPr lang="ru-RU"/>
        </a:p>
      </dgm:t>
      <dgm:extLst>
        <a:ext uri="{E40237B7-FDA0-4F09-8148-C483321AD2D9}">
          <dgm14:cNvPr xmlns:dgm14="http://schemas.microsoft.com/office/drawing/2010/diagram" id="0" name="" descr="Левое полушарие мозга со сплошной заливкой"/>
        </a:ext>
      </dgm:extLst>
    </dgm:pt>
    <dgm:pt modelId="{F3A5508C-6B4A-4674-8512-FE117B17D9FB}">
      <dgm:prSet/>
      <dgm:spPr/>
      <dgm:t>
        <a:bodyPr/>
        <a:lstStyle/>
        <a:p>
          <a:r>
            <a:rPr lang="ru-RU" b="1" dirty="0"/>
            <a:t>3. Практическая эффективность в различных доменах</a:t>
          </a:r>
          <a:endParaRPr lang="ru-RU" dirty="0"/>
        </a:p>
      </dgm:t>
    </dgm:pt>
    <dgm:pt modelId="{1672A288-1C23-4242-B8BF-AA0F3C9A4B51}" type="parTrans" cxnId="{3C8F2496-CD0D-4E5F-956E-D1848F65A63E}">
      <dgm:prSet/>
      <dgm:spPr/>
      <dgm:t>
        <a:bodyPr/>
        <a:lstStyle/>
        <a:p>
          <a:endParaRPr lang="ru-RU"/>
        </a:p>
      </dgm:t>
    </dgm:pt>
    <dgm:pt modelId="{F222A670-749B-4F8F-B2BF-C0287B7A8F03}" type="sibTrans" cxnId="{3C8F2496-CD0D-4E5F-956E-D1848F65A63E}">
      <dgm:prSet/>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t>
        <a:bodyPr/>
        <a:lstStyle/>
        <a:p>
          <a:endParaRPr lang="ru-RU"/>
        </a:p>
      </dgm:t>
      <dgm:extLst>
        <a:ext uri="{E40237B7-FDA0-4F09-8148-C483321AD2D9}">
          <dgm14:cNvPr xmlns:dgm14="http://schemas.microsoft.com/office/drawing/2010/diagram" id="0" name="" descr="Научная мысль со сплошной заливкой"/>
        </a:ext>
      </dgm:extLst>
    </dgm:pt>
    <dgm:pt modelId="{F5860C52-2EA9-4B6F-B7D8-8F8B34F713EE}">
      <dgm:prSet/>
      <dgm:spPr/>
      <dgm:t>
        <a:bodyPr/>
        <a:lstStyle/>
        <a:p>
          <a:r>
            <a:rPr lang="ru-RU" b="1" dirty="0"/>
            <a:t>4. Операционные преимущества</a:t>
          </a:r>
          <a:endParaRPr lang="ru-RU" dirty="0"/>
        </a:p>
      </dgm:t>
    </dgm:pt>
    <dgm:pt modelId="{0AC2B56E-5B86-4886-8193-94BBAB67A045}" type="parTrans" cxnId="{AD7D383B-DF0F-4E7A-B01B-A943CCFC1F4C}">
      <dgm:prSet/>
      <dgm:spPr/>
      <dgm:t>
        <a:bodyPr/>
        <a:lstStyle/>
        <a:p>
          <a:endParaRPr lang="ru-RU"/>
        </a:p>
      </dgm:t>
    </dgm:pt>
    <dgm:pt modelId="{118E7FDC-2BBA-4EA2-9EC0-655B61337634}" type="sibTrans" cxnId="{AD7D383B-DF0F-4E7A-B01B-A943CCFC1F4C}">
      <dgm:prSet/>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t>
        <a:bodyPr/>
        <a:lstStyle/>
        <a:p>
          <a:endParaRPr lang="ru-RU"/>
        </a:p>
      </dgm:t>
      <dgm:extLst>
        <a:ext uri="{E40237B7-FDA0-4F09-8148-C483321AD2D9}">
          <dgm14:cNvPr xmlns:dgm14="http://schemas.microsoft.com/office/drawing/2010/diagram" id="0" name="" descr="Пейзаж с замком со сплошной заливкой"/>
        </a:ext>
      </dgm:extLst>
    </dgm:pt>
    <dgm:pt modelId="{76C5256A-F73E-45FB-AE34-97C290FFD4D1}">
      <dgm:prSet/>
      <dgm:spPr/>
      <dgm:t>
        <a:bodyPr/>
        <a:lstStyle/>
        <a:p>
          <a:r>
            <a:rPr lang="ru-RU" b="1" dirty="0"/>
            <a:t>5. Критические вызовы и ограничения</a:t>
          </a:r>
          <a:endParaRPr lang="ru-RU" dirty="0"/>
        </a:p>
      </dgm:t>
    </dgm:pt>
    <dgm:pt modelId="{BB0DADFC-3C62-4278-8A7D-BCAB5B13E5E0}" type="parTrans" cxnId="{C1E02EA9-2540-46A5-B682-C42C1B3AADC4}">
      <dgm:prSet/>
      <dgm:spPr/>
      <dgm:t>
        <a:bodyPr/>
        <a:lstStyle/>
        <a:p>
          <a:endParaRPr lang="ru-RU"/>
        </a:p>
      </dgm:t>
    </dgm:pt>
    <dgm:pt modelId="{0A1540F9-B2D4-4EA0-BBAD-8621FBFE5AB2}" type="sibTrans" cxnId="{C1E02EA9-2540-46A5-B682-C42C1B3AADC4}">
      <dgm:prSet/>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t>
        <a:bodyPr/>
        <a:lstStyle/>
        <a:p>
          <a:endParaRPr lang="ru-RU"/>
        </a:p>
      </dgm:t>
      <dgm:extLst>
        <a:ext uri="{E40237B7-FDA0-4F09-8148-C483321AD2D9}">
          <dgm14:cNvPr xmlns:dgm14="http://schemas.microsoft.com/office/drawing/2010/diagram" id="0" name="" descr="Плохие запасы контур"/>
        </a:ext>
      </dgm:extLst>
    </dgm:pt>
    <dgm:pt modelId="{3AA665E2-5FD3-4711-A8E1-EAB69727537D}">
      <dgm:prSet/>
      <dgm:spPr/>
      <dgm:t>
        <a:bodyPr/>
        <a:lstStyle/>
        <a:p>
          <a:r>
            <a:rPr lang="ru-RU" b="1" dirty="0"/>
            <a:t>6. Рекомендации по внедрению</a:t>
          </a:r>
          <a:endParaRPr lang="ru-RU" dirty="0"/>
        </a:p>
      </dgm:t>
    </dgm:pt>
    <dgm:pt modelId="{7154B541-42BF-4073-A6F7-781436EE0E3D}" type="parTrans" cxnId="{8C88A740-FCAE-47B9-84A1-5AFF0C5BB842}">
      <dgm:prSet/>
      <dgm:spPr/>
      <dgm:t>
        <a:bodyPr/>
        <a:lstStyle/>
        <a:p>
          <a:endParaRPr lang="ru-RU"/>
        </a:p>
      </dgm:t>
    </dgm:pt>
    <dgm:pt modelId="{0F741387-B38C-44D2-BEF3-495D194C0CC7}" type="sibTrans" cxnId="{8C88A740-FCAE-47B9-84A1-5AFF0C5BB842}">
      <dgm:prSet/>
      <dgm:spPr/>
      <dgm:t>
        <a:bodyPr/>
        <a:lstStyle/>
        <a:p>
          <a:endParaRPr lang="ru-RU"/>
        </a:p>
      </dgm:t>
    </dgm:pt>
    <dgm:pt modelId="{95661ACA-40FF-4CD9-88A9-7B0CF6CD5CD3}" type="pres">
      <dgm:prSet presAssocID="{39D16129-0177-4DBF-9A86-916293684221}" presName="Name0" presStyleCnt="0">
        <dgm:presLayoutVars>
          <dgm:chMax val="8"/>
          <dgm:chPref val="8"/>
          <dgm:dir/>
        </dgm:presLayoutVars>
      </dgm:prSet>
      <dgm:spPr/>
    </dgm:pt>
    <dgm:pt modelId="{CE17D1FF-057D-4A4F-8227-FF2C795B1624}" type="pres">
      <dgm:prSet presAssocID="{66834887-39F9-4E42-ACB5-381469F6F069}" presName="parent_text_1" presStyleLbl="revTx" presStyleIdx="0" presStyleCnt="6">
        <dgm:presLayoutVars>
          <dgm:chMax val="0"/>
          <dgm:chPref val="0"/>
          <dgm:bulletEnabled val="1"/>
        </dgm:presLayoutVars>
      </dgm:prSet>
      <dgm:spPr/>
    </dgm:pt>
    <dgm:pt modelId="{67C3D2D0-5FF3-405A-936D-E86FFB369AFD}" type="pres">
      <dgm:prSet presAssocID="{66834887-39F9-4E42-ACB5-381469F6F069}" presName="image_accent_1" presStyleCnt="0"/>
      <dgm:spPr/>
    </dgm:pt>
    <dgm:pt modelId="{BC379327-430B-4019-B215-F03FA344B50E}" type="pres">
      <dgm:prSet presAssocID="{66834887-39F9-4E42-ACB5-381469F6F069}" presName="imageAccentRepeatNode" presStyleLbl="alignNode1" presStyleIdx="0" presStyleCnt="11"/>
      <dgm:spPr/>
    </dgm:pt>
    <dgm:pt modelId="{8D4A0CD8-8AE3-4406-8927-EF61738E1AAF}" type="pres">
      <dgm:prSet presAssocID="{66834887-39F9-4E42-ACB5-381469F6F069}" presName="accent_1" presStyleLbl="alignNode1" presStyleIdx="1" presStyleCnt="11"/>
      <dgm:spPr/>
    </dgm:pt>
    <dgm:pt modelId="{1852ACE1-C913-44DF-A5C6-DE93399E11F4}" type="pres">
      <dgm:prSet presAssocID="{2E3BB15D-92D2-418B-BDDC-3BF1BFA92EDB}" presName="image_1" presStyleCnt="0"/>
      <dgm:spPr/>
    </dgm:pt>
    <dgm:pt modelId="{0CB3E004-0FCD-4EA4-B998-9008953DC711}" type="pres">
      <dgm:prSet presAssocID="{2E3BB15D-92D2-418B-BDDC-3BF1BFA92EDB}" presName="imageRepeatNode" presStyleLbl="fgImgPlace1" presStyleIdx="0" presStyleCnt="6"/>
      <dgm:spPr/>
    </dgm:pt>
    <dgm:pt modelId="{04C12ED2-CD73-44C9-99E1-F84E36AC2DE1}" type="pres">
      <dgm:prSet presAssocID="{CE833F2C-83BE-4C53-AE61-76EBD7645A80}" presName="parent_text_2" presStyleLbl="revTx" presStyleIdx="1" presStyleCnt="6">
        <dgm:presLayoutVars>
          <dgm:chMax val="0"/>
          <dgm:chPref val="0"/>
          <dgm:bulletEnabled val="1"/>
        </dgm:presLayoutVars>
      </dgm:prSet>
      <dgm:spPr/>
    </dgm:pt>
    <dgm:pt modelId="{835A8C09-5C76-4D55-9CCA-98CDB3D38F70}" type="pres">
      <dgm:prSet presAssocID="{CE833F2C-83BE-4C53-AE61-76EBD7645A80}" presName="image_accent_2" presStyleCnt="0"/>
      <dgm:spPr/>
    </dgm:pt>
    <dgm:pt modelId="{E7BFBDC6-5676-4876-A319-2EB392B24DA9}" type="pres">
      <dgm:prSet presAssocID="{CE833F2C-83BE-4C53-AE61-76EBD7645A80}" presName="imageAccentRepeatNode" presStyleLbl="alignNode1" presStyleIdx="2" presStyleCnt="11"/>
      <dgm:spPr/>
    </dgm:pt>
    <dgm:pt modelId="{55EB5419-0CCE-48BE-9D25-DEE2A3CF5D7A}" type="pres">
      <dgm:prSet presAssocID="{C382D2A3-A383-423B-9A76-C6F3D7CB6FDF}" presName="image_2" presStyleCnt="0"/>
      <dgm:spPr/>
    </dgm:pt>
    <dgm:pt modelId="{1B37A5EC-D3FD-4F63-B2A8-A09792970D84}" type="pres">
      <dgm:prSet presAssocID="{C382D2A3-A383-423B-9A76-C6F3D7CB6FDF}" presName="imageRepeatNode" presStyleLbl="fgImgPlace1" presStyleIdx="1" presStyleCnt="6"/>
      <dgm:spPr/>
    </dgm:pt>
    <dgm:pt modelId="{B09C8BB8-5684-440D-A7B5-541F438BFA40}" type="pres">
      <dgm:prSet presAssocID="{F3A5508C-6B4A-4674-8512-FE117B17D9FB}" presName="image_accent_3" presStyleCnt="0"/>
      <dgm:spPr/>
    </dgm:pt>
    <dgm:pt modelId="{9F93B545-A994-42CE-8048-3FFA0DB01F5D}" type="pres">
      <dgm:prSet presAssocID="{F3A5508C-6B4A-4674-8512-FE117B17D9FB}" presName="imageAccentRepeatNode" presStyleLbl="alignNode1" presStyleIdx="3" presStyleCnt="11"/>
      <dgm:spPr/>
    </dgm:pt>
    <dgm:pt modelId="{FDF53AFD-0232-4DF3-92B9-687E72686AC6}" type="pres">
      <dgm:prSet presAssocID="{F3A5508C-6B4A-4674-8512-FE117B17D9FB}" presName="parent_text_3" presStyleLbl="revTx" presStyleIdx="2" presStyleCnt="6">
        <dgm:presLayoutVars>
          <dgm:chMax val="0"/>
          <dgm:chPref val="0"/>
          <dgm:bulletEnabled val="1"/>
        </dgm:presLayoutVars>
      </dgm:prSet>
      <dgm:spPr/>
    </dgm:pt>
    <dgm:pt modelId="{314859D1-21CF-4EF8-8957-695B177B03D0}" type="pres">
      <dgm:prSet presAssocID="{F3A5508C-6B4A-4674-8512-FE117B17D9FB}" presName="accent_2" presStyleLbl="alignNode1" presStyleIdx="4" presStyleCnt="11"/>
      <dgm:spPr/>
    </dgm:pt>
    <dgm:pt modelId="{8F840215-1239-4494-AAE9-13C7D4041870}" type="pres">
      <dgm:prSet presAssocID="{F3A5508C-6B4A-4674-8512-FE117B17D9FB}" presName="accent_3" presStyleLbl="alignNode1" presStyleIdx="5" presStyleCnt="11"/>
      <dgm:spPr/>
    </dgm:pt>
    <dgm:pt modelId="{55AC90AB-215C-4DE0-A13F-C3BE2D2D6643}" type="pres">
      <dgm:prSet presAssocID="{F222A670-749B-4F8F-B2BF-C0287B7A8F03}" presName="image_3" presStyleCnt="0"/>
      <dgm:spPr/>
    </dgm:pt>
    <dgm:pt modelId="{089CB5CD-0233-4FAD-96A1-CCAE95C83B85}" type="pres">
      <dgm:prSet presAssocID="{F222A670-749B-4F8F-B2BF-C0287B7A8F03}" presName="imageRepeatNode" presStyleLbl="fgImgPlace1" presStyleIdx="2" presStyleCnt="6"/>
      <dgm:spPr/>
    </dgm:pt>
    <dgm:pt modelId="{72F796FB-0E23-4911-A7CF-E4A1FC59DAB9}" type="pres">
      <dgm:prSet presAssocID="{F5860C52-2EA9-4B6F-B7D8-8F8B34F713EE}" presName="image_accent_4" presStyleCnt="0"/>
      <dgm:spPr/>
    </dgm:pt>
    <dgm:pt modelId="{833EBE55-86E4-466C-A991-154C840D2912}" type="pres">
      <dgm:prSet presAssocID="{F5860C52-2EA9-4B6F-B7D8-8F8B34F713EE}" presName="imageAccentRepeatNode" presStyleLbl="alignNode1" presStyleIdx="6" presStyleCnt="11"/>
      <dgm:spPr/>
    </dgm:pt>
    <dgm:pt modelId="{9231AA7D-D624-451D-AF86-7F9E6594E40E}" type="pres">
      <dgm:prSet presAssocID="{F5860C52-2EA9-4B6F-B7D8-8F8B34F713EE}" presName="parent_text_4" presStyleLbl="revTx" presStyleIdx="3" presStyleCnt="6">
        <dgm:presLayoutVars>
          <dgm:chMax val="0"/>
          <dgm:chPref val="0"/>
          <dgm:bulletEnabled val="1"/>
        </dgm:presLayoutVars>
      </dgm:prSet>
      <dgm:spPr/>
    </dgm:pt>
    <dgm:pt modelId="{7CAA139B-A3FC-448B-8C67-66995B73C2EC}" type="pres">
      <dgm:prSet presAssocID="{F5860C52-2EA9-4B6F-B7D8-8F8B34F713EE}" presName="accent_4" presStyleLbl="alignNode1" presStyleIdx="7" presStyleCnt="11"/>
      <dgm:spPr/>
    </dgm:pt>
    <dgm:pt modelId="{BC415796-0E78-4114-93D1-599A366FDF3A}" type="pres">
      <dgm:prSet presAssocID="{118E7FDC-2BBA-4EA2-9EC0-655B61337634}" presName="image_4" presStyleCnt="0"/>
      <dgm:spPr/>
    </dgm:pt>
    <dgm:pt modelId="{2EDB5DBC-59DD-43A6-8006-7E883002CD00}" type="pres">
      <dgm:prSet presAssocID="{118E7FDC-2BBA-4EA2-9EC0-655B61337634}" presName="imageRepeatNode" presStyleLbl="fgImgPlace1" presStyleIdx="3" presStyleCnt="6"/>
      <dgm:spPr/>
    </dgm:pt>
    <dgm:pt modelId="{64A5363B-DA09-4CB2-BB63-E25F579106C2}" type="pres">
      <dgm:prSet presAssocID="{76C5256A-F73E-45FB-AE34-97C290FFD4D1}" presName="image_accent_5" presStyleCnt="0"/>
      <dgm:spPr/>
    </dgm:pt>
    <dgm:pt modelId="{94372218-C926-4AA5-A960-71C3AC75C673}" type="pres">
      <dgm:prSet presAssocID="{76C5256A-F73E-45FB-AE34-97C290FFD4D1}" presName="imageAccentRepeatNode" presStyleLbl="alignNode1" presStyleIdx="8" presStyleCnt="11"/>
      <dgm:spPr/>
    </dgm:pt>
    <dgm:pt modelId="{86EB103D-4123-469A-99AF-870716B0F039}" type="pres">
      <dgm:prSet presAssocID="{76C5256A-F73E-45FB-AE34-97C290FFD4D1}" presName="parent_text_5" presStyleLbl="revTx" presStyleIdx="4" presStyleCnt="6">
        <dgm:presLayoutVars>
          <dgm:chMax val="0"/>
          <dgm:chPref val="0"/>
          <dgm:bulletEnabled val="1"/>
        </dgm:presLayoutVars>
      </dgm:prSet>
      <dgm:spPr/>
    </dgm:pt>
    <dgm:pt modelId="{BE128AE8-E74B-4C0D-A811-EB9A78EBEF6E}" type="pres">
      <dgm:prSet presAssocID="{0A1540F9-B2D4-4EA0-BBAD-8621FBFE5AB2}" presName="image_5" presStyleCnt="0"/>
      <dgm:spPr/>
    </dgm:pt>
    <dgm:pt modelId="{0F013171-4938-4A5F-BD43-48D42E21C2D2}" type="pres">
      <dgm:prSet presAssocID="{0A1540F9-B2D4-4EA0-BBAD-8621FBFE5AB2}" presName="imageRepeatNode" presStyleLbl="fgImgPlace1" presStyleIdx="4" presStyleCnt="6"/>
      <dgm:spPr/>
    </dgm:pt>
    <dgm:pt modelId="{D137E4C3-EDBC-40BC-9F57-8457A4DB5BC0}" type="pres">
      <dgm:prSet presAssocID="{3AA665E2-5FD3-4711-A8E1-EAB69727537D}" presName="parent_text_6" presStyleLbl="revTx" presStyleIdx="5" presStyleCnt="6">
        <dgm:presLayoutVars>
          <dgm:chMax val="0"/>
          <dgm:chPref val="0"/>
          <dgm:bulletEnabled val="1"/>
        </dgm:presLayoutVars>
      </dgm:prSet>
      <dgm:spPr/>
    </dgm:pt>
    <dgm:pt modelId="{5B410B0E-F8A3-4EDE-A4F2-7297EB698036}" type="pres">
      <dgm:prSet presAssocID="{3AA665E2-5FD3-4711-A8E1-EAB69727537D}" presName="image_accent_6" presStyleCnt="0"/>
      <dgm:spPr/>
    </dgm:pt>
    <dgm:pt modelId="{B1B7209D-5E93-4121-B77E-1158D4F328B5}" type="pres">
      <dgm:prSet presAssocID="{3AA665E2-5FD3-4711-A8E1-EAB69727537D}" presName="imageAccentRepeatNode" presStyleLbl="alignNode1" presStyleIdx="9" presStyleCnt="11"/>
      <dgm:spPr/>
    </dgm:pt>
    <dgm:pt modelId="{272362CE-D96A-48AE-9641-CB010AB93F73}" type="pres">
      <dgm:prSet presAssocID="{3AA665E2-5FD3-4711-A8E1-EAB69727537D}" presName="accent_5" presStyleLbl="alignNode1" presStyleIdx="10" presStyleCnt="11"/>
      <dgm:spPr/>
    </dgm:pt>
    <dgm:pt modelId="{76BA6637-EC6F-4760-8E07-AD338B7DB96C}" type="pres">
      <dgm:prSet presAssocID="{0F741387-B38C-44D2-BEF3-495D194C0CC7}" presName="image_6" presStyleCnt="0"/>
      <dgm:spPr/>
    </dgm:pt>
    <dgm:pt modelId="{7A61F351-9E58-4CD9-BD20-1B0DE38AF8F2}" type="pres">
      <dgm:prSet presAssocID="{0F741387-B38C-44D2-BEF3-495D194C0CC7}" presName="imageRepeatNode" presStyleLbl="fgImgPlace1" presStyleIdx="5" presStyleCnt="6"/>
      <dgm:spPr/>
    </dgm:pt>
  </dgm:ptLst>
  <dgm:cxnLst>
    <dgm:cxn modelId="{B4F90A23-55E6-4D61-AFDA-587C75629B9F}" srcId="{39D16129-0177-4DBF-9A86-916293684221}" destId="{CE833F2C-83BE-4C53-AE61-76EBD7645A80}" srcOrd="1" destOrd="0" parTransId="{0957289D-59BA-4964-B521-F67E29F24DFA}" sibTransId="{C382D2A3-A383-423B-9A76-C6F3D7CB6FDF}"/>
    <dgm:cxn modelId="{45ABD02F-E36F-45B8-98BE-3E27E5AF65EF}" type="presOf" srcId="{0A1540F9-B2D4-4EA0-BBAD-8621FBFE5AB2}" destId="{0F013171-4938-4A5F-BD43-48D42E21C2D2}" srcOrd="0" destOrd="0" presId="urn:microsoft.com/office/officeart/2008/layout/BubblePictureList"/>
    <dgm:cxn modelId="{CEC7E538-00F4-4E2B-BF08-196616217C75}" type="presOf" srcId="{0F741387-B38C-44D2-BEF3-495D194C0CC7}" destId="{7A61F351-9E58-4CD9-BD20-1B0DE38AF8F2}" srcOrd="0" destOrd="0" presId="urn:microsoft.com/office/officeart/2008/layout/BubblePictureList"/>
    <dgm:cxn modelId="{AD7D383B-DF0F-4E7A-B01B-A943CCFC1F4C}" srcId="{39D16129-0177-4DBF-9A86-916293684221}" destId="{F5860C52-2EA9-4B6F-B7D8-8F8B34F713EE}" srcOrd="3" destOrd="0" parTransId="{0AC2B56E-5B86-4886-8193-94BBAB67A045}" sibTransId="{118E7FDC-2BBA-4EA2-9EC0-655B61337634}"/>
    <dgm:cxn modelId="{371E5A3C-10E0-46F9-A1F0-D4DCB1B5AD13}" type="presOf" srcId="{76C5256A-F73E-45FB-AE34-97C290FFD4D1}" destId="{86EB103D-4123-469A-99AF-870716B0F039}" srcOrd="0" destOrd="0" presId="urn:microsoft.com/office/officeart/2008/layout/BubblePictureList"/>
    <dgm:cxn modelId="{8C88A740-FCAE-47B9-84A1-5AFF0C5BB842}" srcId="{39D16129-0177-4DBF-9A86-916293684221}" destId="{3AA665E2-5FD3-4711-A8E1-EAB69727537D}" srcOrd="5" destOrd="0" parTransId="{7154B541-42BF-4073-A6F7-781436EE0E3D}" sibTransId="{0F741387-B38C-44D2-BEF3-495D194C0CC7}"/>
    <dgm:cxn modelId="{E8374347-A0A9-4563-9312-44E8D4D1EAF5}" type="presOf" srcId="{2E3BB15D-92D2-418B-BDDC-3BF1BFA92EDB}" destId="{0CB3E004-0FCD-4EA4-B998-9008953DC711}" srcOrd="0" destOrd="0" presId="urn:microsoft.com/office/officeart/2008/layout/BubblePictureList"/>
    <dgm:cxn modelId="{407D446A-660A-4DA5-A9D1-FA69EBE0A815}" type="presOf" srcId="{118E7FDC-2BBA-4EA2-9EC0-655B61337634}" destId="{2EDB5DBC-59DD-43A6-8006-7E883002CD00}" srcOrd="0" destOrd="0" presId="urn:microsoft.com/office/officeart/2008/layout/BubblePictureList"/>
    <dgm:cxn modelId="{A8B23B6F-90FD-4382-99B7-9D01447013EE}" type="presOf" srcId="{F3A5508C-6B4A-4674-8512-FE117B17D9FB}" destId="{FDF53AFD-0232-4DF3-92B9-687E72686AC6}" srcOrd="0" destOrd="0" presId="urn:microsoft.com/office/officeart/2008/layout/BubblePictureList"/>
    <dgm:cxn modelId="{72524A77-8E51-4876-B5E4-B21647210674}" type="presOf" srcId="{C382D2A3-A383-423B-9A76-C6F3D7CB6FDF}" destId="{1B37A5EC-D3FD-4F63-B2A8-A09792970D84}" srcOrd="0" destOrd="0" presId="urn:microsoft.com/office/officeart/2008/layout/BubblePictureList"/>
    <dgm:cxn modelId="{DA284179-0FE5-4D57-8BCF-4000FDFA18E0}" type="presOf" srcId="{F222A670-749B-4F8F-B2BF-C0287B7A8F03}" destId="{089CB5CD-0233-4FAD-96A1-CCAE95C83B85}" srcOrd="0" destOrd="0" presId="urn:microsoft.com/office/officeart/2008/layout/BubblePictureList"/>
    <dgm:cxn modelId="{3C8F2496-CD0D-4E5F-956E-D1848F65A63E}" srcId="{39D16129-0177-4DBF-9A86-916293684221}" destId="{F3A5508C-6B4A-4674-8512-FE117B17D9FB}" srcOrd="2" destOrd="0" parTransId="{1672A288-1C23-4242-B8BF-AA0F3C9A4B51}" sibTransId="{F222A670-749B-4F8F-B2BF-C0287B7A8F03}"/>
    <dgm:cxn modelId="{AF107CA7-39FD-4A4A-AB14-DD181BFACFD3}" type="presOf" srcId="{66834887-39F9-4E42-ACB5-381469F6F069}" destId="{CE17D1FF-057D-4A4F-8227-FF2C795B1624}" srcOrd="0" destOrd="0" presId="urn:microsoft.com/office/officeart/2008/layout/BubblePictureList"/>
    <dgm:cxn modelId="{C1E02EA9-2540-46A5-B682-C42C1B3AADC4}" srcId="{39D16129-0177-4DBF-9A86-916293684221}" destId="{76C5256A-F73E-45FB-AE34-97C290FFD4D1}" srcOrd="4" destOrd="0" parTransId="{BB0DADFC-3C62-4278-8A7D-BCAB5B13E5E0}" sibTransId="{0A1540F9-B2D4-4EA0-BBAD-8621FBFE5AB2}"/>
    <dgm:cxn modelId="{171B72B4-D3DF-4B31-B2E4-2B994733837E}" type="presOf" srcId="{CE833F2C-83BE-4C53-AE61-76EBD7645A80}" destId="{04C12ED2-CD73-44C9-99E1-F84E36AC2DE1}" srcOrd="0" destOrd="0" presId="urn:microsoft.com/office/officeart/2008/layout/BubblePictureList"/>
    <dgm:cxn modelId="{98131ED2-C8BD-4743-A13D-1FE299E19B08}" type="presOf" srcId="{39D16129-0177-4DBF-9A86-916293684221}" destId="{95661ACA-40FF-4CD9-88A9-7B0CF6CD5CD3}" srcOrd="0" destOrd="0" presId="urn:microsoft.com/office/officeart/2008/layout/BubblePictureList"/>
    <dgm:cxn modelId="{0BEFF7E2-27A7-4312-B1E0-9077302C3259}" type="presOf" srcId="{F5860C52-2EA9-4B6F-B7D8-8F8B34F713EE}" destId="{9231AA7D-D624-451D-AF86-7F9E6594E40E}" srcOrd="0" destOrd="0" presId="urn:microsoft.com/office/officeart/2008/layout/BubblePictureList"/>
    <dgm:cxn modelId="{40B028ED-3ACB-48D3-8F3A-E6909DDC1276}" srcId="{39D16129-0177-4DBF-9A86-916293684221}" destId="{66834887-39F9-4E42-ACB5-381469F6F069}" srcOrd="0" destOrd="0" parTransId="{5361966C-EDD0-45C2-8279-E4AE0B82211F}" sibTransId="{2E3BB15D-92D2-418B-BDDC-3BF1BFA92EDB}"/>
    <dgm:cxn modelId="{ADB2BBF5-1908-427A-989A-BB2F32F7A9B6}" type="presOf" srcId="{3AA665E2-5FD3-4711-A8E1-EAB69727537D}" destId="{D137E4C3-EDBC-40BC-9F57-8457A4DB5BC0}" srcOrd="0" destOrd="0" presId="urn:microsoft.com/office/officeart/2008/layout/BubblePictureList"/>
    <dgm:cxn modelId="{96FA4B89-D1B3-4FE0-9FD5-AC27D6FB0303}" type="presParOf" srcId="{95661ACA-40FF-4CD9-88A9-7B0CF6CD5CD3}" destId="{CE17D1FF-057D-4A4F-8227-FF2C795B1624}" srcOrd="0" destOrd="0" presId="urn:microsoft.com/office/officeart/2008/layout/BubblePictureList"/>
    <dgm:cxn modelId="{BFAA0BF6-1E6D-4C9F-AB2B-20C17C258A10}" type="presParOf" srcId="{95661ACA-40FF-4CD9-88A9-7B0CF6CD5CD3}" destId="{67C3D2D0-5FF3-405A-936D-E86FFB369AFD}" srcOrd="1" destOrd="0" presId="urn:microsoft.com/office/officeart/2008/layout/BubblePictureList"/>
    <dgm:cxn modelId="{E1F99D24-B635-4508-820C-C49C42245D1F}" type="presParOf" srcId="{67C3D2D0-5FF3-405A-936D-E86FFB369AFD}" destId="{BC379327-430B-4019-B215-F03FA344B50E}" srcOrd="0" destOrd="0" presId="urn:microsoft.com/office/officeart/2008/layout/BubblePictureList"/>
    <dgm:cxn modelId="{27F93861-C505-4156-AEFB-17DFBE99AD21}" type="presParOf" srcId="{95661ACA-40FF-4CD9-88A9-7B0CF6CD5CD3}" destId="{8D4A0CD8-8AE3-4406-8927-EF61738E1AAF}" srcOrd="2" destOrd="0" presId="urn:microsoft.com/office/officeart/2008/layout/BubblePictureList"/>
    <dgm:cxn modelId="{E2F52A79-93A5-4DD6-8DD1-1B33FE23B2F9}" type="presParOf" srcId="{95661ACA-40FF-4CD9-88A9-7B0CF6CD5CD3}" destId="{1852ACE1-C913-44DF-A5C6-DE93399E11F4}" srcOrd="3" destOrd="0" presId="urn:microsoft.com/office/officeart/2008/layout/BubblePictureList"/>
    <dgm:cxn modelId="{C01237A0-04A8-43B9-ABB0-20B647BDB9B8}" type="presParOf" srcId="{1852ACE1-C913-44DF-A5C6-DE93399E11F4}" destId="{0CB3E004-0FCD-4EA4-B998-9008953DC711}" srcOrd="0" destOrd="0" presId="urn:microsoft.com/office/officeart/2008/layout/BubblePictureList"/>
    <dgm:cxn modelId="{D0E86625-7334-41AD-BE88-567BDDADB1F3}" type="presParOf" srcId="{95661ACA-40FF-4CD9-88A9-7B0CF6CD5CD3}" destId="{04C12ED2-CD73-44C9-99E1-F84E36AC2DE1}" srcOrd="4" destOrd="0" presId="urn:microsoft.com/office/officeart/2008/layout/BubblePictureList"/>
    <dgm:cxn modelId="{53F72404-1213-4FC0-BCF9-58D1CC5F4DAC}" type="presParOf" srcId="{95661ACA-40FF-4CD9-88A9-7B0CF6CD5CD3}" destId="{835A8C09-5C76-4D55-9CCA-98CDB3D38F70}" srcOrd="5" destOrd="0" presId="urn:microsoft.com/office/officeart/2008/layout/BubblePictureList"/>
    <dgm:cxn modelId="{632130BE-D312-45BC-A0D5-646EB194B06A}" type="presParOf" srcId="{835A8C09-5C76-4D55-9CCA-98CDB3D38F70}" destId="{E7BFBDC6-5676-4876-A319-2EB392B24DA9}" srcOrd="0" destOrd="0" presId="urn:microsoft.com/office/officeart/2008/layout/BubblePictureList"/>
    <dgm:cxn modelId="{344E1DD1-4EF4-494A-BC26-D16DA385CDA2}" type="presParOf" srcId="{95661ACA-40FF-4CD9-88A9-7B0CF6CD5CD3}" destId="{55EB5419-0CCE-48BE-9D25-DEE2A3CF5D7A}" srcOrd="6" destOrd="0" presId="urn:microsoft.com/office/officeart/2008/layout/BubblePictureList"/>
    <dgm:cxn modelId="{0A56E7D3-0B8D-4FEF-BAC7-ADECC5CDED1D}" type="presParOf" srcId="{55EB5419-0CCE-48BE-9D25-DEE2A3CF5D7A}" destId="{1B37A5EC-D3FD-4F63-B2A8-A09792970D84}" srcOrd="0" destOrd="0" presId="urn:microsoft.com/office/officeart/2008/layout/BubblePictureList"/>
    <dgm:cxn modelId="{FBBA5333-122D-44D7-882B-8E214F2A6308}" type="presParOf" srcId="{95661ACA-40FF-4CD9-88A9-7B0CF6CD5CD3}" destId="{B09C8BB8-5684-440D-A7B5-541F438BFA40}" srcOrd="7" destOrd="0" presId="urn:microsoft.com/office/officeart/2008/layout/BubblePictureList"/>
    <dgm:cxn modelId="{A5C5D0F4-845E-4D09-A74C-EECC62B3649B}" type="presParOf" srcId="{B09C8BB8-5684-440D-A7B5-541F438BFA40}" destId="{9F93B545-A994-42CE-8048-3FFA0DB01F5D}" srcOrd="0" destOrd="0" presId="urn:microsoft.com/office/officeart/2008/layout/BubblePictureList"/>
    <dgm:cxn modelId="{7B8A103A-A66A-49A2-AB5C-2EB0DF62345D}" type="presParOf" srcId="{95661ACA-40FF-4CD9-88A9-7B0CF6CD5CD3}" destId="{FDF53AFD-0232-4DF3-92B9-687E72686AC6}" srcOrd="8" destOrd="0" presId="urn:microsoft.com/office/officeart/2008/layout/BubblePictureList"/>
    <dgm:cxn modelId="{71D45955-DBD5-42D6-96A6-018439053846}" type="presParOf" srcId="{95661ACA-40FF-4CD9-88A9-7B0CF6CD5CD3}" destId="{314859D1-21CF-4EF8-8957-695B177B03D0}" srcOrd="9" destOrd="0" presId="urn:microsoft.com/office/officeart/2008/layout/BubblePictureList"/>
    <dgm:cxn modelId="{87E3CD53-6E37-49EC-8404-558AF2D4246A}" type="presParOf" srcId="{95661ACA-40FF-4CD9-88A9-7B0CF6CD5CD3}" destId="{8F840215-1239-4494-AAE9-13C7D4041870}" srcOrd="10" destOrd="0" presId="urn:microsoft.com/office/officeart/2008/layout/BubblePictureList"/>
    <dgm:cxn modelId="{9B21E2DE-FEEE-4AD9-BB24-C3C3C90022AE}" type="presParOf" srcId="{95661ACA-40FF-4CD9-88A9-7B0CF6CD5CD3}" destId="{55AC90AB-215C-4DE0-A13F-C3BE2D2D6643}" srcOrd="11" destOrd="0" presId="urn:microsoft.com/office/officeart/2008/layout/BubblePictureList"/>
    <dgm:cxn modelId="{4FFBA53D-0F6C-499E-B4A5-297D1EC8D24A}" type="presParOf" srcId="{55AC90AB-215C-4DE0-A13F-C3BE2D2D6643}" destId="{089CB5CD-0233-4FAD-96A1-CCAE95C83B85}" srcOrd="0" destOrd="0" presId="urn:microsoft.com/office/officeart/2008/layout/BubblePictureList"/>
    <dgm:cxn modelId="{45D5D133-1FCC-4F13-818C-A4564A639256}" type="presParOf" srcId="{95661ACA-40FF-4CD9-88A9-7B0CF6CD5CD3}" destId="{72F796FB-0E23-4911-A7CF-E4A1FC59DAB9}" srcOrd="12" destOrd="0" presId="urn:microsoft.com/office/officeart/2008/layout/BubblePictureList"/>
    <dgm:cxn modelId="{97C12CAB-9C67-4744-BE7C-401BB06663FA}" type="presParOf" srcId="{72F796FB-0E23-4911-A7CF-E4A1FC59DAB9}" destId="{833EBE55-86E4-466C-A991-154C840D2912}" srcOrd="0" destOrd="0" presId="urn:microsoft.com/office/officeart/2008/layout/BubblePictureList"/>
    <dgm:cxn modelId="{5E76364B-0073-41C3-B2C0-FAE58DC6D78B}" type="presParOf" srcId="{95661ACA-40FF-4CD9-88A9-7B0CF6CD5CD3}" destId="{9231AA7D-D624-451D-AF86-7F9E6594E40E}" srcOrd="13" destOrd="0" presId="urn:microsoft.com/office/officeart/2008/layout/BubblePictureList"/>
    <dgm:cxn modelId="{2A763E24-547C-4A10-AFEC-62CFC09E4C9B}" type="presParOf" srcId="{95661ACA-40FF-4CD9-88A9-7B0CF6CD5CD3}" destId="{7CAA139B-A3FC-448B-8C67-66995B73C2EC}" srcOrd="14" destOrd="0" presId="urn:microsoft.com/office/officeart/2008/layout/BubblePictureList"/>
    <dgm:cxn modelId="{60AADEBA-57C8-4626-8CD4-A8760422846F}" type="presParOf" srcId="{95661ACA-40FF-4CD9-88A9-7B0CF6CD5CD3}" destId="{BC415796-0E78-4114-93D1-599A366FDF3A}" srcOrd="15" destOrd="0" presId="urn:microsoft.com/office/officeart/2008/layout/BubblePictureList"/>
    <dgm:cxn modelId="{A8636951-432C-4316-8782-14E42614812E}" type="presParOf" srcId="{BC415796-0E78-4114-93D1-599A366FDF3A}" destId="{2EDB5DBC-59DD-43A6-8006-7E883002CD00}" srcOrd="0" destOrd="0" presId="urn:microsoft.com/office/officeart/2008/layout/BubblePictureList"/>
    <dgm:cxn modelId="{CAD0C908-7A18-4ED3-9770-A7E58278DDD3}" type="presParOf" srcId="{95661ACA-40FF-4CD9-88A9-7B0CF6CD5CD3}" destId="{64A5363B-DA09-4CB2-BB63-E25F579106C2}" srcOrd="16" destOrd="0" presId="urn:microsoft.com/office/officeart/2008/layout/BubblePictureList"/>
    <dgm:cxn modelId="{76E17DEB-AC37-4DF2-B0EA-A8667A69D161}" type="presParOf" srcId="{64A5363B-DA09-4CB2-BB63-E25F579106C2}" destId="{94372218-C926-4AA5-A960-71C3AC75C673}" srcOrd="0" destOrd="0" presId="urn:microsoft.com/office/officeart/2008/layout/BubblePictureList"/>
    <dgm:cxn modelId="{AF879543-33AB-4303-8332-8F4FDEB04CEF}" type="presParOf" srcId="{95661ACA-40FF-4CD9-88A9-7B0CF6CD5CD3}" destId="{86EB103D-4123-469A-99AF-870716B0F039}" srcOrd="17" destOrd="0" presId="urn:microsoft.com/office/officeart/2008/layout/BubblePictureList"/>
    <dgm:cxn modelId="{91500E85-D8F6-43F6-8053-EC644F05B88D}" type="presParOf" srcId="{95661ACA-40FF-4CD9-88A9-7B0CF6CD5CD3}" destId="{BE128AE8-E74B-4C0D-A811-EB9A78EBEF6E}" srcOrd="18" destOrd="0" presId="urn:microsoft.com/office/officeart/2008/layout/BubblePictureList"/>
    <dgm:cxn modelId="{A41700DE-BF94-4E1E-9F45-835A331B8E04}" type="presParOf" srcId="{BE128AE8-E74B-4C0D-A811-EB9A78EBEF6E}" destId="{0F013171-4938-4A5F-BD43-48D42E21C2D2}" srcOrd="0" destOrd="0" presId="urn:microsoft.com/office/officeart/2008/layout/BubblePictureList"/>
    <dgm:cxn modelId="{5A934E50-A406-4E7D-913A-667312B4EE5E}" type="presParOf" srcId="{95661ACA-40FF-4CD9-88A9-7B0CF6CD5CD3}" destId="{D137E4C3-EDBC-40BC-9F57-8457A4DB5BC0}" srcOrd="19" destOrd="0" presId="urn:microsoft.com/office/officeart/2008/layout/BubblePictureList"/>
    <dgm:cxn modelId="{3D33D27D-22D4-4B83-8B9E-4E22821897FE}" type="presParOf" srcId="{95661ACA-40FF-4CD9-88A9-7B0CF6CD5CD3}" destId="{5B410B0E-F8A3-4EDE-A4F2-7297EB698036}" srcOrd="20" destOrd="0" presId="urn:microsoft.com/office/officeart/2008/layout/BubblePictureList"/>
    <dgm:cxn modelId="{CCCDDC17-6764-465D-A2B2-13EF9642DB2F}" type="presParOf" srcId="{5B410B0E-F8A3-4EDE-A4F2-7297EB698036}" destId="{B1B7209D-5E93-4121-B77E-1158D4F328B5}" srcOrd="0" destOrd="0" presId="urn:microsoft.com/office/officeart/2008/layout/BubblePictureList"/>
    <dgm:cxn modelId="{6DB23482-BD8C-4794-9227-5AC036755263}" type="presParOf" srcId="{95661ACA-40FF-4CD9-88A9-7B0CF6CD5CD3}" destId="{272362CE-D96A-48AE-9641-CB010AB93F73}" srcOrd="21" destOrd="0" presId="urn:microsoft.com/office/officeart/2008/layout/BubblePictureList"/>
    <dgm:cxn modelId="{48A9D0F8-C695-47FF-A9B3-667FF34AF42B}" type="presParOf" srcId="{95661ACA-40FF-4CD9-88A9-7B0CF6CD5CD3}" destId="{76BA6637-EC6F-4760-8E07-AD338B7DB96C}" srcOrd="22" destOrd="0" presId="urn:microsoft.com/office/officeart/2008/layout/BubblePictureList"/>
    <dgm:cxn modelId="{CC252947-1B74-4EAF-8F02-0E714A3CD5C1}" type="presParOf" srcId="{76BA6637-EC6F-4760-8E07-AD338B7DB96C}" destId="{7A61F351-9E58-4CD9-BD20-1B0DE38AF8F2}" srcOrd="0" destOrd="0" presId="urn:microsoft.com/office/officeart/2008/layout/Bubble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190D18-051F-4CE0-A6C8-75859CAD0AB7}">
      <dsp:nvSpPr>
        <dsp:cNvPr id="0" name=""/>
        <dsp:cNvSpPr/>
      </dsp:nvSpPr>
      <dsp:spPr>
        <a:xfrm>
          <a:off x="5238"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1. Системы обнаружения и предотвращения вторжений (IDS/IPS)</a:t>
          </a:r>
          <a:endParaRPr lang="ru-RU" sz="1200" kern="1200" dirty="0"/>
        </a:p>
      </dsp:txBody>
      <dsp:txXfrm>
        <a:off x="5238" y="4242646"/>
        <a:ext cx="1553765" cy="621506"/>
      </dsp:txXfrm>
    </dsp:sp>
    <dsp:sp modelId="{464278F4-16BF-49E1-B453-1B7C4E5A4A00}">
      <dsp:nvSpPr>
        <dsp:cNvPr id="0" name=""/>
        <dsp:cNvSpPr/>
      </dsp:nvSpPr>
      <dsp:spPr>
        <a:xfrm>
          <a:off x="5238"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err="1"/>
            <a:t>Darktrace</a:t>
          </a:r>
          <a:endParaRPr lang="ru-RU" sz="1200" kern="1200" dirty="0"/>
        </a:p>
        <a:p>
          <a:pPr marL="114300" lvl="1" indent="-114300" algn="l" defTabSz="533400">
            <a:lnSpc>
              <a:spcPct val="90000"/>
            </a:lnSpc>
            <a:spcBef>
              <a:spcPct val="0"/>
            </a:spcBef>
            <a:spcAft>
              <a:spcPct val="15000"/>
            </a:spcAft>
            <a:buChar char="•"/>
          </a:pPr>
          <a:r>
            <a:rPr lang="ru-RU" sz="1200" b="1" i="0" kern="1200" dirty="0"/>
            <a:t>Vectra AI</a:t>
          </a:r>
          <a:r>
            <a:rPr lang="ru-RU" sz="1200" b="0" i="0" kern="1200" dirty="0"/>
            <a:t>.</a:t>
          </a:r>
          <a:endParaRPr lang="ru-RU" sz="1200" kern="1200" dirty="0"/>
        </a:p>
        <a:p>
          <a:pPr marL="114300" lvl="1" indent="-114300" algn="l" defTabSz="533400">
            <a:lnSpc>
              <a:spcPct val="90000"/>
            </a:lnSpc>
            <a:spcBef>
              <a:spcPct val="0"/>
            </a:spcBef>
            <a:spcAft>
              <a:spcPct val="15000"/>
            </a:spcAft>
            <a:buChar char="•"/>
          </a:pPr>
          <a:r>
            <a:rPr lang="ru-RU" sz="1200" b="1" i="0" kern="1200" dirty="0" err="1"/>
            <a:t>CrowdStrike</a:t>
          </a:r>
          <a:r>
            <a:rPr lang="ru-RU" sz="1200" b="1" i="0" kern="1200" dirty="0"/>
            <a:t> Falcon Platform</a:t>
          </a:r>
          <a:endParaRPr lang="ru-RU" sz="1200" kern="1200" dirty="0"/>
        </a:p>
        <a:p>
          <a:pPr marL="114300" lvl="1" indent="-114300" algn="l" defTabSz="533400">
            <a:lnSpc>
              <a:spcPct val="90000"/>
            </a:lnSpc>
            <a:spcBef>
              <a:spcPct val="0"/>
            </a:spcBef>
            <a:spcAft>
              <a:spcPct val="15000"/>
            </a:spcAft>
            <a:buChar char="•"/>
          </a:pPr>
          <a:r>
            <a:rPr lang="ru-RU" sz="1200" b="1" i="0" kern="1200" dirty="0" err="1"/>
            <a:t>ExtraHop</a:t>
          </a:r>
          <a:r>
            <a:rPr lang="ru-RU" sz="1200" b="1" i="0" kern="1200" dirty="0"/>
            <a:t> </a:t>
          </a:r>
          <a:r>
            <a:rPr lang="ru-RU" sz="1200" b="1" i="0" kern="1200" dirty="0" err="1"/>
            <a:t>Reveal</a:t>
          </a:r>
          <a:r>
            <a:rPr lang="ru-RU" sz="1200" b="1" i="0" kern="1200" dirty="0"/>
            <a:t>(x</a:t>
          </a:r>
          <a:endParaRPr lang="ru-RU" sz="1200" kern="1200" dirty="0"/>
        </a:p>
      </dsp:txBody>
      <dsp:txXfrm>
        <a:off x="5238" y="4864153"/>
        <a:ext cx="1553765" cy="2810880"/>
      </dsp:txXfrm>
    </dsp:sp>
    <dsp:sp modelId="{F6298557-1E2D-412D-8783-4D7180F13D10}">
      <dsp:nvSpPr>
        <dsp:cNvPr id="0" name=""/>
        <dsp:cNvSpPr/>
      </dsp:nvSpPr>
      <dsp:spPr>
        <a:xfrm>
          <a:off x="1776531"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2. Платформы безопасности на базе ИИ (AI-Driven Security </a:t>
          </a:r>
          <a:r>
            <a:rPr lang="ru-RU" sz="1200" b="1" kern="1200" dirty="0" err="1"/>
            <a:t>Platforms</a:t>
          </a:r>
          <a:r>
            <a:rPr lang="ru-RU" sz="1200" b="1" kern="1200" dirty="0"/>
            <a:t>)</a:t>
          </a:r>
          <a:endParaRPr lang="ru-RU" sz="1200" kern="1200" dirty="0"/>
        </a:p>
      </dsp:txBody>
      <dsp:txXfrm>
        <a:off x="1776531" y="4242646"/>
        <a:ext cx="1553765" cy="621506"/>
      </dsp:txXfrm>
    </dsp:sp>
    <dsp:sp modelId="{507146B0-27C8-48EB-83EE-7516FD1FEE0B}">
      <dsp:nvSpPr>
        <dsp:cNvPr id="0" name=""/>
        <dsp:cNvSpPr/>
      </dsp:nvSpPr>
      <dsp:spPr>
        <a:xfrm>
          <a:off x="1776531"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a:t>IBM Security </a:t>
          </a:r>
          <a:r>
            <a:rPr lang="ru-RU" sz="1200" b="1" i="0" kern="1200" dirty="0" err="1"/>
            <a:t>QRadar</a:t>
          </a:r>
          <a:r>
            <a:rPr lang="ru-RU" sz="1200" b="1" i="0" kern="1200" dirty="0"/>
            <a:t> Suite</a:t>
          </a:r>
          <a:endParaRPr lang="ru-RU" sz="1200" kern="1200" dirty="0"/>
        </a:p>
        <a:p>
          <a:pPr marL="114300" lvl="1" indent="-114300" algn="l" defTabSz="533400">
            <a:lnSpc>
              <a:spcPct val="90000"/>
            </a:lnSpc>
            <a:spcBef>
              <a:spcPct val="0"/>
            </a:spcBef>
            <a:spcAft>
              <a:spcPct val="15000"/>
            </a:spcAft>
            <a:buChar char="•"/>
          </a:pPr>
          <a:r>
            <a:rPr lang="ru-RU" sz="1200" b="1" i="0" kern="1200" dirty="0" err="1"/>
            <a:t>Splunk</a:t>
          </a:r>
          <a:r>
            <a:rPr lang="ru-RU" sz="1200" b="1" i="0" kern="1200" dirty="0"/>
            <a:t> Enterprise Security</a:t>
          </a:r>
          <a:endParaRPr lang="ru-RU" sz="1200" kern="1200" dirty="0"/>
        </a:p>
        <a:p>
          <a:pPr marL="114300" lvl="1" indent="-114300" algn="l" defTabSz="533400">
            <a:lnSpc>
              <a:spcPct val="90000"/>
            </a:lnSpc>
            <a:spcBef>
              <a:spcPct val="0"/>
            </a:spcBef>
            <a:spcAft>
              <a:spcPct val="15000"/>
            </a:spcAft>
            <a:buChar char="•"/>
          </a:pPr>
          <a:r>
            <a:rPr lang="ru-RU" sz="1200" b="1" i="0" kern="1200" dirty="0"/>
            <a:t>Microsoft Sentinel</a:t>
          </a:r>
          <a:endParaRPr lang="ru-RU" sz="1200" kern="1200" dirty="0"/>
        </a:p>
        <a:p>
          <a:pPr marL="114300" lvl="1" indent="-114300" algn="l" defTabSz="533400">
            <a:lnSpc>
              <a:spcPct val="90000"/>
            </a:lnSpc>
            <a:spcBef>
              <a:spcPct val="0"/>
            </a:spcBef>
            <a:spcAft>
              <a:spcPct val="15000"/>
            </a:spcAft>
            <a:buChar char="•"/>
          </a:pPr>
          <a:r>
            <a:rPr lang="ru-RU" sz="1200" b="1" i="0" kern="1200" dirty="0" err="1"/>
            <a:t>Palo</a:t>
          </a:r>
          <a:r>
            <a:rPr lang="ru-RU" sz="1200" b="1" i="0" kern="1200" dirty="0"/>
            <a:t> </a:t>
          </a:r>
          <a:r>
            <a:rPr lang="ru-RU" sz="1200" b="1" i="0" kern="1200" dirty="0" err="1"/>
            <a:t>Alto</a:t>
          </a:r>
          <a:r>
            <a:rPr lang="ru-RU" sz="1200" b="1" i="0" kern="1200" dirty="0"/>
            <a:t> Networks </a:t>
          </a:r>
          <a:r>
            <a:rPr lang="ru-RU" sz="1200" b="1" i="0" kern="1200" dirty="0" err="1"/>
            <a:t>Cortex</a:t>
          </a:r>
          <a:r>
            <a:rPr lang="ru-RU" sz="1200" b="1" i="0" kern="1200" dirty="0"/>
            <a:t> XSIAM</a:t>
          </a:r>
          <a:endParaRPr lang="ru-RU" sz="1200" kern="1200" dirty="0"/>
        </a:p>
      </dsp:txBody>
      <dsp:txXfrm>
        <a:off x="1776531" y="4864153"/>
        <a:ext cx="1553765" cy="2810880"/>
      </dsp:txXfrm>
    </dsp:sp>
    <dsp:sp modelId="{0542962A-9D56-49E2-ADA7-313EA55747E2}">
      <dsp:nvSpPr>
        <dsp:cNvPr id="0" name=""/>
        <dsp:cNvSpPr/>
      </dsp:nvSpPr>
      <dsp:spPr>
        <a:xfrm>
          <a:off x="3547824"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3. Защита конечных точек (EDR / XDR)</a:t>
          </a:r>
          <a:endParaRPr lang="ru-RU" sz="1200" kern="1200" dirty="0"/>
        </a:p>
      </dsp:txBody>
      <dsp:txXfrm>
        <a:off x="3547824" y="4242646"/>
        <a:ext cx="1553765" cy="621506"/>
      </dsp:txXfrm>
    </dsp:sp>
    <dsp:sp modelId="{90E8B9B6-8535-47FD-A2C2-A806CAC48BB8}">
      <dsp:nvSpPr>
        <dsp:cNvPr id="0" name=""/>
        <dsp:cNvSpPr/>
      </dsp:nvSpPr>
      <dsp:spPr>
        <a:xfrm>
          <a:off x="3547824"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err="1"/>
            <a:t>CrowdStrike</a:t>
          </a:r>
          <a:endParaRPr lang="ru-RU" sz="1200" kern="1200" dirty="0"/>
        </a:p>
        <a:p>
          <a:pPr marL="114300" lvl="1" indent="-114300" algn="l" defTabSz="533400">
            <a:lnSpc>
              <a:spcPct val="90000"/>
            </a:lnSpc>
            <a:spcBef>
              <a:spcPct val="0"/>
            </a:spcBef>
            <a:spcAft>
              <a:spcPct val="15000"/>
            </a:spcAft>
            <a:buChar char="•"/>
          </a:pPr>
          <a:r>
            <a:rPr lang="ru-RU" sz="1200" b="1" i="0" kern="1200" dirty="0"/>
            <a:t>Falcon Insight (EDR) Microsoft Defender </a:t>
          </a:r>
          <a:r>
            <a:rPr lang="ru-RU" sz="1200" b="1" i="0" kern="1200" dirty="0" err="1"/>
            <a:t>for</a:t>
          </a:r>
          <a:r>
            <a:rPr lang="ru-RU" sz="1200" b="1" i="0" kern="1200" dirty="0"/>
            <a:t> </a:t>
          </a:r>
          <a:r>
            <a:rPr lang="ru-RU" sz="1200" b="1" i="0" kern="1200" dirty="0" err="1"/>
            <a:t>Endpoint</a:t>
          </a:r>
          <a:endParaRPr lang="ru-RU" sz="1200" kern="1200" dirty="0"/>
        </a:p>
        <a:p>
          <a:pPr marL="114300" lvl="1" indent="-114300" algn="l" defTabSz="533400">
            <a:lnSpc>
              <a:spcPct val="90000"/>
            </a:lnSpc>
            <a:spcBef>
              <a:spcPct val="0"/>
            </a:spcBef>
            <a:spcAft>
              <a:spcPct val="15000"/>
            </a:spcAft>
            <a:buChar char="•"/>
          </a:pPr>
          <a:r>
            <a:rPr lang="ru-RU" sz="1200" b="1" i="0" kern="1200" dirty="0" err="1"/>
            <a:t>Cybereason</a:t>
          </a:r>
          <a:endParaRPr lang="ru-RU" sz="1200" kern="1200" dirty="0"/>
        </a:p>
        <a:p>
          <a:pPr marL="114300" lvl="1" indent="-114300" algn="l" defTabSz="533400">
            <a:lnSpc>
              <a:spcPct val="90000"/>
            </a:lnSpc>
            <a:spcBef>
              <a:spcPct val="0"/>
            </a:spcBef>
            <a:spcAft>
              <a:spcPct val="15000"/>
            </a:spcAft>
            <a:buChar char="•"/>
          </a:pPr>
          <a:r>
            <a:rPr lang="ru-RU" sz="1200" b="1" i="0" kern="1200" dirty="0" err="1"/>
            <a:t>SentinelOne</a:t>
          </a:r>
          <a:r>
            <a:rPr lang="ru-RU" sz="1200" b="1" i="0" kern="1200" dirty="0"/>
            <a:t> </a:t>
          </a:r>
          <a:r>
            <a:rPr lang="ru-RU" sz="1200" b="1" i="0" kern="1200" dirty="0" err="1"/>
            <a:t>Singularity</a:t>
          </a:r>
          <a:endParaRPr lang="ru-RU" sz="1200" kern="1200" dirty="0"/>
        </a:p>
      </dsp:txBody>
      <dsp:txXfrm>
        <a:off x="3547824" y="4864153"/>
        <a:ext cx="1553765" cy="2810880"/>
      </dsp:txXfrm>
    </dsp:sp>
    <dsp:sp modelId="{0F85CAA3-117B-41AF-BA6F-AEF0CC4B3E8A}">
      <dsp:nvSpPr>
        <dsp:cNvPr id="0" name=""/>
        <dsp:cNvSpPr/>
      </dsp:nvSpPr>
      <dsp:spPr>
        <a:xfrm>
          <a:off x="5319117"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a:t>4. Анализ и управление уязвимостями</a:t>
          </a:r>
          <a:endParaRPr lang="ru-RU" sz="1200" kern="1200"/>
        </a:p>
      </dsp:txBody>
      <dsp:txXfrm>
        <a:off x="5319117" y="4242646"/>
        <a:ext cx="1553765" cy="621506"/>
      </dsp:txXfrm>
    </dsp:sp>
    <dsp:sp modelId="{EDEF8C64-BF6F-45B4-BF67-21DCB0BD7010}">
      <dsp:nvSpPr>
        <dsp:cNvPr id="0" name=""/>
        <dsp:cNvSpPr/>
      </dsp:nvSpPr>
      <dsp:spPr>
        <a:xfrm>
          <a:off x="5319117"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a:hlinkClick xmlns:r="http://schemas.openxmlformats.org/officeDocument/2006/relationships" r:id="rId1"/>
            </a:rPr>
            <a:t>Tenable.io</a:t>
          </a:r>
          <a:endParaRPr lang="ru-RU" sz="1200" kern="1200" dirty="0"/>
        </a:p>
        <a:p>
          <a:pPr marL="114300" lvl="1" indent="-114300" algn="l" defTabSz="533400">
            <a:lnSpc>
              <a:spcPct val="90000"/>
            </a:lnSpc>
            <a:spcBef>
              <a:spcPct val="0"/>
            </a:spcBef>
            <a:spcAft>
              <a:spcPct val="15000"/>
            </a:spcAft>
            <a:buChar char="•"/>
          </a:pPr>
          <a:r>
            <a:rPr lang="ru-RU" sz="1200" b="1" i="0" kern="1200" dirty="0" err="1"/>
            <a:t>Qualys</a:t>
          </a:r>
          <a:r>
            <a:rPr lang="ru-RU" sz="1200" b="1" i="0" kern="1200" dirty="0"/>
            <a:t> VMDR</a:t>
          </a:r>
          <a:endParaRPr lang="ru-RU" sz="1200" kern="1200" dirty="0"/>
        </a:p>
        <a:p>
          <a:pPr marL="114300" lvl="1" indent="-114300" algn="l" defTabSz="533400">
            <a:lnSpc>
              <a:spcPct val="90000"/>
            </a:lnSpc>
            <a:spcBef>
              <a:spcPct val="0"/>
            </a:spcBef>
            <a:spcAft>
              <a:spcPct val="15000"/>
            </a:spcAft>
            <a:buChar char="•"/>
          </a:pPr>
          <a:r>
            <a:rPr lang="ru-RU" sz="1200" b="1" i="0" kern="1200" dirty="0"/>
            <a:t>Интеграция с LLM (ChatGPT, Gemini)</a:t>
          </a:r>
          <a:endParaRPr lang="ru-RU" sz="1200" kern="1200" dirty="0"/>
        </a:p>
      </dsp:txBody>
      <dsp:txXfrm>
        <a:off x="5319117" y="4864153"/>
        <a:ext cx="1553765" cy="2810880"/>
      </dsp:txXfrm>
    </dsp:sp>
    <dsp:sp modelId="{48E7A520-5DBC-48E1-9C28-698324FB7541}">
      <dsp:nvSpPr>
        <dsp:cNvPr id="0" name=""/>
        <dsp:cNvSpPr/>
      </dsp:nvSpPr>
      <dsp:spPr>
        <a:xfrm>
          <a:off x="7090410"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5. Безопасность почты и защита от фишинга</a:t>
          </a:r>
          <a:endParaRPr lang="ru-RU" sz="1200" kern="1200" dirty="0"/>
        </a:p>
      </dsp:txBody>
      <dsp:txXfrm>
        <a:off x="7090410" y="4242646"/>
        <a:ext cx="1553765" cy="621506"/>
      </dsp:txXfrm>
    </dsp:sp>
    <dsp:sp modelId="{A506FF8D-0F58-4906-BF5A-C152D2151D5C}">
      <dsp:nvSpPr>
        <dsp:cNvPr id="0" name=""/>
        <dsp:cNvSpPr/>
      </dsp:nvSpPr>
      <dsp:spPr>
        <a:xfrm>
          <a:off x="7090410"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err="1"/>
            <a:t>Proofpoint</a:t>
          </a:r>
          <a:r>
            <a:rPr lang="ru-RU" sz="1200" b="0" i="0" kern="1200" dirty="0"/>
            <a:t>.</a:t>
          </a:r>
          <a:endParaRPr lang="ru-RU" sz="1200" kern="1200" dirty="0"/>
        </a:p>
        <a:p>
          <a:pPr marL="114300" lvl="1" indent="-114300" algn="l" defTabSz="533400">
            <a:lnSpc>
              <a:spcPct val="90000"/>
            </a:lnSpc>
            <a:spcBef>
              <a:spcPct val="0"/>
            </a:spcBef>
            <a:spcAft>
              <a:spcPct val="15000"/>
            </a:spcAft>
            <a:buChar char="•"/>
          </a:pPr>
          <a:r>
            <a:rPr lang="ru-RU" sz="1200" b="1" i="0" kern="1200" dirty="0"/>
            <a:t>Microsoft Defender </a:t>
          </a:r>
          <a:r>
            <a:rPr lang="ru-RU" sz="1200" b="1" i="0" kern="1200" dirty="0" err="1"/>
            <a:t>for</a:t>
          </a:r>
          <a:r>
            <a:rPr lang="ru-RU" sz="1200" b="1" i="0" kern="1200" dirty="0"/>
            <a:t> Office 365</a:t>
          </a:r>
          <a:endParaRPr lang="ru-RU" sz="1200" kern="1200" dirty="0"/>
        </a:p>
        <a:p>
          <a:pPr marL="114300" lvl="1" indent="-114300" algn="l" defTabSz="533400">
            <a:lnSpc>
              <a:spcPct val="90000"/>
            </a:lnSpc>
            <a:spcBef>
              <a:spcPct val="0"/>
            </a:spcBef>
            <a:spcAft>
              <a:spcPct val="15000"/>
            </a:spcAft>
            <a:buChar char="•"/>
          </a:pPr>
          <a:r>
            <a:rPr lang="ru-RU" sz="1200" b="1" i="0" kern="1200" dirty="0"/>
            <a:t>Area 1 Security (приобретена </a:t>
          </a:r>
          <a:r>
            <a:rPr lang="ru-RU" sz="1200" b="1" i="0" kern="1200" dirty="0" err="1"/>
            <a:t>Palo</a:t>
          </a:r>
          <a:r>
            <a:rPr lang="ru-RU" sz="1200" b="1" i="0" kern="1200" dirty="0"/>
            <a:t> </a:t>
          </a:r>
          <a:r>
            <a:rPr lang="ru-RU" sz="1200" b="1" i="0" kern="1200" dirty="0" err="1"/>
            <a:t>Alto</a:t>
          </a:r>
          <a:r>
            <a:rPr lang="ru-RU" sz="1200" b="1" i="0" kern="1200" dirty="0"/>
            <a:t> Networks):</a:t>
          </a:r>
          <a:endParaRPr lang="ru-RU" sz="1200" kern="1200" dirty="0"/>
        </a:p>
      </dsp:txBody>
      <dsp:txXfrm>
        <a:off x="7090410" y="4864153"/>
        <a:ext cx="1553765" cy="2810880"/>
      </dsp:txXfrm>
    </dsp:sp>
    <dsp:sp modelId="{9E96C975-41F8-4DC3-97CE-B50E13D24812}">
      <dsp:nvSpPr>
        <dsp:cNvPr id="0" name=""/>
        <dsp:cNvSpPr/>
      </dsp:nvSpPr>
      <dsp:spPr>
        <a:xfrm>
          <a:off x="8861703"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6. Автоматизация безопасности и реагирования на инциденты (SOAR)</a:t>
          </a:r>
          <a:endParaRPr lang="ru-RU" sz="1200" kern="1200" dirty="0"/>
        </a:p>
      </dsp:txBody>
      <dsp:txXfrm>
        <a:off x="8861703" y="4242646"/>
        <a:ext cx="1553765" cy="621506"/>
      </dsp:txXfrm>
    </dsp:sp>
    <dsp:sp modelId="{AEB6FC93-E2EF-4481-93E2-E79DC0D60E27}">
      <dsp:nvSpPr>
        <dsp:cNvPr id="0" name=""/>
        <dsp:cNvSpPr/>
      </dsp:nvSpPr>
      <dsp:spPr>
        <a:xfrm>
          <a:off x="8861703"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a:t>Платформы типа </a:t>
          </a:r>
          <a:r>
            <a:rPr lang="ru-RU" sz="1200" b="1" i="0" kern="1200" dirty="0" err="1"/>
            <a:t>Splunk</a:t>
          </a:r>
          <a:r>
            <a:rPr lang="ru-RU" sz="1200" b="1" i="0" kern="1200" dirty="0"/>
            <a:t> SOAR, IBM </a:t>
          </a:r>
          <a:r>
            <a:rPr lang="ru-RU" sz="1200" b="1" i="0" kern="1200" dirty="0" err="1"/>
            <a:t>Resilient</a:t>
          </a:r>
          <a:r>
            <a:rPr lang="ru-RU" sz="1200" b="1" i="0" kern="1200" dirty="0"/>
            <a:t>, Microsoft Sentinel Logic </a:t>
          </a:r>
          <a:r>
            <a:rPr lang="ru-RU" sz="1200" b="1" i="0" kern="1200" dirty="0" err="1"/>
            <a:t>Apps</a:t>
          </a:r>
          <a:r>
            <a:rPr lang="ru-RU" sz="1200" b="0" i="0" kern="1200" dirty="0"/>
            <a:t>.</a:t>
          </a:r>
          <a:endParaRPr lang="ru-RU" sz="1200" kern="1200" dirty="0"/>
        </a:p>
      </dsp:txBody>
      <dsp:txXfrm>
        <a:off x="8861703" y="4864153"/>
        <a:ext cx="1553765" cy="2810880"/>
      </dsp:txXfrm>
    </dsp:sp>
    <dsp:sp modelId="{14268067-7B6F-4BE1-A6BF-B3C2BBB9D686}">
      <dsp:nvSpPr>
        <dsp:cNvPr id="0" name=""/>
        <dsp:cNvSpPr/>
      </dsp:nvSpPr>
      <dsp:spPr>
        <a:xfrm>
          <a:off x="10632996" y="4242646"/>
          <a:ext cx="1553765" cy="621506"/>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ru-RU" sz="1200" b="1" kern="1200" dirty="0"/>
            <a:t>7. Управление идентификацией и доступом (IAM)</a:t>
          </a:r>
          <a:endParaRPr lang="ru-RU" sz="1200" kern="1200" dirty="0"/>
        </a:p>
      </dsp:txBody>
      <dsp:txXfrm>
        <a:off x="10632996" y="4242646"/>
        <a:ext cx="1553765" cy="621506"/>
      </dsp:txXfrm>
    </dsp:sp>
    <dsp:sp modelId="{B2FFFD65-399B-4F2C-A14F-F7352EB1B0F1}">
      <dsp:nvSpPr>
        <dsp:cNvPr id="0" name=""/>
        <dsp:cNvSpPr/>
      </dsp:nvSpPr>
      <dsp:spPr>
        <a:xfrm>
          <a:off x="10632996" y="4864153"/>
          <a:ext cx="1553765" cy="28108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err="1"/>
            <a:t>Okta</a:t>
          </a:r>
          <a:r>
            <a:rPr lang="ru-RU" sz="1200" b="1" i="0" kern="1200" dirty="0"/>
            <a:t>, Microsoft Azure AD (</a:t>
          </a:r>
          <a:r>
            <a:rPr lang="ru-RU" sz="1200" b="1" i="0" kern="1200" dirty="0" err="1"/>
            <a:t>Entra</a:t>
          </a:r>
          <a:r>
            <a:rPr lang="ru-RU" sz="1200" b="1" i="0" kern="1200" dirty="0"/>
            <a:t> </a:t>
          </a:r>
          <a:r>
            <a:rPr lang="ru-RU" sz="1200" b="1" i="0" kern="1200"/>
            <a:t>ID)</a:t>
          </a:r>
          <a:endParaRPr lang="ru-RU" sz="1200" kern="1200" dirty="0"/>
        </a:p>
      </dsp:txBody>
      <dsp:txXfrm>
        <a:off x="10632996" y="4864153"/>
        <a:ext cx="1553765" cy="28108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984AD-19A1-4F7A-B0FB-017DF447FF3F}">
      <dsp:nvSpPr>
        <dsp:cNvPr id="0" name=""/>
        <dsp:cNvSpPr/>
      </dsp:nvSpPr>
      <dsp:spPr>
        <a:xfrm rot="5400000">
          <a:off x="4952631" y="-1943091"/>
          <a:ext cx="987903" cy="5126195"/>
        </a:xfrm>
        <a:prstGeom prst="round2Same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ru-RU" sz="1700" b="0" i="0" kern="1200" dirty="0"/>
            <a:t> Для классификации вредоносных файлов, обнаружения аномалий в поведении и прогнозирования атак.</a:t>
          </a:r>
          <a:endParaRPr lang="ru-RU" sz="1700" kern="1200" dirty="0"/>
        </a:p>
      </dsp:txBody>
      <dsp:txXfrm rot="-5400000">
        <a:off x="2883486" y="174279"/>
        <a:ext cx="5077970" cy="891453"/>
      </dsp:txXfrm>
    </dsp:sp>
    <dsp:sp modelId="{B3B97343-2547-42EA-B7AE-C79FB96CA700}">
      <dsp:nvSpPr>
        <dsp:cNvPr id="0" name=""/>
        <dsp:cNvSpPr/>
      </dsp:nvSpPr>
      <dsp:spPr>
        <a:xfrm>
          <a:off x="0" y="2567"/>
          <a:ext cx="2883485" cy="1234878"/>
        </a:xfrm>
        <a:prstGeom prst="round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ru-RU" sz="2400" b="1" i="0" kern="1200" dirty="0"/>
            <a:t>Машинное обучение (МО):</a:t>
          </a:r>
          <a:endParaRPr lang="ru-RU" sz="2400" kern="1200" dirty="0"/>
        </a:p>
      </dsp:txBody>
      <dsp:txXfrm>
        <a:off x="60282" y="62849"/>
        <a:ext cx="2762921" cy="1114314"/>
      </dsp:txXfrm>
    </dsp:sp>
    <dsp:sp modelId="{3AAA6684-5C74-4947-AAC5-9318FF883EF1}">
      <dsp:nvSpPr>
        <dsp:cNvPr id="0" name=""/>
        <dsp:cNvSpPr/>
      </dsp:nvSpPr>
      <dsp:spPr>
        <a:xfrm rot="5400000">
          <a:off x="4952631" y="-646468"/>
          <a:ext cx="987903" cy="5126195"/>
        </a:xfrm>
        <a:prstGeom prst="round2SameRect">
          <a:avLst/>
        </a:prstGeom>
        <a:solidFill>
          <a:schemeClr val="accent4">
            <a:tint val="40000"/>
            <a:alpha val="90000"/>
            <a:hueOff val="-1315237"/>
            <a:satOff val="7386"/>
            <a:lumOff val="469"/>
            <a:alphaOff val="0"/>
          </a:schemeClr>
        </a:solidFill>
        <a:ln w="9525" cap="flat" cmpd="sng" algn="ctr">
          <a:solidFill>
            <a:schemeClr val="accent4">
              <a:tint val="40000"/>
              <a:alpha val="90000"/>
              <a:hueOff val="-1315237"/>
              <a:satOff val="7386"/>
              <a:lumOff val="4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ru-RU" sz="1700" b="0" i="0" kern="1200" dirty="0"/>
            <a:t> Для анализа нетривиальных паттернов в больших объемах данных (например, в сетевом трафике или последовательностях системных вызовов).</a:t>
          </a:r>
          <a:endParaRPr lang="ru-RU" sz="1700" kern="1200" dirty="0"/>
        </a:p>
      </dsp:txBody>
      <dsp:txXfrm rot="-5400000">
        <a:off x="2883486" y="1470902"/>
        <a:ext cx="5077970" cy="891453"/>
      </dsp:txXfrm>
    </dsp:sp>
    <dsp:sp modelId="{757D96E9-5730-4A68-B2C5-3CE6961255D0}">
      <dsp:nvSpPr>
        <dsp:cNvPr id="0" name=""/>
        <dsp:cNvSpPr/>
      </dsp:nvSpPr>
      <dsp:spPr>
        <a:xfrm>
          <a:off x="0" y="1299190"/>
          <a:ext cx="2883485" cy="1234878"/>
        </a:xfrm>
        <a:prstGeom prst="roundRect">
          <a:avLst/>
        </a:prstGeom>
        <a:gradFill rotWithShape="0">
          <a:gsLst>
            <a:gs pos="0">
              <a:schemeClr val="accent4">
                <a:hueOff val="-1488257"/>
                <a:satOff val="8966"/>
                <a:lumOff val="719"/>
                <a:alphaOff val="0"/>
                <a:tint val="100000"/>
                <a:shade val="100000"/>
                <a:satMod val="130000"/>
              </a:schemeClr>
            </a:gs>
            <a:gs pos="100000">
              <a:schemeClr val="accent4">
                <a:hueOff val="-1488257"/>
                <a:satOff val="8966"/>
                <a:lumOff val="719"/>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ru-RU" sz="2400" b="1" i="0" kern="1200" dirty="0"/>
            <a:t>Глубокое обучение (нейросети):</a:t>
          </a:r>
          <a:endParaRPr lang="ru-RU" sz="2400" kern="1200" dirty="0"/>
        </a:p>
      </dsp:txBody>
      <dsp:txXfrm>
        <a:off x="60282" y="1359472"/>
        <a:ext cx="2762921" cy="1114314"/>
      </dsp:txXfrm>
    </dsp:sp>
    <dsp:sp modelId="{BBF11680-C055-4213-8D47-5E8780249A92}">
      <dsp:nvSpPr>
        <dsp:cNvPr id="0" name=""/>
        <dsp:cNvSpPr/>
      </dsp:nvSpPr>
      <dsp:spPr>
        <a:xfrm rot="5400000">
          <a:off x="4952631" y="650154"/>
          <a:ext cx="987903" cy="5126195"/>
        </a:xfrm>
        <a:prstGeom prst="round2SameRect">
          <a:avLst/>
        </a:prstGeom>
        <a:solidFill>
          <a:schemeClr val="accent4">
            <a:tint val="40000"/>
            <a:alpha val="90000"/>
            <a:hueOff val="-2630473"/>
            <a:satOff val="14771"/>
            <a:lumOff val="939"/>
            <a:alphaOff val="0"/>
          </a:schemeClr>
        </a:solidFill>
        <a:ln w="9525" cap="flat" cmpd="sng" algn="ctr">
          <a:solidFill>
            <a:schemeClr val="accent4">
              <a:tint val="40000"/>
              <a:alpha val="90000"/>
              <a:hueOff val="-2630473"/>
              <a:satOff val="14771"/>
              <a:lumOff val="93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ru-RU" sz="1700" b="0" i="0" kern="1200" dirty="0"/>
            <a:t>Для анализа текстовых данных (отчеты об угрозах, лог-файлы, фишинговые письма).</a:t>
          </a:r>
          <a:endParaRPr lang="ru-RU" sz="1700" kern="1200" dirty="0"/>
        </a:p>
      </dsp:txBody>
      <dsp:txXfrm rot="-5400000">
        <a:off x="2883486" y="2767525"/>
        <a:ext cx="5077970" cy="891453"/>
      </dsp:txXfrm>
    </dsp:sp>
    <dsp:sp modelId="{1001F3CB-7BA6-494C-BEAD-4363EBC5A2FB}">
      <dsp:nvSpPr>
        <dsp:cNvPr id="0" name=""/>
        <dsp:cNvSpPr/>
      </dsp:nvSpPr>
      <dsp:spPr>
        <a:xfrm>
          <a:off x="0" y="2595812"/>
          <a:ext cx="2883485" cy="1234878"/>
        </a:xfrm>
        <a:prstGeom prst="roundRect">
          <a:avLst/>
        </a:prstGeom>
        <a:gradFill rotWithShape="0">
          <a:gsLst>
            <a:gs pos="0">
              <a:schemeClr val="accent4">
                <a:hueOff val="-2976513"/>
                <a:satOff val="17933"/>
                <a:lumOff val="1437"/>
                <a:alphaOff val="0"/>
                <a:tint val="100000"/>
                <a:shade val="100000"/>
                <a:satMod val="130000"/>
              </a:schemeClr>
            </a:gs>
            <a:gs pos="100000">
              <a:schemeClr val="accent4">
                <a:hueOff val="-2976513"/>
                <a:satOff val="17933"/>
                <a:lumOff val="1437"/>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ru-RU" sz="2400" b="1" i="0" kern="1200" dirty="0"/>
            <a:t>Обработка естественного языка (NLP):</a:t>
          </a:r>
          <a:r>
            <a:rPr lang="ru-RU" sz="2400" b="0" i="0" kern="1200" dirty="0"/>
            <a:t> </a:t>
          </a:r>
          <a:endParaRPr lang="ru-RU" sz="2400" kern="1200" dirty="0"/>
        </a:p>
      </dsp:txBody>
      <dsp:txXfrm>
        <a:off x="60282" y="2656094"/>
        <a:ext cx="2762921" cy="1114314"/>
      </dsp:txXfrm>
    </dsp:sp>
    <dsp:sp modelId="{80FDD8D0-6FDA-47B0-8BA5-6D96A0633A78}">
      <dsp:nvSpPr>
        <dsp:cNvPr id="0" name=""/>
        <dsp:cNvSpPr/>
      </dsp:nvSpPr>
      <dsp:spPr>
        <a:xfrm rot="5400000">
          <a:off x="4952631" y="1946777"/>
          <a:ext cx="987903" cy="5126195"/>
        </a:xfrm>
        <a:prstGeom prst="round2SameRect">
          <a:avLst/>
        </a:prstGeom>
        <a:solidFill>
          <a:schemeClr val="accent4">
            <a:tint val="40000"/>
            <a:alpha val="90000"/>
            <a:hueOff val="-3945710"/>
            <a:satOff val="22157"/>
            <a:lumOff val="1408"/>
            <a:alphaOff val="0"/>
          </a:schemeClr>
        </a:solidFill>
        <a:ln w="9525" cap="flat" cmpd="sng" algn="ctr">
          <a:solidFill>
            <a:schemeClr val="accent4">
              <a:tint val="40000"/>
              <a:alpha val="90000"/>
              <a:hueOff val="-3945710"/>
              <a:satOff val="22157"/>
              <a:lumOff val="140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ru-RU" sz="1700" b="0" i="0" kern="1200" dirty="0"/>
            <a:t>Для автоматизации отчетности, анализа кода и помощи аналитикам в расследовании инцидентов.</a:t>
          </a:r>
          <a:endParaRPr lang="ru-RU" sz="1700" kern="1200" dirty="0"/>
        </a:p>
      </dsp:txBody>
      <dsp:txXfrm rot="-5400000">
        <a:off x="2883486" y="4064148"/>
        <a:ext cx="5077970" cy="891453"/>
      </dsp:txXfrm>
    </dsp:sp>
    <dsp:sp modelId="{2D57C8E0-7810-4642-BBD6-4A744F00C2E8}">
      <dsp:nvSpPr>
        <dsp:cNvPr id="0" name=""/>
        <dsp:cNvSpPr/>
      </dsp:nvSpPr>
      <dsp:spPr>
        <a:xfrm>
          <a:off x="0" y="3892435"/>
          <a:ext cx="2883485" cy="1234878"/>
        </a:xfrm>
        <a:prstGeom prst="roundRect">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ru-RU" sz="2400" b="1" i="0" kern="1200" dirty="0"/>
            <a:t>Большие языковые модели (LLM):</a:t>
          </a:r>
          <a:r>
            <a:rPr lang="ru-RU" sz="2400" b="0" i="0" kern="1200" dirty="0"/>
            <a:t> </a:t>
          </a:r>
          <a:endParaRPr lang="ru-RU" sz="2400" kern="1200" dirty="0"/>
        </a:p>
      </dsp:txBody>
      <dsp:txXfrm>
        <a:off x="60282" y="3952717"/>
        <a:ext cx="2762921" cy="11143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527376-DA99-4B6A-B591-76B1287C3072}">
      <dsp:nvSpPr>
        <dsp:cNvPr id="0" name=""/>
        <dsp:cNvSpPr/>
      </dsp:nvSpPr>
      <dsp:spPr>
        <a:xfrm>
          <a:off x="3449" y="620540"/>
          <a:ext cx="2936169" cy="345431"/>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6B217E05-10EE-4307-8585-079B18B3C28A}">
      <dsp:nvSpPr>
        <dsp:cNvPr id="0" name=""/>
        <dsp:cNvSpPr/>
      </dsp:nvSpPr>
      <dsp:spPr>
        <a:xfrm>
          <a:off x="3449" y="750270"/>
          <a:ext cx="215701" cy="215701"/>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2A919EAE-4125-4598-A972-6DCA84A7CCFE}">
      <dsp:nvSpPr>
        <dsp:cNvPr id="0" name=""/>
        <dsp:cNvSpPr/>
      </dsp:nvSpPr>
      <dsp:spPr>
        <a:xfrm>
          <a:off x="3449" y="0"/>
          <a:ext cx="2936169" cy="62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ru-RU" sz="1700" b="1" i="0" kern="1200" dirty="0"/>
            <a:t>Высокая целенаправленность и подготовка:</a:t>
          </a:r>
          <a:r>
            <a:rPr lang="ru-RU" sz="1700" b="0" i="0" kern="1200" dirty="0"/>
            <a:t> </a:t>
          </a:r>
          <a:endParaRPr lang="ru-RU" sz="1700" kern="1200" dirty="0"/>
        </a:p>
      </dsp:txBody>
      <dsp:txXfrm>
        <a:off x="3449" y="0"/>
        <a:ext cx="2936169" cy="620540"/>
      </dsp:txXfrm>
    </dsp:sp>
    <dsp:sp modelId="{EEA91C02-0D54-44F6-B8C1-65FD25399E24}">
      <dsp:nvSpPr>
        <dsp:cNvPr id="0" name=""/>
        <dsp:cNvSpPr/>
      </dsp:nvSpPr>
      <dsp:spPr>
        <a:xfrm>
          <a:off x="3449" y="2405176"/>
          <a:ext cx="215696" cy="215696"/>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5244B020-8A4F-403D-897F-3B06750649C4}">
      <dsp:nvSpPr>
        <dsp:cNvPr id="0" name=""/>
        <dsp:cNvSpPr/>
      </dsp:nvSpPr>
      <dsp:spPr>
        <a:xfrm>
          <a:off x="208981" y="1109518"/>
          <a:ext cx="2730637" cy="28070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ru-RU" sz="1600" b="0" i="0" kern="1200" dirty="0"/>
            <a:t>Атака тщательно планируется. Злоумышленники заранее собирают разведданные о цели (</a:t>
          </a:r>
          <a:r>
            <a:rPr lang="ru-RU" sz="1600" b="0" i="0" kern="1200" dirty="0" err="1"/>
            <a:t>социнжиниринг</a:t>
          </a:r>
          <a:r>
            <a:rPr lang="ru-RU" sz="1600" b="0" i="0" kern="1200" dirty="0"/>
            <a:t>, анализ открытых источников).</a:t>
          </a:r>
          <a:endParaRPr lang="ru-RU" sz="1600" kern="1200" dirty="0"/>
        </a:p>
      </dsp:txBody>
      <dsp:txXfrm>
        <a:off x="208981" y="1109518"/>
        <a:ext cx="2730637" cy="2807012"/>
      </dsp:txXfrm>
    </dsp:sp>
    <dsp:sp modelId="{19BA2700-8B91-42B9-BE28-8FCB252616CF}">
      <dsp:nvSpPr>
        <dsp:cNvPr id="0" name=""/>
        <dsp:cNvSpPr/>
      </dsp:nvSpPr>
      <dsp:spPr>
        <a:xfrm>
          <a:off x="3086426" y="620540"/>
          <a:ext cx="2936169" cy="345431"/>
        </a:xfrm>
        <a:prstGeom prst="rect">
          <a:avLst/>
        </a:prstGeom>
        <a:gradFill rotWithShape="0">
          <a:gsLst>
            <a:gs pos="0">
              <a:schemeClr val="accent4">
                <a:hueOff val="-1488257"/>
                <a:satOff val="8966"/>
                <a:lumOff val="719"/>
                <a:alphaOff val="0"/>
                <a:tint val="100000"/>
                <a:shade val="100000"/>
                <a:satMod val="130000"/>
              </a:schemeClr>
            </a:gs>
            <a:gs pos="100000">
              <a:schemeClr val="accent4">
                <a:hueOff val="-1488257"/>
                <a:satOff val="8966"/>
                <a:lumOff val="719"/>
                <a:alphaOff val="0"/>
                <a:tint val="50000"/>
                <a:shade val="100000"/>
                <a:satMod val="350000"/>
              </a:schemeClr>
            </a:gs>
          </a:gsLst>
          <a:lin ang="16200000" scaled="0"/>
        </a:gradFill>
        <a:ln w="9525" cap="flat" cmpd="sng" algn="ctr">
          <a:solidFill>
            <a:schemeClr val="accent4">
              <a:hueOff val="-1488257"/>
              <a:satOff val="8966"/>
              <a:lumOff val="719"/>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B965123-564B-4B43-AB8B-E8E78FF70CD9}">
      <dsp:nvSpPr>
        <dsp:cNvPr id="0" name=""/>
        <dsp:cNvSpPr/>
      </dsp:nvSpPr>
      <dsp:spPr>
        <a:xfrm>
          <a:off x="3086426" y="750270"/>
          <a:ext cx="215701" cy="215701"/>
        </a:xfrm>
        <a:prstGeom prst="rect">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555AF9BF-9DC6-4051-936A-D34BE981EB72}">
      <dsp:nvSpPr>
        <dsp:cNvPr id="0" name=""/>
        <dsp:cNvSpPr/>
      </dsp:nvSpPr>
      <dsp:spPr>
        <a:xfrm>
          <a:off x="3086426" y="0"/>
          <a:ext cx="2936169" cy="62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ru-RU" sz="1700" b="1" i="0" kern="1200" dirty="0"/>
            <a:t>Использование уникальных инструментов:</a:t>
          </a:r>
          <a:endParaRPr lang="ru-RU" sz="1700" kern="1200" dirty="0"/>
        </a:p>
      </dsp:txBody>
      <dsp:txXfrm>
        <a:off x="3086426" y="0"/>
        <a:ext cx="2936169" cy="620540"/>
      </dsp:txXfrm>
    </dsp:sp>
    <dsp:sp modelId="{45711A58-6AC2-4B74-B708-37504CD58481}">
      <dsp:nvSpPr>
        <dsp:cNvPr id="0" name=""/>
        <dsp:cNvSpPr/>
      </dsp:nvSpPr>
      <dsp:spPr>
        <a:xfrm>
          <a:off x="3086426" y="2456943"/>
          <a:ext cx="215696" cy="215696"/>
        </a:xfrm>
        <a:prstGeom prst="rect">
          <a:avLst/>
        </a:prstGeom>
        <a:solidFill>
          <a:schemeClr val="lt1">
            <a:hueOff val="0"/>
            <a:satOff val="0"/>
            <a:lumOff val="0"/>
            <a:alphaOff val="0"/>
          </a:schemeClr>
        </a:solidFill>
        <a:ln w="9525" cap="flat" cmpd="sng" algn="ctr">
          <a:solidFill>
            <a:schemeClr val="accent4">
              <a:hueOff val="-558096"/>
              <a:satOff val="3362"/>
              <a:lumOff val="27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E31B3C52-41BE-442C-9082-664B8A513DF6}">
      <dsp:nvSpPr>
        <dsp:cNvPr id="0" name=""/>
        <dsp:cNvSpPr/>
      </dsp:nvSpPr>
      <dsp:spPr>
        <a:xfrm>
          <a:off x="3291958" y="1109518"/>
          <a:ext cx="2730637" cy="29105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ru-RU" sz="1600" b="0" i="0" kern="1200" dirty="0"/>
            <a:t> Применяются специально разработанные, ранее не встречавшиеся вредоносные программы (</a:t>
          </a:r>
          <a:r>
            <a:rPr lang="ru-RU" sz="1600" b="0" i="0" kern="1200" dirty="0" err="1"/>
            <a:t>zero-day</a:t>
          </a:r>
          <a:r>
            <a:rPr lang="ru-RU" sz="1600" b="0" i="0" kern="1200" dirty="0"/>
            <a:t>), что затрудняет их обнаружение сигнатурными методами.</a:t>
          </a:r>
          <a:endParaRPr lang="ru-RU" sz="1600" kern="1200" dirty="0"/>
        </a:p>
      </dsp:txBody>
      <dsp:txXfrm>
        <a:off x="3291958" y="1109518"/>
        <a:ext cx="2730637" cy="2910547"/>
      </dsp:txXfrm>
    </dsp:sp>
    <dsp:sp modelId="{77DC77CA-6782-4A74-B4EC-46F3C1EE6E80}">
      <dsp:nvSpPr>
        <dsp:cNvPr id="0" name=""/>
        <dsp:cNvSpPr/>
      </dsp:nvSpPr>
      <dsp:spPr>
        <a:xfrm>
          <a:off x="6169404" y="620540"/>
          <a:ext cx="2936169" cy="345431"/>
        </a:xfrm>
        <a:prstGeom prst="rect">
          <a:avLst/>
        </a:prstGeom>
        <a:gradFill rotWithShape="0">
          <a:gsLst>
            <a:gs pos="0">
              <a:schemeClr val="accent4">
                <a:hueOff val="-2976513"/>
                <a:satOff val="17933"/>
                <a:lumOff val="1437"/>
                <a:alphaOff val="0"/>
                <a:tint val="100000"/>
                <a:shade val="100000"/>
                <a:satMod val="130000"/>
              </a:schemeClr>
            </a:gs>
            <a:gs pos="100000">
              <a:schemeClr val="accent4">
                <a:hueOff val="-2976513"/>
                <a:satOff val="17933"/>
                <a:lumOff val="1437"/>
                <a:alphaOff val="0"/>
                <a:tint val="50000"/>
                <a:shade val="100000"/>
                <a:satMod val="350000"/>
              </a:schemeClr>
            </a:gs>
          </a:gsLst>
          <a:lin ang="16200000" scaled="0"/>
        </a:gradFill>
        <a:ln w="9525" cap="flat" cmpd="sng" algn="ctr">
          <a:solidFill>
            <a:schemeClr val="accent4">
              <a:hueOff val="-2976513"/>
              <a:satOff val="17933"/>
              <a:lumOff val="1437"/>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997F7746-FF42-4249-B437-3F7F417C2C0A}">
      <dsp:nvSpPr>
        <dsp:cNvPr id="0" name=""/>
        <dsp:cNvSpPr/>
      </dsp:nvSpPr>
      <dsp:spPr>
        <a:xfrm>
          <a:off x="6169404" y="750270"/>
          <a:ext cx="215701" cy="215701"/>
        </a:xfrm>
        <a:prstGeom prst="rect">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9A3FA5C1-42FE-4638-802A-6C3183D2661C}">
      <dsp:nvSpPr>
        <dsp:cNvPr id="0" name=""/>
        <dsp:cNvSpPr/>
      </dsp:nvSpPr>
      <dsp:spPr>
        <a:xfrm>
          <a:off x="6169404" y="0"/>
          <a:ext cx="2936169" cy="62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ru-RU" sz="1700" b="1" i="0" kern="1200" dirty="0"/>
            <a:t>Продолжительный жизненный цикл:</a:t>
          </a:r>
          <a:r>
            <a:rPr lang="ru-RU" sz="1700" b="0" i="0" kern="1200" dirty="0"/>
            <a:t> </a:t>
          </a:r>
          <a:endParaRPr lang="ru-RU" sz="1700" kern="1200" dirty="0"/>
        </a:p>
      </dsp:txBody>
      <dsp:txXfrm>
        <a:off x="6169404" y="0"/>
        <a:ext cx="2936169" cy="620540"/>
      </dsp:txXfrm>
    </dsp:sp>
    <dsp:sp modelId="{B0135C18-0248-4C3F-B5AE-FEFB11A86139}">
      <dsp:nvSpPr>
        <dsp:cNvPr id="0" name=""/>
        <dsp:cNvSpPr/>
      </dsp:nvSpPr>
      <dsp:spPr>
        <a:xfrm>
          <a:off x="6169404" y="1253064"/>
          <a:ext cx="215696" cy="215696"/>
        </a:xfrm>
        <a:prstGeom prst="rect">
          <a:avLst/>
        </a:prstGeom>
        <a:solidFill>
          <a:schemeClr val="lt1">
            <a:hueOff val="0"/>
            <a:satOff val="0"/>
            <a:lumOff val="0"/>
            <a:alphaOff val="0"/>
          </a:schemeClr>
        </a:solidFill>
        <a:ln w="9525" cap="flat" cmpd="sng" algn="ctr">
          <a:solidFill>
            <a:schemeClr val="accent4">
              <a:hueOff val="-1116192"/>
              <a:satOff val="6725"/>
              <a:lumOff val="539"/>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D6A7A5A2-BCBF-4A7B-9310-8811222935E8}">
      <dsp:nvSpPr>
        <dsp:cNvPr id="0" name=""/>
        <dsp:cNvSpPr/>
      </dsp:nvSpPr>
      <dsp:spPr>
        <a:xfrm>
          <a:off x="6374936" y="1189406"/>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0" i="0" kern="1200" dirty="0"/>
            <a:t>Атака может длиться месяцами или годами. Ее этапы следуют модели "</a:t>
          </a:r>
          <a:r>
            <a:rPr lang="ru-RU" sz="1050" b="0" i="0" kern="1200" dirty="0" err="1"/>
            <a:t>Киберубийственной</a:t>
          </a:r>
          <a:r>
            <a:rPr lang="ru-RU" sz="1050" b="0" i="0" kern="1200" dirty="0"/>
            <a:t> цепи":</a:t>
          </a:r>
          <a:endParaRPr lang="ru-RU" sz="1050" kern="1200" dirty="0"/>
        </a:p>
      </dsp:txBody>
      <dsp:txXfrm>
        <a:off x="6374936" y="1189406"/>
        <a:ext cx="2730637" cy="502788"/>
      </dsp:txXfrm>
    </dsp:sp>
    <dsp:sp modelId="{034FDA9E-6791-495C-B10F-77B9354BE2E1}">
      <dsp:nvSpPr>
        <dsp:cNvPr id="0" name=""/>
        <dsp:cNvSpPr/>
      </dsp:nvSpPr>
      <dsp:spPr>
        <a:xfrm>
          <a:off x="6169404" y="1755852"/>
          <a:ext cx="215696" cy="215696"/>
        </a:xfrm>
        <a:prstGeom prst="rect">
          <a:avLst/>
        </a:prstGeom>
        <a:solidFill>
          <a:schemeClr val="lt1">
            <a:hueOff val="0"/>
            <a:satOff val="0"/>
            <a:lumOff val="0"/>
            <a:alphaOff val="0"/>
          </a:schemeClr>
        </a:solidFill>
        <a:ln w="9525" cap="flat" cmpd="sng" algn="ctr">
          <a:solidFill>
            <a:schemeClr val="accent4">
              <a:hueOff val="-1674289"/>
              <a:satOff val="10087"/>
              <a:lumOff val="809"/>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F3805D36-5020-444F-A2DB-7E18C9D533E4}">
      <dsp:nvSpPr>
        <dsp:cNvPr id="0" name=""/>
        <dsp:cNvSpPr/>
      </dsp:nvSpPr>
      <dsp:spPr>
        <a:xfrm>
          <a:off x="6374936" y="1692194"/>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1" i="0" kern="1200" dirty="0"/>
            <a:t>Разведка:</a:t>
          </a:r>
          <a:r>
            <a:rPr lang="ru-RU" sz="1050" b="0" i="0" kern="1200" dirty="0"/>
            <a:t> Сбор информации о цели.</a:t>
          </a:r>
          <a:endParaRPr lang="ru-RU" sz="1050" kern="1200" dirty="0"/>
        </a:p>
      </dsp:txBody>
      <dsp:txXfrm>
        <a:off x="6374936" y="1692194"/>
        <a:ext cx="2730637" cy="502788"/>
      </dsp:txXfrm>
    </dsp:sp>
    <dsp:sp modelId="{32C40B80-E1A3-479B-8AAC-6144A1426623}">
      <dsp:nvSpPr>
        <dsp:cNvPr id="0" name=""/>
        <dsp:cNvSpPr/>
      </dsp:nvSpPr>
      <dsp:spPr>
        <a:xfrm>
          <a:off x="6169404" y="2258641"/>
          <a:ext cx="215696" cy="215696"/>
        </a:xfrm>
        <a:prstGeom prst="rect">
          <a:avLst/>
        </a:prstGeom>
        <a:solidFill>
          <a:schemeClr val="lt1">
            <a:hueOff val="0"/>
            <a:satOff val="0"/>
            <a:lumOff val="0"/>
            <a:alphaOff val="0"/>
          </a:schemeClr>
        </a:soli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BF419E5-DC61-4685-811B-AA77742D8EA9}">
      <dsp:nvSpPr>
        <dsp:cNvPr id="0" name=""/>
        <dsp:cNvSpPr/>
      </dsp:nvSpPr>
      <dsp:spPr>
        <a:xfrm>
          <a:off x="6374936" y="2194983"/>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1" i="0" kern="1200"/>
            <a:t>Проникновение:</a:t>
          </a:r>
          <a:r>
            <a:rPr lang="ru-RU" sz="1050" b="0" i="0" kern="1200"/>
            <a:t> Часто через целенаправленный фишинг или уязвимости.</a:t>
          </a:r>
          <a:endParaRPr lang="ru-RU" sz="1050" kern="1200"/>
        </a:p>
      </dsp:txBody>
      <dsp:txXfrm>
        <a:off x="6374936" y="2194983"/>
        <a:ext cx="2730637" cy="502788"/>
      </dsp:txXfrm>
    </dsp:sp>
    <dsp:sp modelId="{2F974DBA-93E3-4929-B72A-4154AA0C721E}">
      <dsp:nvSpPr>
        <dsp:cNvPr id="0" name=""/>
        <dsp:cNvSpPr/>
      </dsp:nvSpPr>
      <dsp:spPr>
        <a:xfrm>
          <a:off x="6169404" y="2761429"/>
          <a:ext cx="215696" cy="215696"/>
        </a:xfrm>
        <a:prstGeom prst="rect">
          <a:avLst/>
        </a:prstGeom>
        <a:solidFill>
          <a:schemeClr val="lt1">
            <a:hueOff val="0"/>
            <a:satOff val="0"/>
            <a:lumOff val="0"/>
            <a:alphaOff val="0"/>
          </a:schemeClr>
        </a:solidFill>
        <a:ln w="9525" cap="flat" cmpd="sng" algn="ctr">
          <a:solidFill>
            <a:schemeClr val="accent4">
              <a:hueOff val="-2790481"/>
              <a:satOff val="16812"/>
              <a:lumOff val="1348"/>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6DA1E04B-311D-407D-B150-C3976B5D5C3C}">
      <dsp:nvSpPr>
        <dsp:cNvPr id="0" name=""/>
        <dsp:cNvSpPr/>
      </dsp:nvSpPr>
      <dsp:spPr>
        <a:xfrm>
          <a:off x="6374936" y="2697771"/>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1" i="0" kern="1200"/>
            <a:t>Закрепление:</a:t>
          </a:r>
          <a:r>
            <a:rPr lang="ru-RU" sz="1050" b="0" i="0" kern="1200"/>
            <a:t> Установка бекдоров и создание каналов управления (C2).</a:t>
          </a:r>
          <a:endParaRPr lang="ru-RU" sz="1050" kern="1200"/>
        </a:p>
      </dsp:txBody>
      <dsp:txXfrm>
        <a:off x="6374936" y="2697771"/>
        <a:ext cx="2730637" cy="502788"/>
      </dsp:txXfrm>
    </dsp:sp>
    <dsp:sp modelId="{B3B90DDE-8BFC-464D-B924-6BD01FA55EAE}">
      <dsp:nvSpPr>
        <dsp:cNvPr id="0" name=""/>
        <dsp:cNvSpPr/>
      </dsp:nvSpPr>
      <dsp:spPr>
        <a:xfrm>
          <a:off x="6169404" y="3264218"/>
          <a:ext cx="215696" cy="215696"/>
        </a:xfrm>
        <a:prstGeom prst="rect">
          <a:avLst/>
        </a:prstGeom>
        <a:solidFill>
          <a:schemeClr val="lt1">
            <a:hueOff val="0"/>
            <a:satOff val="0"/>
            <a:lumOff val="0"/>
            <a:alphaOff val="0"/>
          </a:schemeClr>
        </a:solidFill>
        <a:ln w="9525" cap="flat" cmpd="sng" algn="ctr">
          <a:solidFill>
            <a:schemeClr val="accent4">
              <a:hueOff val="-3348577"/>
              <a:satOff val="20174"/>
              <a:lumOff val="161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B0DB25E7-887F-41AF-98EF-7989A2293AB3}">
      <dsp:nvSpPr>
        <dsp:cNvPr id="0" name=""/>
        <dsp:cNvSpPr/>
      </dsp:nvSpPr>
      <dsp:spPr>
        <a:xfrm>
          <a:off x="6374936" y="3200560"/>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1" i="0" kern="1200"/>
            <a:t>Перемещение:</a:t>
          </a:r>
          <a:r>
            <a:rPr lang="ru-RU" sz="1050" b="0" i="0" kern="1200"/>
            <a:t> Горизонтальное движение по сети в поисках ценных активов.</a:t>
          </a:r>
          <a:endParaRPr lang="ru-RU" sz="1050" kern="1200"/>
        </a:p>
      </dsp:txBody>
      <dsp:txXfrm>
        <a:off x="6374936" y="3200560"/>
        <a:ext cx="2730637" cy="502788"/>
      </dsp:txXfrm>
    </dsp:sp>
    <dsp:sp modelId="{BF304029-4C9B-480E-96E3-520389F64C92}">
      <dsp:nvSpPr>
        <dsp:cNvPr id="0" name=""/>
        <dsp:cNvSpPr/>
      </dsp:nvSpPr>
      <dsp:spPr>
        <a:xfrm>
          <a:off x="6169404" y="3767006"/>
          <a:ext cx="215696" cy="215696"/>
        </a:xfrm>
        <a:prstGeom prst="rect">
          <a:avLst/>
        </a:prstGeom>
        <a:solidFill>
          <a:schemeClr val="lt1">
            <a:hueOff val="0"/>
            <a:satOff val="0"/>
            <a:lumOff val="0"/>
            <a:alphaOff val="0"/>
          </a:schemeClr>
        </a:solidFill>
        <a:ln w="9525" cap="flat" cmpd="sng" algn="ctr">
          <a:solidFill>
            <a:schemeClr val="accent4">
              <a:hueOff val="-3906673"/>
              <a:satOff val="23537"/>
              <a:lumOff val="188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AF80EC31-979E-4C5C-B994-FAC292281EF5}">
      <dsp:nvSpPr>
        <dsp:cNvPr id="0" name=""/>
        <dsp:cNvSpPr/>
      </dsp:nvSpPr>
      <dsp:spPr>
        <a:xfrm>
          <a:off x="6374936" y="3703348"/>
          <a:ext cx="2730637" cy="502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l" defTabSz="466725">
            <a:lnSpc>
              <a:spcPct val="90000"/>
            </a:lnSpc>
            <a:spcBef>
              <a:spcPct val="0"/>
            </a:spcBef>
            <a:spcAft>
              <a:spcPct val="35000"/>
            </a:spcAft>
            <a:buNone/>
          </a:pPr>
          <a:r>
            <a:rPr lang="ru-RU" sz="1050" b="1" i="0" kern="1200" dirty="0"/>
            <a:t>Выполнение целей:</a:t>
          </a:r>
          <a:r>
            <a:rPr lang="ru-RU" sz="1050" b="0" i="0" kern="1200" dirty="0"/>
            <a:t> </a:t>
          </a:r>
          <a:r>
            <a:rPr lang="ru-RU" sz="1050" b="0" i="0" kern="1200" dirty="0" err="1"/>
            <a:t>Экфильтрация</a:t>
          </a:r>
          <a:r>
            <a:rPr lang="ru-RU" sz="1050" b="0" i="0" kern="1200" dirty="0"/>
            <a:t> данных, нарушение работы систем.</a:t>
          </a:r>
          <a:endParaRPr lang="ru-RU" sz="1050" kern="1200" dirty="0"/>
        </a:p>
      </dsp:txBody>
      <dsp:txXfrm>
        <a:off x="6374936" y="3703348"/>
        <a:ext cx="2730637" cy="502788"/>
      </dsp:txXfrm>
    </dsp:sp>
    <dsp:sp modelId="{FAB060A3-177F-453E-BE05-22FF42BB7D64}">
      <dsp:nvSpPr>
        <dsp:cNvPr id="0" name=""/>
        <dsp:cNvSpPr/>
      </dsp:nvSpPr>
      <dsp:spPr>
        <a:xfrm>
          <a:off x="9252381" y="620540"/>
          <a:ext cx="2936169" cy="345431"/>
        </a:xfrm>
        <a:prstGeom prst="rect">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203BA71-522C-4958-9A80-EB1546B960AC}">
      <dsp:nvSpPr>
        <dsp:cNvPr id="0" name=""/>
        <dsp:cNvSpPr/>
      </dsp:nvSpPr>
      <dsp:spPr>
        <a:xfrm>
          <a:off x="9252381" y="750270"/>
          <a:ext cx="215701" cy="215701"/>
        </a:xfrm>
        <a:prstGeom prst="rect">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1445CEDB-E8F8-4D2A-B646-A67DC6567C3A}">
      <dsp:nvSpPr>
        <dsp:cNvPr id="0" name=""/>
        <dsp:cNvSpPr/>
      </dsp:nvSpPr>
      <dsp:spPr>
        <a:xfrm>
          <a:off x="9252381" y="0"/>
          <a:ext cx="2936169" cy="62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21590" rIns="32385" bIns="21590" numCol="1" spcCol="1270" anchor="ctr" anchorCtr="0">
          <a:noAutofit/>
        </a:bodyPr>
        <a:lstStyle/>
        <a:p>
          <a:pPr marL="0" lvl="0" indent="0" algn="l" defTabSz="755650">
            <a:lnSpc>
              <a:spcPct val="90000"/>
            </a:lnSpc>
            <a:spcBef>
              <a:spcPct val="0"/>
            </a:spcBef>
            <a:spcAft>
              <a:spcPct val="35000"/>
            </a:spcAft>
            <a:buNone/>
          </a:pPr>
          <a:r>
            <a:rPr lang="ru-RU" sz="1700" b="1" i="0" kern="1200" dirty="0"/>
            <a:t>Скрытность и адаптивность:</a:t>
          </a:r>
          <a:r>
            <a:rPr lang="ru-RU" sz="1700" b="0" i="0" kern="1200" dirty="0"/>
            <a:t> </a:t>
          </a:r>
          <a:endParaRPr lang="ru-RU" sz="1700" kern="1200" dirty="0"/>
        </a:p>
      </dsp:txBody>
      <dsp:txXfrm>
        <a:off x="9252381" y="0"/>
        <a:ext cx="2936169" cy="620540"/>
      </dsp:txXfrm>
    </dsp:sp>
    <dsp:sp modelId="{7185D506-8C75-4F6C-BAF2-A5A27E16C489}">
      <dsp:nvSpPr>
        <dsp:cNvPr id="0" name=""/>
        <dsp:cNvSpPr/>
      </dsp:nvSpPr>
      <dsp:spPr>
        <a:xfrm>
          <a:off x="9252381" y="2568711"/>
          <a:ext cx="215696" cy="215696"/>
        </a:xfrm>
        <a:prstGeom prst="rect">
          <a:avLst/>
        </a:prstGeom>
        <a:solidFill>
          <a:schemeClr val="lt1">
            <a:hueOff val="0"/>
            <a:satOff val="0"/>
            <a:lumOff val="0"/>
            <a:alphaOff val="0"/>
          </a:schemeClr>
        </a:soli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sp>
    <dsp:sp modelId="{7EB941BE-B454-4194-BB1C-E54221C03854}">
      <dsp:nvSpPr>
        <dsp:cNvPr id="0" name=""/>
        <dsp:cNvSpPr/>
      </dsp:nvSpPr>
      <dsp:spPr>
        <a:xfrm>
          <a:off x="9457913" y="1109518"/>
          <a:ext cx="2730637" cy="3134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ctr" anchorCtr="0">
          <a:noAutofit/>
        </a:bodyPr>
        <a:lstStyle/>
        <a:p>
          <a:pPr marL="0" lvl="0" indent="0" algn="l" defTabSz="711200">
            <a:lnSpc>
              <a:spcPct val="90000"/>
            </a:lnSpc>
            <a:spcBef>
              <a:spcPct val="0"/>
            </a:spcBef>
            <a:spcAft>
              <a:spcPct val="35000"/>
            </a:spcAft>
            <a:buNone/>
          </a:pPr>
          <a:r>
            <a:rPr lang="ru-RU" sz="1600" b="0" i="0" kern="1200" dirty="0"/>
            <a:t>Злоумышленники маскируют свою активность под </a:t>
          </a:r>
          <a:r>
            <a:rPr lang="ru-RU" sz="1600" b="0" i="0" kern="1200" dirty="0" err="1"/>
            <a:t>легитный</a:t>
          </a:r>
          <a:r>
            <a:rPr lang="ru-RU" sz="1600" b="0" i="0" kern="1200" dirty="0"/>
            <a:t> трафик, используют </a:t>
          </a:r>
          <a:r>
            <a:rPr lang="ru-RU" sz="1600" b="0" i="0" kern="1200" dirty="0" err="1"/>
            <a:t>легитные</a:t>
          </a:r>
          <a:r>
            <a:rPr lang="ru-RU" sz="1600" b="0" i="0" kern="1200" dirty="0"/>
            <a:t> инструменты администратора (</a:t>
          </a:r>
          <a:r>
            <a:rPr lang="ru-RU" sz="1600" b="0" i="0" kern="1200" dirty="0" err="1"/>
            <a:t>Living</a:t>
          </a:r>
          <a:r>
            <a:rPr lang="ru-RU" sz="1600" b="0" i="0" kern="1200" dirty="0"/>
            <a:t>-</a:t>
          </a:r>
          <a:r>
            <a:rPr lang="ru-RU" sz="1600" b="0" i="0" kern="1200" dirty="0" err="1"/>
            <a:t>off</a:t>
          </a:r>
          <a:r>
            <a:rPr lang="ru-RU" sz="1600" b="0" i="0" kern="1200" dirty="0"/>
            <a:t>-</a:t>
          </a:r>
          <a:r>
            <a:rPr lang="ru-RU" sz="1600" b="0" i="0" kern="1200" dirty="0" err="1"/>
            <a:t>the</a:t>
          </a:r>
          <a:r>
            <a:rPr lang="ru-RU" sz="1600" b="0" i="0" kern="1200" dirty="0"/>
            <a:t>-Land) и меняют тактику при обнаружении.</a:t>
          </a:r>
          <a:endParaRPr lang="ru-RU" sz="1600" kern="1200" dirty="0"/>
        </a:p>
      </dsp:txBody>
      <dsp:txXfrm>
        <a:off x="9457913" y="1109518"/>
        <a:ext cx="2730637" cy="31340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F8707-BA94-4FE6-B9CF-118B9CEA18BD}">
      <dsp:nvSpPr>
        <dsp:cNvPr id="0" name=""/>
        <dsp:cNvSpPr/>
      </dsp:nvSpPr>
      <dsp:spPr>
        <a:xfrm>
          <a:off x="4102734" y="1756"/>
          <a:ext cx="7416886" cy="1405016"/>
        </a:xfrm>
        <a:prstGeom prst="rightArrow">
          <a:avLst>
            <a:gd name="adj1" fmla="val 75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ru-RU" sz="1400" b="1" i="0" kern="1200" dirty="0"/>
            <a:t>Назначение:</a:t>
          </a:r>
          <a:r>
            <a:rPr lang="ru-RU" sz="1400" b="0" i="0" kern="1200" dirty="0"/>
            <a:t> Агрегация, корреляция, обогащение и управление данными об угрозах из множества источников.</a:t>
          </a:r>
          <a:endParaRPr lang="ru-RU" sz="1400" kern="1200" dirty="0"/>
        </a:p>
        <a:p>
          <a:pPr marL="114300" lvl="1" indent="-114300" algn="l" defTabSz="622300">
            <a:lnSpc>
              <a:spcPct val="90000"/>
            </a:lnSpc>
            <a:spcBef>
              <a:spcPct val="0"/>
            </a:spcBef>
            <a:spcAft>
              <a:spcPct val="15000"/>
            </a:spcAft>
            <a:buChar char="•"/>
          </a:pPr>
          <a:r>
            <a:rPr lang="ru-RU" sz="1400" b="1" i="0" kern="1200" dirty="0"/>
            <a:t>Что делают:</a:t>
          </a:r>
          <a:r>
            <a:rPr lang="ru-RU" sz="1400" b="0" i="0" kern="1200" dirty="0"/>
            <a:t> Собирают </a:t>
          </a:r>
          <a:r>
            <a:rPr lang="ru-RU" sz="1400" b="0" i="0" kern="1200" dirty="0" err="1"/>
            <a:t>IOCs</a:t>
          </a:r>
          <a:r>
            <a:rPr lang="ru-RU" sz="1400" b="0" i="0" kern="1200" dirty="0"/>
            <a:t> из различных каналов, обогащают их контекстом (например, к какой хакерской группе относится, какие </a:t>
          </a:r>
          <a:r>
            <a:rPr lang="ru-RU" sz="1400" b="0" i="0" kern="1200" dirty="0" err="1"/>
            <a:t>TTPs</a:t>
          </a:r>
          <a:r>
            <a:rPr lang="ru-RU" sz="1400" b="0" i="0" kern="1200" dirty="0"/>
            <a:t> использует), позволяют аналитикам работать с данными и автоматически передавать их в другие системы (SIEM, файрволы).</a:t>
          </a:r>
          <a:endParaRPr lang="ru-RU" sz="1400" kern="1200" dirty="0"/>
        </a:p>
      </dsp:txBody>
      <dsp:txXfrm>
        <a:off x="4102734" y="177383"/>
        <a:ext cx="6890005" cy="1053762"/>
      </dsp:txXfrm>
    </dsp:sp>
    <dsp:sp modelId="{8FD6F415-0550-49BB-AA3B-15BC6657EB1F}">
      <dsp:nvSpPr>
        <dsp:cNvPr id="0" name=""/>
        <dsp:cNvSpPr/>
      </dsp:nvSpPr>
      <dsp:spPr>
        <a:xfrm>
          <a:off x="853940" y="63418"/>
          <a:ext cx="3248794" cy="1281691"/>
        </a:xfrm>
        <a:prstGeom prst="round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ru-RU" sz="2000" b="1" i="0" kern="1200" dirty="0"/>
            <a:t>1. TIP (</a:t>
          </a:r>
          <a:r>
            <a:rPr lang="ru-RU" sz="2000" b="1" i="0" kern="1200" dirty="0" err="1"/>
            <a:t>Threat</a:t>
          </a:r>
          <a:r>
            <a:rPr lang="ru-RU" sz="2000" b="1" i="0" kern="1200" dirty="0"/>
            <a:t> Intelligence Platform) — Платформы для работы с разведкой угроз</a:t>
          </a:r>
          <a:r>
            <a:rPr lang="en-US" sz="2000" b="1" kern="1200" dirty="0"/>
            <a:t>.</a:t>
          </a:r>
          <a:endParaRPr lang="ru-RU" sz="2000" kern="1200" dirty="0"/>
        </a:p>
      </dsp:txBody>
      <dsp:txXfrm>
        <a:off x="916507" y="125985"/>
        <a:ext cx="3123660" cy="1156557"/>
      </dsp:txXfrm>
    </dsp:sp>
    <dsp:sp modelId="{452C6349-A842-4E58-9F76-47EF813D47E5}">
      <dsp:nvSpPr>
        <dsp:cNvPr id="0" name=""/>
        <dsp:cNvSpPr/>
      </dsp:nvSpPr>
      <dsp:spPr>
        <a:xfrm>
          <a:off x="4184641" y="1534941"/>
          <a:ext cx="7416886" cy="1478213"/>
        </a:xfrm>
        <a:prstGeom prst="rightArrow">
          <a:avLst>
            <a:gd name="adj1" fmla="val 75000"/>
            <a:gd name="adj2" fmla="val 50000"/>
          </a:avLst>
        </a:prstGeom>
        <a:solidFill>
          <a:schemeClr val="accent4">
            <a:tint val="40000"/>
            <a:alpha val="90000"/>
            <a:hueOff val="-1972855"/>
            <a:satOff val="11079"/>
            <a:lumOff val="704"/>
            <a:alphaOff val="0"/>
          </a:schemeClr>
        </a:solidFill>
        <a:ln w="9525" cap="flat" cmpd="sng" algn="ctr">
          <a:solidFill>
            <a:schemeClr val="accent4">
              <a:tint val="40000"/>
              <a:alpha val="90000"/>
              <a:hueOff val="-1972855"/>
              <a:satOff val="11079"/>
              <a:lumOff val="70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t" anchorCtr="0">
          <a:noAutofit/>
        </a:bodyPr>
        <a:lstStyle/>
        <a:p>
          <a:pPr marL="114300" lvl="1" indent="-114300" algn="l" defTabSz="622300">
            <a:lnSpc>
              <a:spcPct val="90000"/>
            </a:lnSpc>
            <a:spcBef>
              <a:spcPct val="0"/>
            </a:spcBef>
            <a:spcAft>
              <a:spcPct val="15000"/>
            </a:spcAft>
            <a:buChar char="•"/>
          </a:pPr>
          <a:r>
            <a:rPr lang="ru-RU" sz="1400" b="1" i="0" kern="1200" dirty="0"/>
            <a:t>Назначение:</a:t>
          </a:r>
          <a:r>
            <a:rPr lang="ru-RU" sz="1400" b="0" i="0" kern="1200" dirty="0"/>
            <a:t> Глубокий анализ образцов вредоносного ПО, файлов, URL.</a:t>
          </a:r>
          <a:endParaRPr lang="ru-RU" sz="1400" kern="1200" dirty="0"/>
        </a:p>
        <a:p>
          <a:pPr marL="114300" lvl="1" indent="-114300" algn="l" defTabSz="622300">
            <a:lnSpc>
              <a:spcPct val="90000"/>
            </a:lnSpc>
            <a:spcBef>
              <a:spcPct val="0"/>
            </a:spcBef>
            <a:spcAft>
              <a:spcPct val="15000"/>
            </a:spcAft>
            <a:buChar char="•"/>
          </a:pPr>
          <a:r>
            <a:rPr lang="ru-RU" sz="1400" b="1" i="0" kern="1200" dirty="0"/>
            <a:t>Что делают:</a:t>
          </a:r>
          <a:r>
            <a:rPr lang="ru-RU" sz="1400" b="0" i="0" kern="1200" dirty="0"/>
            <a:t> Позволяют загрузить подозрительный файл и получить детальный отчет о его поведении: что он делает в системе, с какими серверами связывается, какие файлы изменяет.</a:t>
          </a:r>
          <a:endParaRPr lang="ru-RU" sz="1400" kern="1200" dirty="0"/>
        </a:p>
      </dsp:txBody>
      <dsp:txXfrm>
        <a:off x="4184641" y="1719718"/>
        <a:ext cx="6862556" cy="1108659"/>
      </dsp:txXfrm>
    </dsp:sp>
    <dsp:sp modelId="{D651C1E7-9FD1-43C3-8567-14FA94EF8535}">
      <dsp:nvSpPr>
        <dsp:cNvPr id="0" name=""/>
        <dsp:cNvSpPr/>
      </dsp:nvSpPr>
      <dsp:spPr>
        <a:xfrm>
          <a:off x="772033" y="1633202"/>
          <a:ext cx="3412608" cy="1281691"/>
        </a:xfrm>
        <a:prstGeom prst="roundRect">
          <a:avLst/>
        </a:prstGeom>
        <a:gradFill rotWithShape="0">
          <a:gsLst>
            <a:gs pos="0">
              <a:schemeClr val="accent4">
                <a:hueOff val="-2232385"/>
                <a:satOff val="13449"/>
                <a:lumOff val="1078"/>
                <a:alphaOff val="0"/>
                <a:tint val="100000"/>
                <a:shade val="100000"/>
                <a:satMod val="130000"/>
              </a:schemeClr>
            </a:gs>
            <a:gs pos="100000">
              <a:schemeClr val="accent4">
                <a:hueOff val="-2232385"/>
                <a:satOff val="13449"/>
                <a:lumOff val="107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ru-RU" sz="2000" b="1" i="0" kern="1200" dirty="0"/>
            <a:t>2. Системы для анализа и обогащения данных:</a:t>
          </a:r>
          <a:endParaRPr lang="ru-RU" sz="2000" kern="1200" dirty="0"/>
        </a:p>
      </dsp:txBody>
      <dsp:txXfrm>
        <a:off x="834600" y="1695769"/>
        <a:ext cx="3287474" cy="1156557"/>
      </dsp:txXfrm>
    </dsp:sp>
    <dsp:sp modelId="{1185E572-E2C5-4119-B920-000CD669BD0A}">
      <dsp:nvSpPr>
        <dsp:cNvPr id="0" name=""/>
        <dsp:cNvSpPr/>
      </dsp:nvSpPr>
      <dsp:spPr>
        <a:xfrm>
          <a:off x="4130028" y="3141324"/>
          <a:ext cx="7416886" cy="1569495"/>
        </a:xfrm>
        <a:prstGeom prst="rightArrow">
          <a:avLst>
            <a:gd name="adj1" fmla="val 75000"/>
            <a:gd name="adj2" fmla="val 50000"/>
          </a:avLst>
        </a:prstGeom>
        <a:solidFill>
          <a:schemeClr val="accent4">
            <a:tint val="40000"/>
            <a:alpha val="90000"/>
            <a:hueOff val="-3945710"/>
            <a:satOff val="22157"/>
            <a:lumOff val="1408"/>
            <a:alphaOff val="0"/>
          </a:schemeClr>
        </a:solidFill>
        <a:ln w="9525" cap="flat" cmpd="sng" algn="ctr">
          <a:solidFill>
            <a:schemeClr val="accent4">
              <a:tint val="40000"/>
              <a:alpha val="90000"/>
              <a:hueOff val="-3945710"/>
              <a:satOff val="22157"/>
              <a:lumOff val="140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 tIns="7620" rIns="7620" bIns="7620" numCol="1" spcCol="1270" anchor="t" anchorCtr="0">
          <a:noAutofit/>
        </a:bodyPr>
        <a:lstStyle/>
        <a:p>
          <a:pPr marL="114300" lvl="1" indent="-114300" algn="l" defTabSz="533400">
            <a:lnSpc>
              <a:spcPct val="90000"/>
            </a:lnSpc>
            <a:spcBef>
              <a:spcPct val="0"/>
            </a:spcBef>
            <a:spcAft>
              <a:spcPct val="15000"/>
            </a:spcAft>
            <a:buChar char="•"/>
          </a:pPr>
          <a:r>
            <a:rPr lang="ru-RU" sz="1200" b="1" i="0" kern="1200" dirty="0"/>
            <a:t>Коммерческие:</a:t>
          </a:r>
          <a:r>
            <a:rPr lang="ru-RU" sz="1200" b="0" i="0" kern="1200" dirty="0"/>
            <a:t> Поставщики платной разведки (</a:t>
          </a:r>
          <a:r>
            <a:rPr lang="ru-RU" sz="1200" b="0" i="0" kern="1200" dirty="0" err="1"/>
            <a:t>CrowdStrike</a:t>
          </a:r>
          <a:r>
            <a:rPr lang="ru-RU" sz="1200" b="0" i="0" kern="1200" dirty="0"/>
            <a:t>, </a:t>
          </a:r>
          <a:r>
            <a:rPr lang="ru-RU" sz="1200" b="0" i="0" kern="1200" dirty="0" err="1"/>
            <a:t>FireEye</a:t>
          </a:r>
          <a:r>
            <a:rPr lang="ru-RU" sz="1200" b="0" i="0" kern="1200" dirty="0"/>
            <a:t>, Kaspersky), которые предоставляют доступ к своим базам данных и отчетам через порталы или API.</a:t>
          </a:r>
          <a:endParaRPr lang="ru-RU" sz="1200" kern="1200" dirty="0"/>
        </a:p>
        <a:p>
          <a:pPr marL="114300" lvl="1" indent="-114300" algn="l" defTabSz="533400">
            <a:lnSpc>
              <a:spcPct val="90000"/>
            </a:lnSpc>
            <a:spcBef>
              <a:spcPct val="0"/>
            </a:spcBef>
            <a:spcAft>
              <a:spcPct val="15000"/>
            </a:spcAft>
            <a:buChar char="•"/>
          </a:pPr>
          <a:r>
            <a:rPr lang="ru-RU" sz="1200" b="1" i="0" kern="1200" dirty="0"/>
            <a:t>Правительственные и отраслевые:</a:t>
          </a:r>
          <a:r>
            <a:rPr lang="ru-RU" sz="1200" b="0" i="0" kern="1200" dirty="0"/>
            <a:t> </a:t>
          </a:r>
          <a:r>
            <a:rPr lang="ru-RU" sz="1200" b="0" i="0" kern="1200" dirty="0" err="1"/>
            <a:t>CERTs</a:t>
          </a:r>
          <a:r>
            <a:rPr lang="ru-RU" sz="1200" b="0" i="0" kern="1200" dirty="0"/>
            <a:t>, </a:t>
          </a:r>
          <a:r>
            <a:rPr lang="ru-RU" sz="1200" b="0" i="0" kern="1200" dirty="0" err="1"/>
            <a:t>ISACs</a:t>
          </a:r>
          <a:r>
            <a:rPr lang="ru-RU" sz="1200" b="0" i="0" kern="1200" dirty="0"/>
            <a:t> (Information </a:t>
          </a:r>
          <a:r>
            <a:rPr lang="ru-RU" sz="1200" b="0" i="0" kern="1200" dirty="0" err="1"/>
            <a:t>Sharing</a:t>
          </a:r>
          <a:r>
            <a:rPr lang="ru-RU" sz="1200" b="0" i="0" kern="1200" dirty="0"/>
            <a:t> </a:t>
          </a:r>
          <a:r>
            <a:rPr lang="ru-RU" sz="1200" b="0" i="0" kern="1200" dirty="0" err="1"/>
            <a:t>and</a:t>
          </a:r>
          <a:r>
            <a:rPr lang="ru-RU" sz="1200" b="0" i="0" kern="1200" dirty="0"/>
            <a:t> Analysis Center — центры обмена информацией внутри отраслей, например, FS-ISAC для финансового сектора).</a:t>
          </a:r>
          <a:endParaRPr lang="ru-RU" sz="1200" kern="1200" dirty="0"/>
        </a:p>
        <a:p>
          <a:pPr marL="114300" lvl="1" indent="-114300" algn="l" defTabSz="533400">
            <a:lnSpc>
              <a:spcPct val="90000"/>
            </a:lnSpc>
            <a:spcBef>
              <a:spcPct val="0"/>
            </a:spcBef>
            <a:spcAft>
              <a:spcPct val="15000"/>
            </a:spcAft>
            <a:buChar char="•"/>
          </a:pPr>
          <a:r>
            <a:rPr lang="ru-RU" sz="1200" b="1" i="0" kern="1200" dirty="0"/>
            <a:t>Открытые (Open Source):</a:t>
          </a:r>
          <a:r>
            <a:rPr lang="ru-RU" sz="1200" b="0" i="0" kern="1200" dirty="0"/>
            <a:t> Блоги по безопасности, </a:t>
          </a:r>
          <a:r>
            <a:rPr lang="ru-RU" sz="1200" b="0" i="0" kern="1200" dirty="0" err="1"/>
            <a:t>GitHub</a:t>
          </a:r>
          <a:r>
            <a:rPr lang="ru-RU" sz="1200" b="0" i="0" kern="1200" dirty="0"/>
            <a:t>, Twitter исследователей, открытые базы данных (CVE, MITRE ATT&amp;CK).</a:t>
          </a:r>
          <a:endParaRPr lang="ru-RU" sz="1200" kern="1200" dirty="0"/>
        </a:p>
      </dsp:txBody>
      <dsp:txXfrm>
        <a:off x="4130028" y="3337511"/>
        <a:ext cx="6828325" cy="1177121"/>
      </dsp:txXfrm>
    </dsp:sp>
    <dsp:sp modelId="{B30B6E52-4216-4895-8094-8E87AB59F0B8}">
      <dsp:nvSpPr>
        <dsp:cNvPr id="0" name=""/>
        <dsp:cNvSpPr/>
      </dsp:nvSpPr>
      <dsp:spPr>
        <a:xfrm>
          <a:off x="826646" y="3285226"/>
          <a:ext cx="3303382" cy="1281691"/>
        </a:xfrm>
        <a:prstGeom prst="roundRect">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ru-RU" sz="2000" b="1" i="0" kern="1200" dirty="0"/>
            <a:t>3. Источники данных (также могут быть платформами):</a:t>
          </a:r>
          <a:endParaRPr lang="ru-RU" sz="2000" kern="1200" dirty="0"/>
        </a:p>
      </dsp:txBody>
      <dsp:txXfrm>
        <a:off x="889213" y="3347793"/>
        <a:ext cx="3178248" cy="11565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EB039C-CEFB-4706-AF75-567002251A31}">
      <dsp:nvSpPr>
        <dsp:cNvPr id="0" name=""/>
        <dsp:cNvSpPr/>
      </dsp:nvSpPr>
      <dsp:spPr>
        <a:xfrm>
          <a:off x="7057338" y="0"/>
          <a:ext cx="4803734" cy="1365068"/>
        </a:xfrm>
        <a:prstGeom prst="nonIsoscelesTrapezoid">
          <a:avLst>
            <a:gd name="adj1" fmla="val 73856"/>
            <a:gd name="adj2" fmla="val 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r>
            <a:rPr lang="ru-RU" sz="1300" b="1" i="0" kern="1200" dirty="0"/>
            <a:t>IP-адреса</a:t>
          </a:r>
          <a:r>
            <a:rPr lang="ru-RU" sz="1300" b="0" i="0" kern="1200" dirty="0"/>
            <a:t> вредоносных серверов</a:t>
          </a:r>
          <a:endParaRPr lang="ru-RU" sz="1300" kern="1200" dirty="0"/>
        </a:p>
        <a:p>
          <a:pPr marL="114300" lvl="1" indent="-114300" algn="l" defTabSz="577850">
            <a:lnSpc>
              <a:spcPct val="90000"/>
            </a:lnSpc>
            <a:spcBef>
              <a:spcPct val="0"/>
            </a:spcBef>
            <a:spcAft>
              <a:spcPct val="15000"/>
            </a:spcAft>
            <a:buChar char="•"/>
          </a:pPr>
          <a:r>
            <a:rPr lang="ru-RU" sz="1300" b="1" i="0" kern="1200" dirty="0"/>
            <a:t>Доменные имена</a:t>
          </a:r>
          <a:r>
            <a:rPr lang="ru-RU" sz="1300" b="0" i="0" kern="1200" dirty="0"/>
            <a:t> ботнетов, фишинговых сайтов</a:t>
          </a:r>
          <a:endParaRPr lang="ru-RU" sz="1300" kern="1200" dirty="0"/>
        </a:p>
        <a:p>
          <a:pPr marL="114300" lvl="1" indent="-114300" algn="l" defTabSz="577850">
            <a:lnSpc>
              <a:spcPct val="90000"/>
            </a:lnSpc>
            <a:spcBef>
              <a:spcPct val="0"/>
            </a:spcBef>
            <a:spcAft>
              <a:spcPct val="15000"/>
            </a:spcAft>
            <a:buChar char="•"/>
          </a:pPr>
          <a:r>
            <a:rPr lang="ru-RU" sz="1300" b="1" i="0" kern="1200" dirty="0"/>
            <a:t>URL-адреса</a:t>
          </a:r>
          <a:r>
            <a:rPr lang="ru-RU" sz="1300" b="0" i="0" kern="1200" dirty="0"/>
            <a:t> для доступа к вредоносному контенту</a:t>
          </a:r>
          <a:endParaRPr lang="ru-RU" sz="1300" kern="1200" dirty="0"/>
        </a:p>
        <a:p>
          <a:pPr marL="114300" lvl="1" indent="-114300" algn="l" defTabSz="577850">
            <a:lnSpc>
              <a:spcPct val="90000"/>
            </a:lnSpc>
            <a:spcBef>
              <a:spcPct val="0"/>
            </a:spcBef>
            <a:spcAft>
              <a:spcPct val="15000"/>
            </a:spcAft>
            <a:buChar char="•"/>
          </a:pPr>
          <a:r>
            <a:rPr lang="ru-RU" sz="1300" b="1" i="0" kern="1200" dirty="0"/>
            <a:t>Хэш-суммы</a:t>
          </a:r>
          <a:r>
            <a:rPr lang="ru-RU" sz="1300" b="0" i="0" kern="1200" dirty="0"/>
            <a:t> (MD5, SHA-1, SHA-256) вредоносных файлов</a:t>
          </a:r>
          <a:endParaRPr lang="ru-RU" sz="1300" kern="1200" dirty="0"/>
        </a:p>
      </dsp:txBody>
      <dsp:txXfrm>
        <a:off x="8065529" y="0"/>
        <a:ext cx="3795543" cy="1365068"/>
      </dsp:txXfrm>
    </dsp:sp>
    <dsp:sp modelId="{FEEF8CD0-80A3-4AD8-8C6B-F39761CDB7DF}">
      <dsp:nvSpPr>
        <dsp:cNvPr id="0" name=""/>
        <dsp:cNvSpPr/>
      </dsp:nvSpPr>
      <dsp:spPr>
        <a:xfrm rot="10800000">
          <a:off x="0" y="0"/>
          <a:ext cx="8065529" cy="1365068"/>
        </a:xfrm>
        <a:prstGeom prst="trapezoid">
          <a:avLst>
            <a:gd name="adj" fmla="val 73856"/>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ru-RU" sz="2700" b="1" kern="1200"/>
            <a:t>1. Сетевые индикаторы</a:t>
          </a:r>
          <a:endParaRPr lang="ru-RU" sz="2700" kern="1200"/>
        </a:p>
      </dsp:txBody>
      <dsp:txXfrm rot="-10800000">
        <a:off x="1411467" y="0"/>
        <a:ext cx="5242594" cy="1365068"/>
      </dsp:txXfrm>
    </dsp:sp>
    <dsp:sp modelId="{9894ECF8-FFF7-46DD-B86E-FB0F2E57258A}">
      <dsp:nvSpPr>
        <dsp:cNvPr id="0" name=""/>
        <dsp:cNvSpPr/>
      </dsp:nvSpPr>
      <dsp:spPr>
        <a:xfrm>
          <a:off x="6049147" y="1365068"/>
          <a:ext cx="5811925" cy="1365068"/>
        </a:xfrm>
        <a:prstGeom prst="nonIsoscelesTrapezoid">
          <a:avLst>
            <a:gd name="adj1" fmla="val 73856"/>
            <a:gd name="adj2" fmla="val 0"/>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r>
            <a:rPr lang="ru-RU" sz="1300" b="1" i="0" kern="1200" dirty="0"/>
            <a:t>Аномальная активность</a:t>
          </a:r>
          <a:r>
            <a:rPr lang="ru-RU" sz="1300" b="0" i="0" kern="1200" dirty="0"/>
            <a:t> в логах системы</a:t>
          </a:r>
          <a:endParaRPr lang="ru-RU" sz="1300" kern="1200" dirty="0"/>
        </a:p>
        <a:p>
          <a:pPr marL="114300" lvl="1" indent="-114300" algn="l" defTabSz="577850">
            <a:lnSpc>
              <a:spcPct val="90000"/>
            </a:lnSpc>
            <a:spcBef>
              <a:spcPct val="0"/>
            </a:spcBef>
            <a:spcAft>
              <a:spcPct val="15000"/>
            </a:spcAft>
            <a:buChar char="•"/>
          </a:pPr>
          <a:r>
            <a:rPr lang="ru-RU" sz="1300" b="1" i="0" kern="1200" dirty="0"/>
            <a:t>Нестандартные порты</a:t>
          </a:r>
          <a:r>
            <a:rPr lang="ru-RU" sz="1300" b="0" i="0" kern="1200" dirty="0"/>
            <a:t> для передачи данных</a:t>
          </a:r>
          <a:endParaRPr lang="ru-RU" sz="1300" kern="1200" dirty="0"/>
        </a:p>
        <a:p>
          <a:pPr marL="114300" lvl="1" indent="-114300" algn="l" defTabSz="577850">
            <a:lnSpc>
              <a:spcPct val="90000"/>
            </a:lnSpc>
            <a:spcBef>
              <a:spcPct val="0"/>
            </a:spcBef>
            <a:spcAft>
              <a:spcPct val="15000"/>
            </a:spcAft>
            <a:buChar char="•"/>
          </a:pPr>
          <a:r>
            <a:rPr lang="ru-RU" sz="1300" b="1" i="0" kern="1200" dirty="0"/>
            <a:t>Подозрительные процессы</a:t>
          </a:r>
          <a:r>
            <a:rPr lang="ru-RU" sz="1300" b="0" i="0" kern="1200" dirty="0"/>
            <a:t> в системе</a:t>
          </a:r>
          <a:endParaRPr lang="ru-RU" sz="1300" kern="1200" dirty="0"/>
        </a:p>
      </dsp:txBody>
      <dsp:txXfrm>
        <a:off x="7057338" y="1365068"/>
        <a:ext cx="4803734" cy="1365068"/>
      </dsp:txXfrm>
    </dsp:sp>
    <dsp:sp modelId="{A213E080-905F-4960-9DD3-9A530351BFBA}">
      <dsp:nvSpPr>
        <dsp:cNvPr id="0" name=""/>
        <dsp:cNvSpPr/>
      </dsp:nvSpPr>
      <dsp:spPr>
        <a:xfrm rot="10800000">
          <a:off x="1008191" y="1365068"/>
          <a:ext cx="6049147" cy="1365068"/>
        </a:xfrm>
        <a:prstGeom prst="trapezoid">
          <a:avLst>
            <a:gd name="adj" fmla="val 73856"/>
          </a:avLst>
        </a:prstGeom>
        <a:gradFill rotWithShape="0">
          <a:gsLst>
            <a:gs pos="0">
              <a:schemeClr val="accent4">
                <a:hueOff val="-1488257"/>
                <a:satOff val="8966"/>
                <a:lumOff val="719"/>
                <a:alphaOff val="0"/>
                <a:tint val="100000"/>
                <a:shade val="100000"/>
                <a:satMod val="130000"/>
              </a:schemeClr>
            </a:gs>
            <a:gs pos="100000">
              <a:schemeClr val="accent4">
                <a:hueOff val="-1488257"/>
                <a:satOff val="8966"/>
                <a:lumOff val="719"/>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ru-RU" sz="2700" b="1" kern="1200"/>
            <a:t>2. Поведенческие индикаторы</a:t>
          </a:r>
          <a:endParaRPr lang="ru-RU" sz="2700" kern="1200"/>
        </a:p>
      </dsp:txBody>
      <dsp:txXfrm rot="-10800000">
        <a:off x="2066791" y="1365068"/>
        <a:ext cx="3931945" cy="1365068"/>
      </dsp:txXfrm>
    </dsp:sp>
    <dsp:sp modelId="{AE2649AC-7BA3-4365-8DC1-53843CF3F5D3}">
      <dsp:nvSpPr>
        <dsp:cNvPr id="0" name=""/>
        <dsp:cNvSpPr/>
      </dsp:nvSpPr>
      <dsp:spPr>
        <a:xfrm>
          <a:off x="5040956" y="2730137"/>
          <a:ext cx="6820116" cy="1365068"/>
        </a:xfrm>
        <a:prstGeom prst="nonIsoscelesTrapezoid">
          <a:avLst>
            <a:gd name="adj1" fmla="val 73856"/>
            <a:gd name="adj2" fmla="val 0"/>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r>
            <a:rPr lang="ru-RU" sz="1300" b="1" i="0" kern="1200" dirty="0"/>
            <a:t>Имена вредоносных файлов</a:t>
          </a:r>
          <a:endParaRPr lang="ru-RU" sz="1300" kern="1200" dirty="0"/>
        </a:p>
        <a:p>
          <a:pPr marL="114300" lvl="1" indent="-114300" algn="l" defTabSz="577850">
            <a:lnSpc>
              <a:spcPct val="90000"/>
            </a:lnSpc>
            <a:spcBef>
              <a:spcPct val="0"/>
            </a:spcBef>
            <a:spcAft>
              <a:spcPct val="15000"/>
            </a:spcAft>
            <a:buChar char="•"/>
          </a:pPr>
          <a:r>
            <a:rPr lang="ru-RU" sz="1300" b="1" i="0" kern="1200" dirty="0"/>
            <a:t>Пути к файлам</a:t>
          </a:r>
          <a:r>
            <a:rPr lang="ru-RU" sz="1300" b="0" i="0" kern="1200" dirty="0"/>
            <a:t> в системе</a:t>
          </a:r>
          <a:endParaRPr lang="ru-RU" sz="1300" kern="1200" dirty="0"/>
        </a:p>
        <a:p>
          <a:pPr marL="114300" lvl="1" indent="-114300" algn="l" defTabSz="577850">
            <a:lnSpc>
              <a:spcPct val="90000"/>
            </a:lnSpc>
            <a:spcBef>
              <a:spcPct val="0"/>
            </a:spcBef>
            <a:spcAft>
              <a:spcPct val="15000"/>
            </a:spcAft>
            <a:buChar char="•"/>
          </a:pPr>
          <a:r>
            <a:rPr lang="ru-RU" sz="1300" b="1" i="0" kern="1200" dirty="0"/>
            <a:t>Сигнатуры</a:t>
          </a:r>
          <a:r>
            <a:rPr lang="ru-RU" sz="1300" b="0" i="0" kern="1200" dirty="0"/>
            <a:t> вредоносного ПО</a:t>
          </a:r>
          <a:endParaRPr lang="ru-RU" sz="1300" kern="1200" dirty="0"/>
        </a:p>
      </dsp:txBody>
      <dsp:txXfrm>
        <a:off x="6049147" y="2730137"/>
        <a:ext cx="5811925" cy="1365068"/>
      </dsp:txXfrm>
    </dsp:sp>
    <dsp:sp modelId="{1894E82E-B45D-486B-A8A6-76FE6E45D5B6}">
      <dsp:nvSpPr>
        <dsp:cNvPr id="0" name=""/>
        <dsp:cNvSpPr/>
      </dsp:nvSpPr>
      <dsp:spPr>
        <a:xfrm rot="10800000">
          <a:off x="2016382" y="2730137"/>
          <a:ext cx="4032764" cy="1365068"/>
        </a:xfrm>
        <a:prstGeom prst="trapezoid">
          <a:avLst>
            <a:gd name="adj" fmla="val 73856"/>
          </a:avLst>
        </a:prstGeom>
        <a:gradFill rotWithShape="0">
          <a:gsLst>
            <a:gs pos="0">
              <a:schemeClr val="accent4">
                <a:hueOff val="-2976513"/>
                <a:satOff val="17933"/>
                <a:lumOff val="1437"/>
                <a:alphaOff val="0"/>
                <a:tint val="100000"/>
                <a:shade val="100000"/>
                <a:satMod val="130000"/>
              </a:schemeClr>
            </a:gs>
            <a:gs pos="100000">
              <a:schemeClr val="accent4">
                <a:hueOff val="-2976513"/>
                <a:satOff val="17933"/>
                <a:lumOff val="1437"/>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ru-RU" sz="2700" b="1" kern="1200" dirty="0"/>
            <a:t>3. Файловые индикаторы</a:t>
          </a:r>
          <a:endParaRPr lang="ru-RU" sz="2700" kern="1200" dirty="0"/>
        </a:p>
      </dsp:txBody>
      <dsp:txXfrm rot="-10800000">
        <a:off x="2722116" y="2730137"/>
        <a:ext cx="2621297" cy="1365068"/>
      </dsp:txXfrm>
    </dsp:sp>
    <dsp:sp modelId="{B4632CA9-1943-4805-97BD-A405AD84AFD9}">
      <dsp:nvSpPr>
        <dsp:cNvPr id="0" name=""/>
        <dsp:cNvSpPr/>
      </dsp:nvSpPr>
      <dsp:spPr>
        <a:xfrm>
          <a:off x="4032764" y="4095205"/>
          <a:ext cx="7828308" cy="1365068"/>
        </a:xfrm>
        <a:prstGeom prst="nonIsoscelesTrapezoid">
          <a:avLst>
            <a:gd name="adj1" fmla="val 73856"/>
            <a:gd name="adj2" fmla="val 0"/>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r>
            <a:rPr lang="ru-RU" sz="1300" b="1" i="0" kern="1200" dirty="0"/>
            <a:t>DNS-записи</a:t>
          </a:r>
          <a:r>
            <a:rPr lang="ru-RU" sz="1300" b="0" i="0" kern="1200" dirty="0"/>
            <a:t> связанные с вредоносными доменами</a:t>
          </a:r>
          <a:endParaRPr lang="ru-RU" sz="1300" kern="1200" dirty="0"/>
        </a:p>
        <a:p>
          <a:pPr marL="114300" lvl="1" indent="-114300" algn="l" defTabSz="577850">
            <a:lnSpc>
              <a:spcPct val="90000"/>
            </a:lnSpc>
            <a:spcBef>
              <a:spcPct val="0"/>
            </a:spcBef>
            <a:spcAft>
              <a:spcPct val="15000"/>
            </a:spcAft>
            <a:buChar char="•"/>
          </a:pPr>
          <a:r>
            <a:rPr lang="ru-RU" sz="1300" b="1" i="0" kern="1200" dirty="0"/>
            <a:t>SSL-сертификаты</a:t>
          </a:r>
          <a:r>
            <a:rPr lang="ru-RU" sz="1300" b="0" i="0" kern="1200" dirty="0"/>
            <a:t> подозрительных сайтов</a:t>
          </a:r>
          <a:endParaRPr lang="ru-RU" sz="1300" kern="1200" dirty="0"/>
        </a:p>
      </dsp:txBody>
      <dsp:txXfrm>
        <a:off x="5040956" y="4095205"/>
        <a:ext cx="6820116" cy="1365068"/>
      </dsp:txXfrm>
    </dsp:sp>
    <dsp:sp modelId="{3B31A91D-2DA6-4E47-AC3B-A6C7C8E4865C}">
      <dsp:nvSpPr>
        <dsp:cNvPr id="0" name=""/>
        <dsp:cNvSpPr/>
      </dsp:nvSpPr>
      <dsp:spPr>
        <a:xfrm rot="10800000">
          <a:off x="3024573" y="4095205"/>
          <a:ext cx="2016382" cy="1365068"/>
        </a:xfrm>
        <a:prstGeom prst="trapezoid">
          <a:avLst>
            <a:gd name="adj" fmla="val 73856"/>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ru-RU" sz="2700" b="1" kern="1200"/>
            <a:t>4. Хостинговые индикаторы</a:t>
          </a:r>
          <a:endParaRPr lang="ru-RU" sz="2700" kern="1200"/>
        </a:p>
      </dsp:txBody>
      <dsp:txXfrm rot="-10800000">
        <a:off x="3024573" y="4095205"/>
        <a:ext cx="2016382" cy="13650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016943-C9C9-4EA7-A58A-82A0553CA427}">
      <dsp:nvSpPr>
        <dsp:cNvPr id="0" name=""/>
        <dsp:cNvSpPr/>
      </dsp:nvSpPr>
      <dsp:spPr>
        <a:xfrm>
          <a:off x="1484" y="14083974"/>
          <a:ext cx="1247031" cy="623515"/>
        </a:xfrm>
        <a:prstGeom prst="roundRect">
          <a:avLst>
            <a:gd name="adj" fmla="val 10000"/>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a:t>1. Платформы мониторинга и анализа:</a:t>
          </a:r>
          <a:endParaRPr lang="ru-RU" sz="1200" kern="1200"/>
        </a:p>
      </dsp:txBody>
      <dsp:txXfrm>
        <a:off x="19746" y="14102236"/>
        <a:ext cx="1210507" cy="586991"/>
      </dsp:txXfrm>
    </dsp:sp>
    <dsp:sp modelId="{158556EC-4278-4633-BA13-E55A4FD53D87}">
      <dsp:nvSpPr>
        <dsp:cNvPr id="0" name=""/>
        <dsp:cNvSpPr/>
      </dsp:nvSpPr>
      <dsp:spPr>
        <a:xfrm>
          <a:off x="126187"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E092FA-F7B0-4756-9613-4DA76D7D51E3}">
      <dsp:nvSpPr>
        <dsp:cNvPr id="0" name=""/>
        <dsp:cNvSpPr/>
      </dsp:nvSpPr>
      <dsp:spPr>
        <a:xfrm>
          <a:off x="250890"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i="0" kern="1200" dirty="0"/>
            <a:t>SIEM-</a:t>
          </a:r>
          <a:r>
            <a:rPr lang="ru-RU" sz="700" b="1" i="0" kern="1200"/>
            <a:t>системы</a:t>
          </a:r>
          <a:r>
            <a:rPr lang="ru-RU" sz="700" b="0" i="0" kern="1200"/>
            <a:t> </a:t>
          </a:r>
          <a:endParaRPr lang="ru-RU" sz="700" kern="1200" dirty="0"/>
        </a:p>
      </dsp:txBody>
      <dsp:txXfrm>
        <a:off x="269152" y="14881630"/>
        <a:ext cx="961100" cy="586991"/>
      </dsp:txXfrm>
    </dsp:sp>
    <dsp:sp modelId="{DE35848E-8BD5-4DD7-AB2D-36DDAAB1D6D3}">
      <dsp:nvSpPr>
        <dsp:cNvPr id="0" name=""/>
        <dsp:cNvSpPr/>
      </dsp:nvSpPr>
      <dsp:spPr>
        <a:xfrm>
          <a:off x="126187"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731031B-3C92-4AAF-894A-FCD9FC4F978E}">
      <dsp:nvSpPr>
        <dsp:cNvPr id="0" name=""/>
        <dsp:cNvSpPr/>
      </dsp:nvSpPr>
      <dsp:spPr>
        <a:xfrm>
          <a:off x="250890"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48826"/>
              <a:satOff val="897"/>
              <a:lumOff val="7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Платформы </a:t>
          </a:r>
          <a:r>
            <a:rPr lang="ru-RU" sz="700" b="1" i="0" kern="1200"/>
            <a:t>безопасности</a:t>
          </a:r>
          <a:r>
            <a:rPr lang="ru-RU" sz="700" b="0" i="0" kern="1200"/>
            <a:t> </a:t>
          </a:r>
          <a:endParaRPr lang="ru-RU" sz="700" kern="1200" dirty="0"/>
        </a:p>
      </dsp:txBody>
      <dsp:txXfrm>
        <a:off x="269152" y="15661024"/>
        <a:ext cx="961100" cy="586991"/>
      </dsp:txXfrm>
    </dsp:sp>
    <dsp:sp modelId="{2FCA39D3-F3E0-4C79-A62B-A4A0183094F5}">
      <dsp:nvSpPr>
        <dsp:cNvPr id="0" name=""/>
        <dsp:cNvSpPr/>
      </dsp:nvSpPr>
      <dsp:spPr>
        <a:xfrm>
          <a:off x="126187"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D7A491-479E-437C-9AD6-3389D249A288}">
      <dsp:nvSpPr>
        <dsp:cNvPr id="0" name=""/>
        <dsp:cNvSpPr/>
      </dsp:nvSpPr>
      <dsp:spPr>
        <a:xfrm>
          <a:off x="250890"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97651"/>
              <a:satOff val="1793"/>
              <a:lumOff val="14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Системы корреляции событий</a:t>
          </a:r>
          <a:r>
            <a:rPr lang="ru-RU" sz="700" b="0" i="0" kern="1200"/>
            <a:t> в реальном времени</a:t>
          </a:r>
          <a:endParaRPr lang="ru-RU" sz="700" kern="1200" dirty="0"/>
        </a:p>
      </dsp:txBody>
      <dsp:txXfrm>
        <a:off x="269152" y="16440419"/>
        <a:ext cx="961100" cy="586991"/>
      </dsp:txXfrm>
    </dsp:sp>
    <dsp:sp modelId="{DF83FC02-0ED8-4E3B-B2F7-3365A1BE1F6D}">
      <dsp:nvSpPr>
        <dsp:cNvPr id="0" name=""/>
        <dsp:cNvSpPr/>
      </dsp:nvSpPr>
      <dsp:spPr>
        <a:xfrm>
          <a:off x="126187"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D049FA-F671-4610-A9C3-14C5BDE07D15}">
      <dsp:nvSpPr>
        <dsp:cNvPr id="0" name=""/>
        <dsp:cNvSpPr/>
      </dsp:nvSpPr>
      <dsp:spPr>
        <a:xfrm>
          <a:off x="250890"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446477"/>
              <a:satOff val="2690"/>
              <a:lumOff val="21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Хранилища логов</a:t>
          </a:r>
          <a:r>
            <a:rPr lang="ru-RU" sz="700" b="0" i="0" kern="1200" dirty="0"/>
            <a:t> долгосрочного хранения</a:t>
          </a:r>
          <a:endParaRPr lang="ru-RU" sz="700" kern="1200" dirty="0"/>
        </a:p>
      </dsp:txBody>
      <dsp:txXfrm>
        <a:off x="269152" y="17219813"/>
        <a:ext cx="961100" cy="586991"/>
      </dsp:txXfrm>
    </dsp:sp>
    <dsp:sp modelId="{B1D8C553-C07D-4443-8277-E4D245F71544}">
      <dsp:nvSpPr>
        <dsp:cNvPr id="0" name=""/>
        <dsp:cNvSpPr/>
      </dsp:nvSpPr>
      <dsp:spPr>
        <a:xfrm>
          <a:off x="1560273" y="14083974"/>
          <a:ext cx="1247031" cy="623515"/>
        </a:xfrm>
        <a:prstGeom prst="roundRect">
          <a:avLst>
            <a:gd name="adj" fmla="val 10000"/>
          </a:avLst>
        </a:prstGeom>
        <a:gradFill rotWithShape="0">
          <a:gsLst>
            <a:gs pos="0">
              <a:schemeClr val="accent4">
                <a:hueOff val="-637824"/>
                <a:satOff val="3843"/>
                <a:lumOff val="308"/>
                <a:alphaOff val="0"/>
                <a:tint val="100000"/>
                <a:shade val="100000"/>
                <a:satMod val="130000"/>
              </a:schemeClr>
            </a:gs>
            <a:gs pos="100000">
              <a:schemeClr val="accent4">
                <a:hueOff val="-637824"/>
                <a:satOff val="3843"/>
                <a:lumOff val="30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dirty="0"/>
            <a:t>2. Системы обнаружения и защиты:</a:t>
          </a:r>
          <a:endParaRPr lang="ru-RU" sz="1200" kern="1200" dirty="0"/>
        </a:p>
      </dsp:txBody>
      <dsp:txXfrm>
        <a:off x="1578535" y="14102236"/>
        <a:ext cx="1210507" cy="586991"/>
      </dsp:txXfrm>
    </dsp:sp>
    <dsp:sp modelId="{1E74631B-B149-4EC9-A906-49FD3432CD47}">
      <dsp:nvSpPr>
        <dsp:cNvPr id="0" name=""/>
        <dsp:cNvSpPr/>
      </dsp:nvSpPr>
      <dsp:spPr>
        <a:xfrm>
          <a:off x="1684976"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772716-D6CE-493F-8B21-D2DCC6C7BE8C}">
      <dsp:nvSpPr>
        <dsp:cNvPr id="0" name=""/>
        <dsp:cNvSpPr/>
      </dsp:nvSpPr>
      <dsp:spPr>
        <a:xfrm>
          <a:off x="1809679"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595303"/>
              <a:satOff val="3587"/>
              <a:lumOff val="28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i="0" kern="1200" dirty="0"/>
            <a:t>EDR/XDR-</a:t>
          </a:r>
          <a:r>
            <a:rPr lang="ru-RU" sz="700" b="1" i="0" kern="1200" dirty="0"/>
            <a:t>платформы</a:t>
          </a:r>
          <a:r>
            <a:rPr lang="ru-RU" sz="700" b="0" i="0" kern="1200" dirty="0"/>
            <a:t> </a:t>
          </a:r>
          <a:endParaRPr lang="ru-RU" sz="700" kern="1200" dirty="0"/>
        </a:p>
      </dsp:txBody>
      <dsp:txXfrm>
        <a:off x="1827941" y="14881630"/>
        <a:ext cx="961100" cy="586991"/>
      </dsp:txXfrm>
    </dsp:sp>
    <dsp:sp modelId="{B0D840E9-EE91-404A-8537-81D65B6267F4}">
      <dsp:nvSpPr>
        <dsp:cNvPr id="0" name=""/>
        <dsp:cNvSpPr/>
      </dsp:nvSpPr>
      <dsp:spPr>
        <a:xfrm>
          <a:off x="1684976"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89ECD42-57C2-4555-AAEA-4E010494F3A8}">
      <dsp:nvSpPr>
        <dsp:cNvPr id="0" name=""/>
        <dsp:cNvSpPr/>
      </dsp:nvSpPr>
      <dsp:spPr>
        <a:xfrm>
          <a:off x="1809679"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744128"/>
              <a:satOff val="4483"/>
              <a:lumOff val="35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Сетевые системы обнаружения</a:t>
          </a:r>
          <a:r>
            <a:rPr lang="ru-RU" sz="700" b="0" i="0" kern="1200"/>
            <a:t> (</a:t>
          </a:r>
          <a:r>
            <a:rPr lang="en-US" sz="700" b="0" i="0" kern="1200"/>
            <a:t>IDS/IPS)</a:t>
          </a:r>
          <a:endParaRPr lang="ru-RU" sz="700" kern="1200" dirty="0"/>
        </a:p>
      </dsp:txBody>
      <dsp:txXfrm>
        <a:off x="1827941" y="15661024"/>
        <a:ext cx="961100" cy="586991"/>
      </dsp:txXfrm>
    </dsp:sp>
    <dsp:sp modelId="{79C4C192-1DA9-43F2-8ADF-EB1CDFE8ABA0}">
      <dsp:nvSpPr>
        <dsp:cNvPr id="0" name=""/>
        <dsp:cNvSpPr/>
      </dsp:nvSpPr>
      <dsp:spPr>
        <a:xfrm>
          <a:off x="1684976"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EFF788-8868-4A7E-A91E-C58839259FE1}">
      <dsp:nvSpPr>
        <dsp:cNvPr id="0" name=""/>
        <dsp:cNvSpPr/>
      </dsp:nvSpPr>
      <dsp:spPr>
        <a:xfrm>
          <a:off x="1809679"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892954"/>
              <a:satOff val="5380"/>
              <a:lumOff val="43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err="1"/>
            <a:t>Мезосетевые</a:t>
          </a:r>
          <a:r>
            <a:rPr lang="ru-RU" sz="700" b="1" i="0" kern="1200" dirty="0"/>
            <a:t> системы обнаружения</a:t>
          </a:r>
          <a:r>
            <a:rPr lang="ru-RU" sz="700" b="0" i="0" kern="1200" dirty="0"/>
            <a:t> (</a:t>
          </a:r>
          <a:r>
            <a:rPr lang="en-US" sz="700" b="0" i="0" kern="1200" dirty="0"/>
            <a:t>NDR)</a:t>
          </a:r>
          <a:endParaRPr lang="ru-RU" sz="700" kern="1200" dirty="0"/>
        </a:p>
      </dsp:txBody>
      <dsp:txXfrm>
        <a:off x="1827941" y="16440419"/>
        <a:ext cx="961100" cy="586991"/>
      </dsp:txXfrm>
    </dsp:sp>
    <dsp:sp modelId="{C8EA7C09-7B08-4025-95BA-112E8BB94403}">
      <dsp:nvSpPr>
        <dsp:cNvPr id="0" name=""/>
        <dsp:cNvSpPr/>
      </dsp:nvSpPr>
      <dsp:spPr>
        <a:xfrm>
          <a:off x="1684976"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F66F4A-1E2E-45A8-97A9-1F30EC706C06}">
      <dsp:nvSpPr>
        <dsp:cNvPr id="0" name=""/>
        <dsp:cNvSpPr/>
      </dsp:nvSpPr>
      <dsp:spPr>
        <a:xfrm>
          <a:off x="1809679"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041780"/>
              <a:satOff val="6276"/>
              <a:lumOff val="50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Веб-брандмауэры</a:t>
          </a:r>
          <a:r>
            <a:rPr lang="ru-RU" sz="700" b="0" i="0" kern="1200" dirty="0"/>
            <a:t> (</a:t>
          </a:r>
          <a:r>
            <a:rPr lang="en-US" sz="700" b="0" i="0" kern="1200" dirty="0"/>
            <a:t>WAF)</a:t>
          </a:r>
          <a:endParaRPr lang="ru-RU" sz="700" kern="1200" dirty="0"/>
        </a:p>
      </dsp:txBody>
      <dsp:txXfrm>
        <a:off x="1827941" y="17219813"/>
        <a:ext cx="961100" cy="586991"/>
      </dsp:txXfrm>
    </dsp:sp>
    <dsp:sp modelId="{6F3AD82D-F023-43BF-B719-77DEBB3C6BF5}">
      <dsp:nvSpPr>
        <dsp:cNvPr id="0" name=""/>
        <dsp:cNvSpPr/>
      </dsp:nvSpPr>
      <dsp:spPr>
        <a:xfrm>
          <a:off x="1684976" y="14707489"/>
          <a:ext cx="124703" cy="3585214"/>
        </a:xfrm>
        <a:custGeom>
          <a:avLst/>
          <a:gdLst/>
          <a:ahLst/>
          <a:cxnLst/>
          <a:rect l="0" t="0" r="0" b="0"/>
          <a:pathLst>
            <a:path>
              <a:moveTo>
                <a:pt x="0" y="0"/>
              </a:moveTo>
              <a:lnTo>
                <a:pt x="0" y="3585214"/>
              </a:lnTo>
              <a:lnTo>
                <a:pt x="124703" y="3585214"/>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A3D5BED-6E4B-43AE-9DB3-7E6ADD690004}">
      <dsp:nvSpPr>
        <dsp:cNvPr id="0" name=""/>
        <dsp:cNvSpPr/>
      </dsp:nvSpPr>
      <dsp:spPr>
        <a:xfrm>
          <a:off x="1809679" y="17980946"/>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190605"/>
              <a:satOff val="7173"/>
              <a:lumOff val="57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Антивирусные решения</a:t>
          </a:r>
          <a:r>
            <a:rPr lang="ru-RU" sz="700" b="0" i="0" kern="1200" dirty="0"/>
            <a:t> нового поколения (</a:t>
          </a:r>
          <a:r>
            <a:rPr lang="en-US" sz="700" b="0" i="0" kern="1200" dirty="0"/>
            <a:t>NGAV)</a:t>
          </a:r>
          <a:endParaRPr lang="ru-RU" sz="700" kern="1200" dirty="0"/>
        </a:p>
      </dsp:txBody>
      <dsp:txXfrm>
        <a:off x="1827941" y="17999208"/>
        <a:ext cx="961100" cy="586991"/>
      </dsp:txXfrm>
    </dsp:sp>
    <dsp:sp modelId="{DA35A9FD-1CDE-4C80-835B-8AEB55C6F254}">
      <dsp:nvSpPr>
        <dsp:cNvPr id="0" name=""/>
        <dsp:cNvSpPr/>
      </dsp:nvSpPr>
      <dsp:spPr>
        <a:xfrm>
          <a:off x="3119062" y="14083974"/>
          <a:ext cx="1247031" cy="623515"/>
        </a:xfrm>
        <a:prstGeom prst="roundRect">
          <a:avLst>
            <a:gd name="adj" fmla="val 10000"/>
          </a:avLst>
        </a:prstGeom>
        <a:gradFill rotWithShape="0">
          <a:gsLst>
            <a:gs pos="0">
              <a:schemeClr val="accent4">
                <a:hueOff val="-1275649"/>
                <a:satOff val="7685"/>
                <a:lumOff val="616"/>
                <a:alphaOff val="0"/>
                <a:tint val="100000"/>
                <a:shade val="100000"/>
                <a:satMod val="130000"/>
              </a:schemeClr>
            </a:gs>
            <a:gs pos="100000">
              <a:schemeClr val="accent4">
                <a:hueOff val="-1275649"/>
                <a:satOff val="7685"/>
                <a:lumOff val="61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i="0" kern="1200" dirty="0"/>
            <a:t>3. </a:t>
          </a:r>
          <a:r>
            <a:rPr lang="ru-RU" sz="1200" b="1" i="0" kern="1200" dirty="0"/>
            <a:t>Платформы автоматизации и реагирования:</a:t>
          </a:r>
          <a:endParaRPr lang="ru-RU" sz="1200" kern="1200" dirty="0"/>
        </a:p>
      </dsp:txBody>
      <dsp:txXfrm>
        <a:off x="3137324" y="14102236"/>
        <a:ext cx="1210507" cy="586991"/>
      </dsp:txXfrm>
    </dsp:sp>
    <dsp:sp modelId="{800EC68A-D4EE-48DE-A43E-2538B0E17CB7}">
      <dsp:nvSpPr>
        <dsp:cNvPr id="0" name=""/>
        <dsp:cNvSpPr/>
      </dsp:nvSpPr>
      <dsp:spPr>
        <a:xfrm>
          <a:off x="3243765"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9CA0F9-6362-473C-8C53-E96C6F7DA707}">
      <dsp:nvSpPr>
        <dsp:cNvPr id="0" name=""/>
        <dsp:cNvSpPr/>
      </dsp:nvSpPr>
      <dsp:spPr>
        <a:xfrm>
          <a:off x="3368468"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339431"/>
              <a:satOff val="8070"/>
              <a:lumOff val="64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i="0" kern="1200" dirty="0"/>
            <a:t>SOAR-</a:t>
          </a:r>
          <a:r>
            <a:rPr lang="ru-RU" sz="700" b="1" i="0" kern="1200" dirty="0"/>
            <a:t>системы</a:t>
          </a:r>
          <a:r>
            <a:rPr lang="ru-RU" sz="700" b="0" i="0" kern="1200" dirty="0"/>
            <a:t> </a:t>
          </a:r>
          <a:endParaRPr lang="ru-RU" sz="700" kern="1200" dirty="0"/>
        </a:p>
      </dsp:txBody>
      <dsp:txXfrm>
        <a:off x="3386730" y="14881630"/>
        <a:ext cx="961100" cy="586991"/>
      </dsp:txXfrm>
    </dsp:sp>
    <dsp:sp modelId="{32FA592E-0513-42FC-9B7C-09406B8F3BE0}">
      <dsp:nvSpPr>
        <dsp:cNvPr id="0" name=""/>
        <dsp:cNvSpPr/>
      </dsp:nvSpPr>
      <dsp:spPr>
        <a:xfrm>
          <a:off x="3243765"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4B8B18-AE81-4201-B4D0-87CD0659D187}">
      <dsp:nvSpPr>
        <dsp:cNvPr id="0" name=""/>
        <dsp:cNvSpPr/>
      </dsp:nvSpPr>
      <dsp:spPr>
        <a:xfrm>
          <a:off x="3368468"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488257"/>
              <a:satOff val="8966"/>
              <a:lumOff val="71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Системы управления инцидентами</a:t>
          </a:r>
          <a:endParaRPr lang="ru-RU" sz="700" kern="1200" dirty="0"/>
        </a:p>
      </dsp:txBody>
      <dsp:txXfrm>
        <a:off x="3386730" y="15661024"/>
        <a:ext cx="961100" cy="586991"/>
      </dsp:txXfrm>
    </dsp:sp>
    <dsp:sp modelId="{228CC2AC-0B75-41A7-8689-7B895A2E7117}">
      <dsp:nvSpPr>
        <dsp:cNvPr id="0" name=""/>
        <dsp:cNvSpPr/>
      </dsp:nvSpPr>
      <dsp:spPr>
        <a:xfrm>
          <a:off x="3243765"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32F8FE3-471E-4836-9A40-F60C976ACDAB}">
      <dsp:nvSpPr>
        <dsp:cNvPr id="0" name=""/>
        <dsp:cNvSpPr/>
      </dsp:nvSpPr>
      <dsp:spPr>
        <a:xfrm>
          <a:off x="3368468"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637082"/>
              <a:satOff val="9863"/>
              <a:lumOff val="79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Оркестраторы безопасности</a:t>
          </a:r>
          <a:endParaRPr lang="ru-RU" sz="700" kern="1200" dirty="0"/>
        </a:p>
      </dsp:txBody>
      <dsp:txXfrm>
        <a:off x="3386730" y="16440419"/>
        <a:ext cx="961100" cy="586991"/>
      </dsp:txXfrm>
    </dsp:sp>
    <dsp:sp modelId="{0722E569-9228-4162-87AE-770DFC3FD537}">
      <dsp:nvSpPr>
        <dsp:cNvPr id="0" name=""/>
        <dsp:cNvSpPr/>
      </dsp:nvSpPr>
      <dsp:spPr>
        <a:xfrm>
          <a:off x="4677851" y="14083974"/>
          <a:ext cx="1247031" cy="623515"/>
        </a:xfrm>
        <a:prstGeom prst="roundRect">
          <a:avLst>
            <a:gd name="adj" fmla="val 10000"/>
          </a:avLst>
        </a:prstGeom>
        <a:gradFill rotWithShape="0">
          <a:gsLst>
            <a:gs pos="0">
              <a:schemeClr val="accent4">
                <a:hueOff val="-1913473"/>
                <a:satOff val="11528"/>
                <a:lumOff val="924"/>
                <a:alphaOff val="0"/>
                <a:tint val="100000"/>
                <a:shade val="100000"/>
                <a:satMod val="130000"/>
              </a:schemeClr>
            </a:gs>
            <a:gs pos="100000">
              <a:schemeClr val="accent4">
                <a:hueOff val="-1913473"/>
                <a:satOff val="11528"/>
                <a:lumOff val="92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a:t>4. Инструменты анализа угроз:</a:t>
          </a:r>
          <a:endParaRPr lang="ru-RU" sz="1200" kern="1200"/>
        </a:p>
      </dsp:txBody>
      <dsp:txXfrm>
        <a:off x="4696113" y="14102236"/>
        <a:ext cx="1210507" cy="586991"/>
      </dsp:txXfrm>
    </dsp:sp>
    <dsp:sp modelId="{18836CD9-6984-4AB0-B0DF-EA6284E5C195}">
      <dsp:nvSpPr>
        <dsp:cNvPr id="0" name=""/>
        <dsp:cNvSpPr/>
      </dsp:nvSpPr>
      <dsp:spPr>
        <a:xfrm>
          <a:off x="4802554"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1BD50B-D282-4724-8AC5-1D43E9F50F94}">
      <dsp:nvSpPr>
        <dsp:cNvPr id="0" name=""/>
        <dsp:cNvSpPr/>
      </dsp:nvSpPr>
      <dsp:spPr>
        <a:xfrm>
          <a:off x="4927257"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785908"/>
              <a:satOff val="10760"/>
              <a:lumOff val="86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Платформы киберразведки</a:t>
          </a:r>
          <a:r>
            <a:rPr lang="ru-RU" sz="700" b="0" i="0" kern="1200" dirty="0"/>
            <a:t> </a:t>
          </a:r>
          <a:endParaRPr lang="ru-RU" sz="700" kern="1200" dirty="0"/>
        </a:p>
      </dsp:txBody>
      <dsp:txXfrm>
        <a:off x="4945519" y="14881630"/>
        <a:ext cx="961100" cy="586991"/>
      </dsp:txXfrm>
    </dsp:sp>
    <dsp:sp modelId="{8C8D288C-2DD8-4B0F-943D-A3F0F087F36E}">
      <dsp:nvSpPr>
        <dsp:cNvPr id="0" name=""/>
        <dsp:cNvSpPr/>
      </dsp:nvSpPr>
      <dsp:spPr>
        <a:xfrm>
          <a:off x="4802554"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45CEB10-FE9D-4AF6-B777-B0B0EEC6D527}">
      <dsp:nvSpPr>
        <dsp:cNvPr id="0" name=""/>
        <dsp:cNvSpPr/>
      </dsp:nvSpPr>
      <dsp:spPr>
        <a:xfrm>
          <a:off x="4927257"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1934734"/>
              <a:satOff val="11656"/>
              <a:lumOff val="93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Аналитические песочницы</a:t>
          </a:r>
          <a:r>
            <a:rPr lang="ru-RU" sz="700" b="0" i="0" kern="1200" dirty="0"/>
            <a:t> </a:t>
          </a:r>
          <a:endParaRPr lang="ru-RU" sz="700" kern="1200" dirty="0"/>
        </a:p>
      </dsp:txBody>
      <dsp:txXfrm>
        <a:off x="4945519" y="15661024"/>
        <a:ext cx="961100" cy="586991"/>
      </dsp:txXfrm>
    </dsp:sp>
    <dsp:sp modelId="{A633168B-81D2-4525-AAB4-8E551A1240B6}">
      <dsp:nvSpPr>
        <dsp:cNvPr id="0" name=""/>
        <dsp:cNvSpPr/>
      </dsp:nvSpPr>
      <dsp:spPr>
        <a:xfrm>
          <a:off x="4802554"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BD6314B-8189-4CB3-900B-DBE4CCBD22EB}">
      <dsp:nvSpPr>
        <dsp:cNvPr id="0" name=""/>
        <dsp:cNvSpPr/>
      </dsp:nvSpPr>
      <dsp:spPr>
        <a:xfrm>
          <a:off x="4927257"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083559"/>
              <a:satOff val="12553"/>
              <a:lumOff val="100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Системы поведенческого анализа</a:t>
          </a:r>
          <a:r>
            <a:rPr lang="ru-RU" sz="700" b="0" i="0" kern="1200"/>
            <a:t> (</a:t>
          </a:r>
          <a:r>
            <a:rPr lang="en-US" sz="700" b="0" i="0" kern="1200"/>
            <a:t>UEBA)</a:t>
          </a:r>
          <a:endParaRPr lang="ru-RU" sz="700" kern="1200" dirty="0"/>
        </a:p>
      </dsp:txBody>
      <dsp:txXfrm>
        <a:off x="4945519" y="16440419"/>
        <a:ext cx="961100" cy="586991"/>
      </dsp:txXfrm>
    </dsp:sp>
    <dsp:sp modelId="{655039DC-8458-4D6B-9972-A4AD887B42A7}">
      <dsp:nvSpPr>
        <dsp:cNvPr id="0" name=""/>
        <dsp:cNvSpPr/>
      </dsp:nvSpPr>
      <dsp:spPr>
        <a:xfrm>
          <a:off x="4802554"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B451A0C-ABC6-466A-9644-E41C7FA7C0F9}">
      <dsp:nvSpPr>
        <dsp:cNvPr id="0" name=""/>
        <dsp:cNvSpPr/>
      </dsp:nvSpPr>
      <dsp:spPr>
        <a:xfrm>
          <a:off x="4927257"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232385"/>
              <a:satOff val="13449"/>
              <a:lumOff val="1078"/>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Инструменты </a:t>
          </a:r>
          <a:r>
            <a:rPr lang="en-US" sz="700" b="1" i="0" kern="1200" dirty="0"/>
            <a:t>threat hunting</a:t>
          </a:r>
          <a:endParaRPr lang="ru-RU" sz="700" kern="1200" dirty="0"/>
        </a:p>
      </dsp:txBody>
      <dsp:txXfrm>
        <a:off x="4945519" y="17219813"/>
        <a:ext cx="961100" cy="586991"/>
      </dsp:txXfrm>
    </dsp:sp>
    <dsp:sp modelId="{BC9E1CC9-DA1A-41AE-9A43-EA1D4B82B3BB}">
      <dsp:nvSpPr>
        <dsp:cNvPr id="0" name=""/>
        <dsp:cNvSpPr/>
      </dsp:nvSpPr>
      <dsp:spPr>
        <a:xfrm>
          <a:off x="6236640" y="14083974"/>
          <a:ext cx="1247031" cy="623515"/>
        </a:xfrm>
        <a:prstGeom prst="roundRect">
          <a:avLst>
            <a:gd name="adj" fmla="val 10000"/>
          </a:avLst>
        </a:prstGeom>
        <a:gradFill rotWithShape="0">
          <a:gsLst>
            <a:gs pos="0">
              <a:schemeClr val="accent4">
                <a:hueOff val="-2551297"/>
                <a:satOff val="15371"/>
                <a:lumOff val="1232"/>
                <a:alphaOff val="0"/>
                <a:tint val="100000"/>
                <a:shade val="100000"/>
                <a:satMod val="130000"/>
              </a:schemeClr>
            </a:gs>
            <a:gs pos="100000">
              <a:schemeClr val="accent4">
                <a:hueOff val="-2551297"/>
                <a:satOff val="15371"/>
                <a:lumOff val="123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i="0" kern="1200"/>
            <a:t>5. </a:t>
          </a:r>
          <a:r>
            <a:rPr lang="ru-RU" sz="1200" b="1" i="0" kern="1200"/>
            <a:t>Системы сбора данных:</a:t>
          </a:r>
          <a:endParaRPr lang="ru-RU" sz="1200" kern="1200"/>
        </a:p>
      </dsp:txBody>
      <dsp:txXfrm>
        <a:off x="6254902" y="14102236"/>
        <a:ext cx="1210507" cy="586991"/>
      </dsp:txXfrm>
    </dsp:sp>
    <dsp:sp modelId="{8FE4C45C-A7D2-42EC-8E0E-36FE569A788C}">
      <dsp:nvSpPr>
        <dsp:cNvPr id="0" name=""/>
        <dsp:cNvSpPr/>
      </dsp:nvSpPr>
      <dsp:spPr>
        <a:xfrm>
          <a:off x="6361343"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36A94A-6DA7-4F38-AB55-1C154FC3495D}">
      <dsp:nvSpPr>
        <dsp:cNvPr id="0" name=""/>
        <dsp:cNvSpPr/>
      </dsp:nvSpPr>
      <dsp:spPr>
        <a:xfrm>
          <a:off x="6486046"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381211"/>
              <a:satOff val="14346"/>
              <a:lumOff val="115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Агенты сбора логов</a:t>
          </a:r>
          <a:r>
            <a:rPr lang="ru-RU" sz="700" b="0" i="0" kern="1200" dirty="0"/>
            <a:t> (</a:t>
          </a:r>
          <a:r>
            <a:rPr lang="en-US" sz="700" b="0" i="0" kern="1200" dirty="0" err="1"/>
            <a:t>Winlogbeat</a:t>
          </a:r>
          <a:r>
            <a:rPr lang="en-US" sz="700" b="0" i="0" kern="1200" dirty="0"/>
            <a:t>, Sysmon)</a:t>
          </a:r>
          <a:endParaRPr lang="ru-RU" sz="700" kern="1200" dirty="0"/>
        </a:p>
      </dsp:txBody>
      <dsp:txXfrm>
        <a:off x="6504308" y="14881630"/>
        <a:ext cx="961100" cy="586991"/>
      </dsp:txXfrm>
    </dsp:sp>
    <dsp:sp modelId="{92152950-A8A9-46F2-AD34-9719187FE3BD}">
      <dsp:nvSpPr>
        <dsp:cNvPr id="0" name=""/>
        <dsp:cNvSpPr/>
      </dsp:nvSpPr>
      <dsp:spPr>
        <a:xfrm>
          <a:off x="6361343"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438D45A-C302-40C0-9522-2A0E41A1DE53}">
      <dsp:nvSpPr>
        <dsp:cNvPr id="0" name=""/>
        <dsp:cNvSpPr/>
      </dsp:nvSpPr>
      <dsp:spPr>
        <a:xfrm>
          <a:off x="6486046"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530036"/>
              <a:satOff val="15243"/>
              <a:lumOff val="122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Сетевые сенсоры</a:t>
          </a:r>
          <a:r>
            <a:rPr lang="ru-RU" sz="700" b="0" i="0" kern="1200" dirty="0"/>
            <a:t> (</a:t>
          </a:r>
          <a:r>
            <a:rPr lang="en-US" sz="700" b="0" i="0" kern="1200" dirty="0"/>
            <a:t>Zeek, Suricata)</a:t>
          </a:r>
          <a:endParaRPr lang="ru-RU" sz="700" kern="1200" dirty="0"/>
        </a:p>
      </dsp:txBody>
      <dsp:txXfrm>
        <a:off x="6504308" y="15661024"/>
        <a:ext cx="961100" cy="586991"/>
      </dsp:txXfrm>
    </dsp:sp>
    <dsp:sp modelId="{902879CD-F4E6-45E6-A849-69B782C9494B}">
      <dsp:nvSpPr>
        <dsp:cNvPr id="0" name=""/>
        <dsp:cNvSpPr/>
      </dsp:nvSpPr>
      <dsp:spPr>
        <a:xfrm>
          <a:off x="6361343"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C5DFE25-F87B-4D14-988F-2173534DAA12}">
      <dsp:nvSpPr>
        <dsp:cNvPr id="0" name=""/>
        <dsp:cNvSpPr/>
      </dsp:nvSpPr>
      <dsp:spPr>
        <a:xfrm>
          <a:off x="6486046"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678862"/>
              <a:satOff val="16139"/>
              <a:lumOff val="129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Коннекторы облачных сред</a:t>
          </a:r>
          <a:r>
            <a:rPr lang="ru-RU" sz="700" b="0" i="0" kern="1200" dirty="0"/>
            <a:t> </a:t>
          </a:r>
          <a:endParaRPr lang="ru-RU" sz="700" kern="1200" dirty="0"/>
        </a:p>
      </dsp:txBody>
      <dsp:txXfrm>
        <a:off x="6504308" y="16440419"/>
        <a:ext cx="961100" cy="586991"/>
      </dsp:txXfrm>
    </dsp:sp>
    <dsp:sp modelId="{5062271D-5C82-407E-8AA2-78A7C0145A6F}">
      <dsp:nvSpPr>
        <dsp:cNvPr id="0" name=""/>
        <dsp:cNvSpPr/>
      </dsp:nvSpPr>
      <dsp:spPr>
        <a:xfrm>
          <a:off x="6361343"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98B6D35-B912-49C5-A910-EBD4FDB79A2B}">
      <dsp:nvSpPr>
        <dsp:cNvPr id="0" name=""/>
        <dsp:cNvSpPr/>
      </dsp:nvSpPr>
      <dsp:spPr>
        <a:xfrm>
          <a:off x="6486046"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827687"/>
              <a:satOff val="17036"/>
              <a:lumOff val="136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i="0" kern="1200"/>
            <a:t>API-</a:t>
          </a:r>
          <a:r>
            <a:rPr lang="ru-RU" sz="700" b="1" i="0" kern="1200"/>
            <a:t>интеграции</a:t>
          </a:r>
          <a:r>
            <a:rPr lang="ru-RU" sz="700" b="0" i="0" kern="1200"/>
            <a:t> с бизнес-приложениями</a:t>
          </a:r>
          <a:endParaRPr lang="ru-RU" sz="700" kern="1200" dirty="0"/>
        </a:p>
      </dsp:txBody>
      <dsp:txXfrm>
        <a:off x="6504308" y="17219813"/>
        <a:ext cx="961100" cy="586991"/>
      </dsp:txXfrm>
    </dsp:sp>
    <dsp:sp modelId="{751DA20D-A583-416E-ADBB-426A0E3ED201}">
      <dsp:nvSpPr>
        <dsp:cNvPr id="0" name=""/>
        <dsp:cNvSpPr/>
      </dsp:nvSpPr>
      <dsp:spPr>
        <a:xfrm>
          <a:off x="7795429" y="14083974"/>
          <a:ext cx="1247031" cy="623515"/>
        </a:xfrm>
        <a:prstGeom prst="roundRect">
          <a:avLst>
            <a:gd name="adj" fmla="val 10000"/>
          </a:avLst>
        </a:prstGeom>
        <a:gradFill rotWithShape="0">
          <a:gsLst>
            <a:gs pos="0">
              <a:schemeClr val="accent4">
                <a:hueOff val="-3189121"/>
                <a:satOff val="19214"/>
                <a:lumOff val="1540"/>
                <a:alphaOff val="0"/>
                <a:tint val="100000"/>
                <a:shade val="100000"/>
                <a:satMod val="130000"/>
              </a:schemeClr>
            </a:gs>
            <a:gs pos="100000">
              <a:schemeClr val="accent4">
                <a:hueOff val="-3189121"/>
                <a:satOff val="19214"/>
                <a:lumOff val="154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a:t>6. Инструменты форензик-анализа:</a:t>
          </a:r>
          <a:endParaRPr lang="ru-RU" sz="1200" kern="1200"/>
        </a:p>
      </dsp:txBody>
      <dsp:txXfrm>
        <a:off x="7813691" y="14102236"/>
        <a:ext cx="1210507" cy="586991"/>
      </dsp:txXfrm>
    </dsp:sp>
    <dsp:sp modelId="{43485929-5459-40B0-A36F-B082264D977A}">
      <dsp:nvSpPr>
        <dsp:cNvPr id="0" name=""/>
        <dsp:cNvSpPr/>
      </dsp:nvSpPr>
      <dsp:spPr>
        <a:xfrm>
          <a:off x="7920132"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11F873D-9FCB-4793-B54E-34FD6B14543A}">
      <dsp:nvSpPr>
        <dsp:cNvPr id="0" name=""/>
        <dsp:cNvSpPr/>
      </dsp:nvSpPr>
      <dsp:spPr>
        <a:xfrm>
          <a:off x="8044835"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2976513"/>
              <a:satOff val="17933"/>
              <a:lumOff val="143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Системы анализа памяти</a:t>
          </a:r>
          <a:r>
            <a:rPr lang="ru-RU" sz="700" b="0" i="0" kern="1200" dirty="0"/>
            <a:t> </a:t>
          </a:r>
          <a:endParaRPr lang="ru-RU" sz="700" kern="1200" dirty="0"/>
        </a:p>
      </dsp:txBody>
      <dsp:txXfrm>
        <a:off x="8063097" y="14881630"/>
        <a:ext cx="961100" cy="586991"/>
      </dsp:txXfrm>
    </dsp:sp>
    <dsp:sp modelId="{373B76A0-4F3F-4FF7-9067-BE0436F2263E}">
      <dsp:nvSpPr>
        <dsp:cNvPr id="0" name=""/>
        <dsp:cNvSpPr/>
      </dsp:nvSpPr>
      <dsp:spPr>
        <a:xfrm>
          <a:off x="7920132"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E8D0E6D-DC94-4184-BD62-3A5D4CC4D8B4}">
      <dsp:nvSpPr>
        <dsp:cNvPr id="0" name=""/>
        <dsp:cNvSpPr/>
      </dsp:nvSpPr>
      <dsp:spPr>
        <a:xfrm>
          <a:off x="8044835"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125339"/>
              <a:satOff val="18829"/>
              <a:lumOff val="150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Инструменты дискового анализа</a:t>
          </a:r>
          <a:r>
            <a:rPr lang="ru-RU" sz="700" b="0" i="0" kern="1200"/>
            <a:t> </a:t>
          </a:r>
          <a:endParaRPr lang="ru-RU" sz="700" kern="1200" dirty="0"/>
        </a:p>
      </dsp:txBody>
      <dsp:txXfrm>
        <a:off x="8063097" y="15661024"/>
        <a:ext cx="961100" cy="586991"/>
      </dsp:txXfrm>
    </dsp:sp>
    <dsp:sp modelId="{F88BE44C-DCD6-40BC-844B-0BD667E77794}">
      <dsp:nvSpPr>
        <dsp:cNvPr id="0" name=""/>
        <dsp:cNvSpPr/>
      </dsp:nvSpPr>
      <dsp:spPr>
        <a:xfrm>
          <a:off x="7920132"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EE1668F-89FF-483E-95AA-D1D993117AF4}">
      <dsp:nvSpPr>
        <dsp:cNvPr id="0" name=""/>
        <dsp:cNvSpPr/>
      </dsp:nvSpPr>
      <dsp:spPr>
        <a:xfrm>
          <a:off x="8044835"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274165"/>
              <a:satOff val="19726"/>
              <a:lumOff val="158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a:t>Средства сетевой форензики</a:t>
          </a:r>
          <a:endParaRPr lang="ru-RU" sz="700" kern="1200" dirty="0"/>
        </a:p>
      </dsp:txBody>
      <dsp:txXfrm>
        <a:off x="8063097" y="16440419"/>
        <a:ext cx="961100" cy="586991"/>
      </dsp:txXfrm>
    </dsp:sp>
    <dsp:sp modelId="{79D2ADE9-87DA-4C30-9517-5B7C96330FCA}">
      <dsp:nvSpPr>
        <dsp:cNvPr id="0" name=""/>
        <dsp:cNvSpPr/>
      </dsp:nvSpPr>
      <dsp:spPr>
        <a:xfrm>
          <a:off x="9354218" y="14083974"/>
          <a:ext cx="1247031" cy="623515"/>
        </a:xfrm>
        <a:prstGeom prst="roundRect">
          <a:avLst>
            <a:gd name="adj" fmla="val 10000"/>
          </a:avLst>
        </a:prstGeom>
        <a:gradFill rotWithShape="0">
          <a:gsLst>
            <a:gs pos="0">
              <a:schemeClr val="accent4">
                <a:hueOff val="-3826945"/>
                <a:satOff val="23056"/>
                <a:lumOff val="1848"/>
                <a:alphaOff val="0"/>
                <a:tint val="100000"/>
                <a:shade val="100000"/>
                <a:satMod val="130000"/>
              </a:schemeClr>
            </a:gs>
            <a:gs pos="100000">
              <a:schemeClr val="accent4">
                <a:hueOff val="-3826945"/>
                <a:satOff val="23056"/>
                <a:lumOff val="184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a:t>7. Платформы визуализации:</a:t>
          </a:r>
          <a:endParaRPr lang="ru-RU" sz="1200" kern="1200"/>
        </a:p>
      </dsp:txBody>
      <dsp:txXfrm>
        <a:off x="9372480" y="14102236"/>
        <a:ext cx="1210507" cy="586991"/>
      </dsp:txXfrm>
    </dsp:sp>
    <dsp:sp modelId="{CB8E037B-6903-465F-96FF-4FA30478D330}">
      <dsp:nvSpPr>
        <dsp:cNvPr id="0" name=""/>
        <dsp:cNvSpPr/>
      </dsp:nvSpPr>
      <dsp:spPr>
        <a:xfrm>
          <a:off x="9478921"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D5AF0BB-6F7C-4965-A15C-A98652797383}">
      <dsp:nvSpPr>
        <dsp:cNvPr id="0" name=""/>
        <dsp:cNvSpPr/>
      </dsp:nvSpPr>
      <dsp:spPr>
        <a:xfrm>
          <a:off x="9603624"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422990"/>
              <a:satOff val="20623"/>
              <a:lumOff val="165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Операционные дашборды</a:t>
          </a:r>
          <a:r>
            <a:rPr lang="ru-RU" sz="700" b="0" i="0" kern="1200" dirty="0"/>
            <a:t> (</a:t>
          </a:r>
          <a:r>
            <a:rPr lang="en-US" sz="700" b="0" i="0" kern="1200" dirty="0"/>
            <a:t>Grafana, Kibana)</a:t>
          </a:r>
          <a:endParaRPr lang="ru-RU" sz="700" kern="1200" dirty="0"/>
        </a:p>
      </dsp:txBody>
      <dsp:txXfrm>
        <a:off x="9621886" y="14881630"/>
        <a:ext cx="961100" cy="586991"/>
      </dsp:txXfrm>
    </dsp:sp>
    <dsp:sp modelId="{F02A53E8-6C7D-49B2-9401-C780D3E31D61}">
      <dsp:nvSpPr>
        <dsp:cNvPr id="0" name=""/>
        <dsp:cNvSpPr/>
      </dsp:nvSpPr>
      <dsp:spPr>
        <a:xfrm>
          <a:off x="9478921"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5AD1B20-162E-4728-9BEB-A5C7BCAECC51}">
      <dsp:nvSpPr>
        <dsp:cNvPr id="0" name=""/>
        <dsp:cNvSpPr/>
      </dsp:nvSpPr>
      <dsp:spPr>
        <a:xfrm>
          <a:off x="9603624"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571816"/>
              <a:satOff val="21519"/>
              <a:lumOff val="172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Системы визуализации сети</a:t>
          </a:r>
          <a:endParaRPr lang="ru-RU" sz="700" kern="1200" dirty="0"/>
        </a:p>
      </dsp:txBody>
      <dsp:txXfrm>
        <a:off x="9621886" y="15661024"/>
        <a:ext cx="961100" cy="586991"/>
      </dsp:txXfrm>
    </dsp:sp>
    <dsp:sp modelId="{BF00D8B5-F756-4826-A2A7-0A83C0DD29CF}">
      <dsp:nvSpPr>
        <dsp:cNvPr id="0" name=""/>
        <dsp:cNvSpPr/>
      </dsp:nvSpPr>
      <dsp:spPr>
        <a:xfrm>
          <a:off x="9478921"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157BC23-B6F6-471F-AC23-CE3476FA73E0}">
      <dsp:nvSpPr>
        <dsp:cNvPr id="0" name=""/>
        <dsp:cNvSpPr/>
      </dsp:nvSpPr>
      <dsp:spPr>
        <a:xfrm>
          <a:off x="9603624"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720641"/>
              <a:satOff val="22416"/>
              <a:lumOff val="179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Инструменты построения графов атак</a:t>
          </a:r>
          <a:endParaRPr lang="ru-RU" sz="700" kern="1200" dirty="0"/>
        </a:p>
      </dsp:txBody>
      <dsp:txXfrm>
        <a:off x="9621886" y="16440419"/>
        <a:ext cx="961100" cy="586991"/>
      </dsp:txXfrm>
    </dsp:sp>
    <dsp:sp modelId="{954EAB74-1556-4843-B541-3D54832BF8E2}">
      <dsp:nvSpPr>
        <dsp:cNvPr id="0" name=""/>
        <dsp:cNvSpPr/>
      </dsp:nvSpPr>
      <dsp:spPr>
        <a:xfrm>
          <a:off x="9478921"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12055B6-FA70-42D0-9130-A72A75E59842}">
      <dsp:nvSpPr>
        <dsp:cNvPr id="0" name=""/>
        <dsp:cNvSpPr/>
      </dsp:nvSpPr>
      <dsp:spPr>
        <a:xfrm>
          <a:off x="9603624"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3869467"/>
              <a:satOff val="23312"/>
              <a:lumOff val="1869"/>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Средства геолокации угроз</a:t>
          </a:r>
          <a:endParaRPr lang="ru-RU" sz="700" kern="1200" dirty="0"/>
        </a:p>
      </dsp:txBody>
      <dsp:txXfrm>
        <a:off x="9621886" y="17219813"/>
        <a:ext cx="961100" cy="586991"/>
      </dsp:txXfrm>
    </dsp:sp>
    <dsp:sp modelId="{2E311DBD-D5C8-4821-9F0A-0E24F3A056B9}">
      <dsp:nvSpPr>
        <dsp:cNvPr id="0" name=""/>
        <dsp:cNvSpPr/>
      </dsp:nvSpPr>
      <dsp:spPr>
        <a:xfrm>
          <a:off x="10913007" y="14083974"/>
          <a:ext cx="1247031" cy="623515"/>
        </a:xfrm>
        <a:prstGeom prst="roundRect">
          <a:avLst>
            <a:gd name="adj" fmla="val 10000"/>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ru-RU" sz="1200" b="1" i="0" kern="1200"/>
            <a:t>8. Системы управления уязвимостями:</a:t>
          </a:r>
          <a:endParaRPr lang="ru-RU" sz="1200" kern="1200"/>
        </a:p>
      </dsp:txBody>
      <dsp:txXfrm>
        <a:off x="10931269" y="14102236"/>
        <a:ext cx="1210507" cy="586991"/>
      </dsp:txXfrm>
    </dsp:sp>
    <dsp:sp modelId="{B7C1B302-73E2-4951-B7DF-EC649857A98C}">
      <dsp:nvSpPr>
        <dsp:cNvPr id="0" name=""/>
        <dsp:cNvSpPr/>
      </dsp:nvSpPr>
      <dsp:spPr>
        <a:xfrm>
          <a:off x="11037710" y="14707489"/>
          <a:ext cx="124703" cy="467636"/>
        </a:xfrm>
        <a:custGeom>
          <a:avLst/>
          <a:gdLst/>
          <a:ahLst/>
          <a:cxnLst/>
          <a:rect l="0" t="0" r="0" b="0"/>
          <a:pathLst>
            <a:path>
              <a:moveTo>
                <a:pt x="0" y="0"/>
              </a:moveTo>
              <a:lnTo>
                <a:pt x="0" y="467636"/>
              </a:lnTo>
              <a:lnTo>
                <a:pt x="124703" y="467636"/>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CE5B653-75BE-4544-BEF2-50B9E7F74FF0}">
      <dsp:nvSpPr>
        <dsp:cNvPr id="0" name=""/>
        <dsp:cNvSpPr/>
      </dsp:nvSpPr>
      <dsp:spPr>
        <a:xfrm>
          <a:off x="11162413" y="14863368"/>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4018293"/>
              <a:satOff val="24209"/>
              <a:lumOff val="194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Сканеры уязвимостей</a:t>
          </a:r>
          <a:r>
            <a:rPr lang="ru-RU" sz="700" b="0" i="0" kern="1200" dirty="0"/>
            <a:t> (</a:t>
          </a:r>
          <a:r>
            <a:rPr lang="en-US" sz="700" b="0" i="0" kern="1200" dirty="0"/>
            <a:t>Nessus, Qualys, OpenVAS)</a:t>
          </a:r>
          <a:endParaRPr lang="ru-RU" sz="700" kern="1200" dirty="0"/>
        </a:p>
      </dsp:txBody>
      <dsp:txXfrm>
        <a:off x="11180675" y="14881630"/>
        <a:ext cx="961100" cy="586991"/>
      </dsp:txXfrm>
    </dsp:sp>
    <dsp:sp modelId="{22742DAD-7EA2-4B50-932A-DD7AD844E826}">
      <dsp:nvSpPr>
        <dsp:cNvPr id="0" name=""/>
        <dsp:cNvSpPr/>
      </dsp:nvSpPr>
      <dsp:spPr>
        <a:xfrm>
          <a:off x="11037710" y="14707489"/>
          <a:ext cx="124703" cy="1247031"/>
        </a:xfrm>
        <a:custGeom>
          <a:avLst/>
          <a:gdLst/>
          <a:ahLst/>
          <a:cxnLst/>
          <a:rect l="0" t="0" r="0" b="0"/>
          <a:pathLst>
            <a:path>
              <a:moveTo>
                <a:pt x="0" y="0"/>
              </a:moveTo>
              <a:lnTo>
                <a:pt x="0" y="1247031"/>
              </a:lnTo>
              <a:lnTo>
                <a:pt x="124703" y="1247031"/>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70EB8C9-BAA0-4748-894C-AC29540D2D40}">
      <dsp:nvSpPr>
        <dsp:cNvPr id="0" name=""/>
        <dsp:cNvSpPr/>
      </dsp:nvSpPr>
      <dsp:spPr>
        <a:xfrm>
          <a:off x="11162413" y="15642762"/>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4167118"/>
              <a:satOff val="25106"/>
              <a:lumOff val="201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Платформы управления уязвимостями</a:t>
          </a:r>
          <a:endParaRPr lang="ru-RU" sz="700" kern="1200" dirty="0"/>
        </a:p>
      </dsp:txBody>
      <dsp:txXfrm>
        <a:off x="11180675" y="15661024"/>
        <a:ext cx="961100" cy="586991"/>
      </dsp:txXfrm>
    </dsp:sp>
    <dsp:sp modelId="{E74A5243-DD7F-42A8-9705-CB6C9378D8FB}">
      <dsp:nvSpPr>
        <dsp:cNvPr id="0" name=""/>
        <dsp:cNvSpPr/>
      </dsp:nvSpPr>
      <dsp:spPr>
        <a:xfrm>
          <a:off x="11037710" y="14707489"/>
          <a:ext cx="124703" cy="2026425"/>
        </a:xfrm>
        <a:custGeom>
          <a:avLst/>
          <a:gdLst/>
          <a:ahLst/>
          <a:cxnLst/>
          <a:rect l="0" t="0" r="0" b="0"/>
          <a:pathLst>
            <a:path>
              <a:moveTo>
                <a:pt x="0" y="0"/>
              </a:moveTo>
              <a:lnTo>
                <a:pt x="0" y="2026425"/>
              </a:lnTo>
              <a:lnTo>
                <a:pt x="124703" y="2026425"/>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F2D64E1-1058-43BB-98B2-35D238E9BA9F}">
      <dsp:nvSpPr>
        <dsp:cNvPr id="0" name=""/>
        <dsp:cNvSpPr/>
      </dsp:nvSpPr>
      <dsp:spPr>
        <a:xfrm>
          <a:off x="11162413" y="16422157"/>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4315944"/>
              <a:satOff val="26002"/>
              <a:lumOff val="208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Системы оценки патчей</a:t>
          </a:r>
          <a:endParaRPr lang="ru-RU" sz="700" kern="1200" dirty="0"/>
        </a:p>
      </dsp:txBody>
      <dsp:txXfrm>
        <a:off x="11180675" y="16440419"/>
        <a:ext cx="961100" cy="586991"/>
      </dsp:txXfrm>
    </dsp:sp>
    <dsp:sp modelId="{8B84BD2E-62B2-423A-AA05-2B94B30DC2D3}">
      <dsp:nvSpPr>
        <dsp:cNvPr id="0" name=""/>
        <dsp:cNvSpPr/>
      </dsp:nvSpPr>
      <dsp:spPr>
        <a:xfrm>
          <a:off x="11037710" y="14707489"/>
          <a:ext cx="124703" cy="2805820"/>
        </a:xfrm>
        <a:custGeom>
          <a:avLst/>
          <a:gdLst/>
          <a:ahLst/>
          <a:cxnLst/>
          <a:rect l="0" t="0" r="0" b="0"/>
          <a:pathLst>
            <a:path>
              <a:moveTo>
                <a:pt x="0" y="0"/>
              </a:moveTo>
              <a:lnTo>
                <a:pt x="0" y="2805820"/>
              </a:lnTo>
              <a:lnTo>
                <a:pt x="124703" y="2805820"/>
              </a:lnTo>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45EF3FD-FF80-4E2C-BFD6-8B6D7300EE8B}">
      <dsp:nvSpPr>
        <dsp:cNvPr id="0" name=""/>
        <dsp:cNvSpPr/>
      </dsp:nvSpPr>
      <dsp:spPr>
        <a:xfrm>
          <a:off x="11162413" y="17201551"/>
          <a:ext cx="997624" cy="62351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4464770"/>
              <a:satOff val="26899"/>
              <a:lumOff val="215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ru-RU" sz="700" b="1" i="0" kern="1200" dirty="0"/>
            <a:t>Инструменты конфигурационного анализа</a:t>
          </a:r>
          <a:endParaRPr lang="ru-RU" sz="700" kern="1200" dirty="0"/>
        </a:p>
      </dsp:txBody>
      <dsp:txXfrm>
        <a:off x="11180675" y="17219813"/>
        <a:ext cx="961100" cy="58699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E6588E-4F09-49C4-A2EA-55AC2DF2E180}">
      <dsp:nvSpPr>
        <dsp:cNvPr id="0" name=""/>
        <dsp:cNvSpPr/>
      </dsp:nvSpPr>
      <dsp:spPr>
        <a:xfrm>
          <a:off x="7956"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4C6D8927-DE51-4649-8FBB-3B6CA6070B13}">
      <dsp:nvSpPr>
        <dsp:cNvPr id="0" name=""/>
        <dsp:cNvSpPr/>
      </dsp:nvSpPr>
      <dsp:spPr>
        <a:xfrm>
          <a:off x="66266" y="2030579"/>
          <a:ext cx="466479" cy="466479"/>
        </a:xfrm>
        <a:prstGeom prst="pie">
          <a:avLst>
            <a:gd name="adj1" fmla="val 14657142"/>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1F00A211-5385-4485-9789-3EA20A15671F}">
      <dsp:nvSpPr>
        <dsp:cNvPr id="0" name=""/>
        <dsp:cNvSpPr/>
      </dsp:nvSpPr>
      <dsp:spPr>
        <a:xfrm rot="16200000">
          <a:off x="-662607"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1. Пакетные фильтры (Packet </a:t>
          </a:r>
          <a:r>
            <a:rPr lang="ru-RU" sz="1200" b="1" kern="1200" dirty="0" err="1"/>
            <a:t>Filtering</a:t>
          </a:r>
          <a:r>
            <a:rPr lang="ru-RU" sz="1200" b="1" kern="1200" dirty="0"/>
            <a:t> </a:t>
          </a:r>
          <a:r>
            <a:rPr lang="ru-RU" sz="1200" b="1" kern="1200" dirty="0" err="1"/>
            <a:t>Firewalls</a:t>
          </a:r>
          <a:r>
            <a:rPr lang="ru-RU" sz="1200" b="1" kern="1200" dirty="0"/>
            <a:t>)</a:t>
          </a:r>
          <a:endParaRPr lang="ru-RU" sz="1200" kern="1200" dirty="0"/>
        </a:p>
      </dsp:txBody>
      <dsp:txXfrm>
        <a:off x="-662607" y="3284242"/>
        <a:ext cx="1690987" cy="349859"/>
      </dsp:txXfrm>
    </dsp:sp>
    <dsp:sp modelId="{2C109307-2322-4BF1-B067-A26454180514}">
      <dsp:nvSpPr>
        <dsp:cNvPr id="0" name=""/>
        <dsp:cNvSpPr/>
      </dsp:nvSpPr>
      <dsp:spPr>
        <a:xfrm>
          <a:off x="416126"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Уровень OSI:</a:t>
          </a:r>
          <a:r>
            <a:rPr lang="ru-RU" sz="1200" b="0" i="0" kern="1200" dirty="0"/>
            <a:t> Сетевой (3)</a:t>
          </a:r>
          <a:br>
            <a:rPr lang="ru-RU" sz="1200" b="0" i="0" kern="1200" dirty="0"/>
          </a:br>
          <a:r>
            <a:rPr lang="ru-RU" sz="1200" b="1" i="0" kern="1200" dirty="0"/>
            <a:t>Принцип работы:</a:t>
          </a:r>
          <a:endParaRPr lang="ru-RU" sz="1200" kern="1200" dirty="0"/>
        </a:p>
        <a:p>
          <a:pPr marL="0" lvl="0" indent="0" algn="l" defTabSz="533400">
            <a:lnSpc>
              <a:spcPct val="90000"/>
            </a:lnSpc>
            <a:spcBef>
              <a:spcPct val="0"/>
            </a:spcBef>
            <a:spcAft>
              <a:spcPct val="35000"/>
            </a:spcAft>
            <a:buNone/>
          </a:pPr>
          <a:r>
            <a:rPr lang="ru-RU" sz="1200" b="0" i="0" kern="1200" dirty="0"/>
            <a:t>Анализ заголовков IP-пакетов (адреса, порты, протоколы)</a:t>
          </a:r>
          <a:endParaRPr lang="ru-RU" sz="1200" kern="1200" dirty="0"/>
        </a:p>
        <a:p>
          <a:pPr marL="0" lvl="0" indent="0" algn="l" defTabSz="533400">
            <a:lnSpc>
              <a:spcPct val="90000"/>
            </a:lnSpc>
            <a:spcBef>
              <a:spcPct val="0"/>
            </a:spcBef>
            <a:spcAft>
              <a:spcPct val="35000"/>
            </a:spcAft>
            <a:buNone/>
          </a:pPr>
          <a:r>
            <a:rPr lang="ru-RU" sz="1200" b="0" i="0" kern="1200" dirty="0"/>
            <a:t>Статические правила без отслеживания состояния сеанса</a:t>
          </a:r>
          <a:endParaRPr lang="ru-RU" sz="1200" kern="1200" dirty="0"/>
        </a:p>
      </dsp:txBody>
      <dsp:txXfrm>
        <a:off x="416126" y="1972269"/>
        <a:ext cx="1166198" cy="2332396"/>
      </dsp:txXfrm>
    </dsp:sp>
    <dsp:sp modelId="{E5134C5D-AEC6-4491-8DA9-3398799E33F1}">
      <dsp:nvSpPr>
        <dsp:cNvPr id="0" name=""/>
        <dsp:cNvSpPr/>
      </dsp:nvSpPr>
      <dsp:spPr>
        <a:xfrm>
          <a:off x="1774858"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60613282-9C84-4096-903A-63896F01B292}">
      <dsp:nvSpPr>
        <dsp:cNvPr id="0" name=""/>
        <dsp:cNvSpPr/>
      </dsp:nvSpPr>
      <dsp:spPr>
        <a:xfrm>
          <a:off x="1833168" y="2030579"/>
          <a:ext cx="466479" cy="466479"/>
        </a:xfrm>
        <a:prstGeom prst="pie">
          <a:avLst>
            <a:gd name="adj1" fmla="val 13114284"/>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635009D2-C5A8-474C-BFD7-C84E63BB56D1}">
      <dsp:nvSpPr>
        <dsp:cNvPr id="0" name=""/>
        <dsp:cNvSpPr/>
      </dsp:nvSpPr>
      <dsp:spPr>
        <a:xfrm rot="16200000">
          <a:off x="1104294"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2. Эксперты состояния (</a:t>
          </a:r>
          <a:r>
            <a:rPr lang="ru-RU" sz="1200" b="1" kern="1200" dirty="0" err="1"/>
            <a:t>Stateful</a:t>
          </a:r>
          <a:r>
            <a:rPr lang="ru-RU" sz="1200" b="1" kern="1200" dirty="0"/>
            <a:t> </a:t>
          </a:r>
          <a:r>
            <a:rPr lang="ru-RU" sz="1200" b="1" kern="1200" dirty="0" err="1"/>
            <a:t>Inspection</a:t>
          </a:r>
          <a:r>
            <a:rPr lang="ru-RU" sz="1200" b="1" kern="1200" dirty="0"/>
            <a:t> </a:t>
          </a:r>
          <a:r>
            <a:rPr lang="ru-RU" sz="1200" b="1" kern="1200" dirty="0" err="1"/>
            <a:t>Firewalls</a:t>
          </a:r>
          <a:r>
            <a:rPr lang="ru-RU" sz="1200" b="1" kern="1200" dirty="0"/>
            <a:t>)</a:t>
          </a:r>
          <a:endParaRPr lang="ru-RU" sz="1200" kern="1200" dirty="0"/>
        </a:p>
      </dsp:txBody>
      <dsp:txXfrm>
        <a:off x="1104294" y="3284242"/>
        <a:ext cx="1690987" cy="349859"/>
      </dsp:txXfrm>
    </dsp:sp>
    <dsp:sp modelId="{9022C272-377D-4290-8754-8FC7008509B6}">
      <dsp:nvSpPr>
        <dsp:cNvPr id="0" name=""/>
        <dsp:cNvSpPr/>
      </dsp:nvSpPr>
      <dsp:spPr>
        <a:xfrm>
          <a:off x="2183027"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Уровень OSI:</a:t>
          </a:r>
          <a:r>
            <a:rPr lang="ru-RU" sz="1200" b="0" i="0" kern="1200" dirty="0"/>
            <a:t> Транспортный (4)</a:t>
          </a:r>
          <a:br>
            <a:rPr lang="ru-RU" sz="1200" b="0" i="0" kern="1200" dirty="0"/>
          </a:br>
          <a:r>
            <a:rPr lang="ru-RU" sz="1200" b="1" i="0" kern="1200" dirty="0"/>
            <a:t>Принцип работы:</a:t>
          </a:r>
          <a:endParaRPr lang="ru-RU" sz="1200" kern="1200" dirty="0"/>
        </a:p>
        <a:p>
          <a:pPr marL="0" lvl="0" indent="0" algn="l" defTabSz="533400">
            <a:lnSpc>
              <a:spcPct val="90000"/>
            </a:lnSpc>
            <a:spcBef>
              <a:spcPct val="0"/>
            </a:spcBef>
            <a:spcAft>
              <a:spcPct val="35000"/>
            </a:spcAft>
            <a:buNone/>
          </a:pPr>
          <a:r>
            <a:rPr lang="ru-RU" sz="1200" b="0" i="0" kern="1200" dirty="0"/>
            <a:t>Отслеживание состояния соединений (TCP/UDP-сессии)</a:t>
          </a:r>
          <a:endParaRPr lang="ru-RU" sz="1200" kern="1200" dirty="0"/>
        </a:p>
        <a:p>
          <a:pPr marL="0" lvl="0" indent="0" algn="l" defTabSz="533400">
            <a:lnSpc>
              <a:spcPct val="90000"/>
            </a:lnSpc>
            <a:spcBef>
              <a:spcPct val="0"/>
            </a:spcBef>
            <a:spcAft>
              <a:spcPct val="35000"/>
            </a:spcAft>
            <a:buNone/>
          </a:pPr>
          <a:r>
            <a:rPr lang="ru-RU" sz="1200" b="0" i="0" kern="1200" dirty="0"/>
            <a:t>Динамическое открытие портов для ответного трафика</a:t>
          </a:r>
          <a:endParaRPr lang="ru-RU" sz="1200" kern="1200" dirty="0"/>
        </a:p>
        <a:p>
          <a:pPr marL="0" lvl="0" indent="0" algn="l" defTabSz="533400">
            <a:lnSpc>
              <a:spcPct val="90000"/>
            </a:lnSpc>
            <a:spcBef>
              <a:spcPct val="0"/>
            </a:spcBef>
            <a:spcAft>
              <a:spcPct val="35000"/>
            </a:spcAft>
            <a:buNone/>
          </a:pPr>
          <a:r>
            <a:rPr lang="ru-RU" sz="1200" b="0" i="0" kern="1200" dirty="0"/>
            <a:t>Анализ последовательности пакетов</a:t>
          </a:r>
          <a:endParaRPr lang="ru-RU" sz="1200" kern="1200" dirty="0"/>
        </a:p>
      </dsp:txBody>
      <dsp:txXfrm>
        <a:off x="2183027" y="1972269"/>
        <a:ext cx="1166198" cy="2332396"/>
      </dsp:txXfrm>
    </dsp:sp>
    <dsp:sp modelId="{C6D7882D-CCA9-4C28-AE21-2BA0D142B4DA}">
      <dsp:nvSpPr>
        <dsp:cNvPr id="0" name=""/>
        <dsp:cNvSpPr/>
      </dsp:nvSpPr>
      <dsp:spPr>
        <a:xfrm>
          <a:off x="3541760"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B62CFECE-B13C-40E5-AB78-79E7568F2F5A}">
      <dsp:nvSpPr>
        <dsp:cNvPr id="0" name=""/>
        <dsp:cNvSpPr/>
      </dsp:nvSpPr>
      <dsp:spPr>
        <a:xfrm>
          <a:off x="3600070" y="2030579"/>
          <a:ext cx="466479" cy="466479"/>
        </a:xfrm>
        <a:prstGeom prst="pie">
          <a:avLst>
            <a:gd name="adj1" fmla="val 11571426"/>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D1328EFD-7476-4EBD-803A-57F0943A3F8D}">
      <dsp:nvSpPr>
        <dsp:cNvPr id="0" name=""/>
        <dsp:cNvSpPr/>
      </dsp:nvSpPr>
      <dsp:spPr>
        <a:xfrm rot="16200000">
          <a:off x="2871196"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a:t>3. Шлюзы прикладного уровня (Application-Level Gateways)</a:t>
          </a:r>
          <a:endParaRPr lang="ru-RU" sz="1200" kern="1200" dirty="0"/>
        </a:p>
      </dsp:txBody>
      <dsp:txXfrm>
        <a:off x="2871196" y="3284242"/>
        <a:ext cx="1690987" cy="349859"/>
      </dsp:txXfrm>
    </dsp:sp>
    <dsp:sp modelId="{E8E1C5CE-D6E6-4B3B-8588-854A4E054B75}">
      <dsp:nvSpPr>
        <dsp:cNvPr id="0" name=""/>
        <dsp:cNvSpPr/>
      </dsp:nvSpPr>
      <dsp:spPr>
        <a:xfrm>
          <a:off x="3949929"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Уровень OSI:</a:t>
          </a:r>
          <a:r>
            <a:rPr lang="ru-RU" sz="1200" b="0" i="0" kern="1200" dirty="0"/>
            <a:t> Прикладной (7)</a:t>
          </a:r>
          <a:br>
            <a:rPr lang="ru-RU" sz="1200" b="0" i="0" kern="1200" dirty="0"/>
          </a:br>
          <a:r>
            <a:rPr lang="ru-RU" sz="1200" b="1" i="0" kern="1200" dirty="0"/>
            <a:t>Принцип работы:</a:t>
          </a:r>
          <a:endParaRPr lang="ru-RU" sz="1200" kern="1200" dirty="0"/>
        </a:p>
        <a:p>
          <a:pPr marL="0" lvl="0" indent="0" algn="l" defTabSz="533400">
            <a:lnSpc>
              <a:spcPct val="90000"/>
            </a:lnSpc>
            <a:spcBef>
              <a:spcPct val="0"/>
            </a:spcBef>
            <a:spcAft>
              <a:spcPct val="35000"/>
            </a:spcAft>
            <a:buNone/>
          </a:pPr>
          <a:r>
            <a:rPr lang="ru-RU" sz="1200" b="0" i="0" kern="1200" dirty="0"/>
            <a:t>Глубокая проверка пакетов (Deep Packet </a:t>
          </a:r>
          <a:r>
            <a:rPr lang="ru-RU" sz="1200" b="0" i="0" kern="1200" dirty="0" err="1"/>
            <a:t>Inspection</a:t>
          </a:r>
          <a:r>
            <a:rPr lang="ru-RU" sz="1200" b="0" i="0" kern="1200" dirty="0"/>
            <a:t>)</a:t>
          </a:r>
          <a:endParaRPr lang="ru-RU" sz="1200" kern="1200" dirty="0"/>
        </a:p>
        <a:p>
          <a:pPr marL="0" lvl="0" indent="0" algn="l" defTabSz="533400">
            <a:lnSpc>
              <a:spcPct val="90000"/>
            </a:lnSpc>
            <a:spcBef>
              <a:spcPct val="0"/>
            </a:spcBef>
            <a:spcAft>
              <a:spcPct val="35000"/>
            </a:spcAft>
            <a:buNone/>
          </a:pPr>
          <a:r>
            <a:rPr lang="ru-RU" sz="1200" b="0" i="0" kern="1200" dirty="0"/>
            <a:t>Анализ содержимого приложений</a:t>
          </a:r>
          <a:endParaRPr lang="ru-RU" sz="1200" kern="1200" dirty="0"/>
        </a:p>
        <a:p>
          <a:pPr marL="0" lvl="0" indent="0" algn="l" defTabSz="533400">
            <a:lnSpc>
              <a:spcPct val="90000"/>
            </a:lnSpc>
            <a:spcBef>
              <a:spcPct val="0"/>
            </a:spcBef>
            <a:spcAft>
              <a:spcPct val="35000"/>
            </a:spcAft>
            <a:buNone/>
          </a:pPr>
          <a:r>
            <a:rPr lang="ru-RU" sz="1200" b="0" i="0" kern="1200" dirty="0"/>
            <a:t>Аутентификация пользователей</a:t>
          </a:r>
          <a:endParaRPr lang="ru-RU" sz="1200" kern="1200" dirty="0"/>
        </a:p>
      </dsp:txBody>
      <dsp:txXfrm>
        <a:off x="3949929" y="1972269"/>
        <a:ext cx="1166198" cy="2332396"/>
      </dsp:txXfrm>
    </dsp:sp>
    <dsp:sp modelId="{8A2011B2-E6F6-46C9-872C-F4BB41227836}">
      <dsp:nvSpPr>
        <dsp:cNvPr id="0" name=""/>
        <dsp:cNvSpPr/>
      </dsp:nvSpPr>
      <dsp:spPr>
        <a:xfrm>
          <a:off x="5308662"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41013545-78E0-4A45-9929-067AB8BECBEF}">
      <dsp:nvSpPr>
        <dsp:cNvPr id="0" name=""/>
        <dsp:cNvSpPr/>
      </dsp:nvSpPr>
      <dsp:spPr>
        <a:xfrm>
          <a:off x="5366972" y="2030579"/>
          <a:ext cx="466479" cy="466479"/>
        </a:xfrm>
        <a:prstGeom prst="pie">
          <a:avLst>
            <a:gd name="adj1" fmla="val 10028574"/>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86C36D85-CEF3-4FBC-A503-23078976B489}">
      <dsp:nvSpPr>
        <dsp:cNvPr id="0" name=""/>
        <dsp:cNvSpPr/>
      </dsp:nvSpPr>
      <dsp:spPr>
        <a:xfrm rot="16200000">
          <a:off x="4638098"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4. Шлюзы уровня сеанса (</a:t>
          </a:r>
          <a:r>
            <a:rPr lang="ru-RU" sz="1200" b="1" kern="1200" dirty="0" err="1"/>
            <a:t>Circuit</a:t>
          </a:r>
          <a:r>
            <a:rPr lang="ru-RU" sz="1200" b="1" kern="1200" dirty="0"/>
            <a:t>-Level </a:t>
          </a:r>
          <a:r>
            <a:rPr lang="ru-RU" sz="1200" b="1" kern="1200" dirty="0" err="1"/>
            <a:t>Gateways</a:t>
          </a:r>
          <a:r>
            <a:rPr lang="ru-RU" sz="1200" b="1" kern="1200" dirty="0"/>
            <a:t>)</a:t>
          </a:r>
          <a:endParaRPr lang="ru-RU" sz="1200" kern="1200" dirty="0"/>
        </a:p>
      </dsp:txBody>
      <dsp:txXfrm>
        <a:off x="4638098" y="3284242"/>
        <a:ext cx="1690987" cy="349859"/>
      </dsp:txXfrm>
    </dsp:sp>
    <dsp:sp modelId="{2069DF11-1185-4229-BBCC-2E3878C40678}">
      <dsp:nvSpPr>
        <dsp:cNvPr id="0" name=""/>
        <dsp:cNvSpPr/>
      </dsp:nvSpPr>
      <dsp:spPr>
        <a:xfrm>
          <a:off x="5716831"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Уровень OSI:</a:t>
          </a:r>
          <a:r>
            <a:rPr lang="ru-RU" sz="1200" b="0" i="0" kern="1200" dirty="0"/>
            <a:t> Сеансовый (5)</a:t>
          </a:r>
          <a:br>
            <a:rPr lang="ru-RU" sz="1200" b="0" i="0" kern="1200" dirty="0"/>
          </a:br>
          <a:r>
            <a:rPr lang="ru-RU" sz="1200" b="1" i="0" kern="1200" dirty="0"/>
            <a:t>Принцип работы:</a:t>
          </a:r>
          <a:endParaRPr lang="ru-RU" sz="1200" kern="1200" dirty="0"/>
        </a:p>
        <a:p>
          <a:pPr marL="0" lvl="0" indent="0" algn="l" defTabSz="533400">
            <a:lnSpc>
              <a:spcPct val="90000"/>
            </a:lnSpc>
            <a:spcBef>
              <a:spcPct val="0"/>
            </a:spcBef>
            <a:spcAft>
              <a:spcPct val="35000"/>
            </a:spcAft>
            <a:buNone/>
          </a:pPr>
          <a:r>
            <a:rPr lang="ru-RU" sz="1200" b="0" i="0" kern="1200" dirty="0"/>
            <a:t>Проверка установления TCP-сессий</a:t>
          </a:r>
          <a:endParaRPr lang="ru-RU" sz="1200" kern="1200" dirty="0"/>
        </a:p>
        <a:p>
          <a:pPr marL="0" lvl="0" indent="0" algn="l" defTabSz="533400">
            <a:lnSpc>
              <a:spcPct val="90000"/>
            </a:lnSpc>
            <a:spcBef>
              <a:spcPct val="0"/>
            </a:spcBef>
            <a:spcAft>
              <a:spcPct val="35000"/>
            </a:spcAft>
            <a:buNone/>
          </a:pPr>
          <a:r>
            <a:rPr lang="ru-RU" sz="1200" b="0" i="0" kern="1200" dirty="0"/>
            <a:t>Контроль </a:t>
          </a:r>
          <a:r>
            <a:rPr lang="ru-RU" sz="1200" b="0" i="0" kern="1200" dirty="0" err="1"/>
            <a:t>handshake</a:t>
          </a:r>
          <a:r>
            <a:rPr lang="ru-RU" sz="1200" b="0" i="0" kern="1200" dirty="0"/>
            <a:t>-процесса</a:t>
          </a:r>
          <a:endParaRPr lang="ru-RU" sz="1200" kern="1200" dirty="0"/>
        </a:p>
        <a:p>
          <a:pPr marL="0" lvl="0" indent="0" algn="l" defTabSz="533400">
            <a:lnSpc>
              <a:spcPct val="90000"/>
            </a:lnSpc>
            <a:spcBef>
              <a:spcPct val="0"/>
            </a:spcBef>
            <a:spcAft>
              <a:spcPct val="35000"/>
            </a:spcAft>
            <a:buNone/>
          </a:pPr>
          <a:r>
            <a:rPr lang="ru-RU" sz="1200" b="0" i="0" kern="1200" dirty="0" err="1"/>
            <a:t>Проксирование</a:t>
          </a:r>
          <a:r>
            <a:rPr lang="ru-RU" sz="1200" b="0" i="0" kern="1200" dirty="0"/>
            <a:t> соединений</a:t>
          </a:r>
          <a:endParaRPr lang="ru-RU" sz="1200" kern="1200" dirty="0"/>
        </a:p>
      </dsp:txBody>
      <dsp:txXfrm>
        <a:off x="5716831" y="1972269"/>
        <a:ext cx="1166198" cy="2332396"/>
      </dsp:txXfrm>
    </dsp:sp>
    <dsp:sp modelId="{D45244C7-8B59-400B-B3C2-4186F8147E33}">
      <dsp:nvSpPr>
        <dsp:cNvPr id="0" name=""/>
        <dsp:cNvSpPr/>
      </dsp:nvSpPr>
      <dsp:spPr>
        <a:xfrm>
          <a:off x="7075563"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CBA26129-1059-4A7D-A8BE-159151B63E35}">
      <dsp:nvSpPr>
        <dsp:cNvPr id="0" name=""/>
        <dsp:cNvSpPr/>
      </dsp:nvSpPr>
      <dsp:spPr>
        <a:xfrm>
          <a:off x="7133873" y="2030579"/>
          <a:ext cx="466479" cy="466479"/>
        </a:xfrm>
        <a:prstGeom prst="pie">
          <a:avLst>
            <a:gd name="adj1" fmla="val 8485716"/>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13593937-7A5D-4D83-83B7-0B2D9A116A4C}">
      <dsp:nvSpPr>
        <dsp:cNvPr id="0" name=""/>
        <dsp:cNvSpPr/>
      </dsp:nvSpPr>
      <dsp:spPr>
        <a:xfrm rot="16200000">
          <a:off x="6404999"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5. Прокси-серверы (</a:t>
          </a:r>
          <a:r>
            <a:rPr lang="ru-RU" sz="1200" b="1" kern="1200" dirty="0" err="1"/>
            <a:t>Proxy</a:t>
          </a:r>
          <a:r>
            <a:rPr lang="ru-RU" sz="1200" b="1" kern="1200" dirty="0"/>
            <a:t> </a:t>
          </a:r>
          <a:r>
            <a:rPr lang="ru-RU" sz="1200" b="1" kern="1200" dirty="0" err="1"/>
            <a:t>Firewalls</a:t>
          </a:r>
          <a:r>
            <a:rPr lang="ru-RU" sz="1200" b="1" kern="1200" dirty="0"/>
            <a:t>)</a:t>
          </a:r>
          <a:br>
            <a:rPr lang="ru-RU" sz="1200" b="0" i="0" kern="1200" dirty="0"/>
          </a:br>
          <a:r>
            <a:rPr lang="ru-RU" sz="1200" b="1" i="0" kern="1200" dirty="0"/>
            <a:t>Принцип работы:</a:t>
          </a:r>
          <a:endParaRPr lang="ru-RU" sz="1200" kern="1200" dirty="0"/>
        </a:p>
      </dsp:txBody>
      <dsp:txXfrm>
        <a:off x="6404999" y="3284242"/>
        <a:ext cx="1690987" cy="349859"/>
      </dsp:txXfrm>
    </dsp:sp>
    <dsp:sp modelId="{82D35998-DF7B-4759-A037-6F940B2ABED5}">
      <dsp:nvSpPr>
        <dsp:cNvPr id="0" name=""/>
        <dsp:cNvSpPr/>
      </dsp:nvSpPr>
      <dsp:spPr>
        <a:xfrm>
          <a:off x="7483733"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0" i="0" kern="1200" dirty="0"/>
            <a:t>Полное завершение соединений на стороне экрана</a:t>
          </a:r>
          <a:endParaRPr lang="ru-RU" sz="1200" kern="1200" dirty="0"/>
        </a:p>
        <a:p>
          <a:pPr marL="0" lvl="0" indent="0" algn="l" defTabSz="533400">
            <a:lnSpc>
              <a:spcPct val="90000"/>
            </a:lnSpc>
            <a:spcBef>
              <a:spcPct val="0"/>
            </a:spcBef>
            <a:spcAft>
              <a:spcPct val="35000"/>
            </a:spcAft>
            <a:buNone/>
          </a:pPr>
          <a:r>
            <a:rPr lang="ru-RU" sz="1200" b="0" i="0" kern="1200" dirty="0"/>
            <a:t>Пересборка и анализ всего трафика</a:t>
          </a:r>
          <a:endParaRPr lang="ru-RU" sz="1200" kern="1200" dirty="0"/>
        </a:p>
        <a:p>
          <a:pPr marL="0" lvl="0" indent="0" algn="l" defTabSz="533400">
            <a:lnSpc>
              <a:spcPct val="90000"/>
            </a:lnSpc>
            <a:spcBef>
              <a:spcPct val="0"/>
            </a:spcBef>
            <a:spcAft>
              <a:spcPct val="35000"/>
            </a:spcAft>
            <a:buNone/>
          </a:pPr>
          <a:r>
            <a:rPr lang="ru-RU" sz="1200" b="0" i="0" kern="1200" dirty="0"/>
            <a:t>Кэширование и фильтрация контента</a:t>
          </a:r>
          <a:endParaRPr lang="ru-RU" sz="1200" kern="1200" dirty="0"/>
        </a:p>
      </dsp:txBody>
      <dsp:txXfrm>
        <a:off x="7483733" y="1972269"/>
        <a:ext cx="1166198" cy="2332396"/>
      </dsp:txXfrm>
    </dsp:sp>
    <dsp:sp modelId="{03A8B753-A48E-4410-9D2A-CB38012D6ED2}">
      <dsp:nvSpPr>
        <dsp:cNvPr id="0" name=""/>
        <dsp:cNvSpPr/>
      </dsp:nvSpPr>
      <dsp:spPr>
        <a:xfrm>
          <a:off x="8842465"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8DB6449B-7096-4A64-89DD-F08E66931D5F}">
      <dsp:nvSpPr>
        <dsp:cNvPr id="0" name=""/>
        <dsp:cNvSpPr/>
      </dsp:nvSpPr>
      <dsp:spPr>
        <a:xfrm>
          <a:off x="8900775" y="2030579"/>
          <a:ext cx="466479" cy="466479"/>
        </a:xfrm>
        <a:prstGeom prst="pie">
          <a:avLst>
            <a:gd name="adj1" fmla="val 6942858"/>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68F1D00F-A64E-417E-A0DF-52F949A78B7B}">
      <dsp:nvSpPr>
        <dsp:cNvPr id="0" name=""/>
        <dsp:cNvSpPr/>
      </dsp:nvSpPr>
      <dsp:spPr>
        <a:xfrm rot="16200000">
          <a:off x="8171901"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6. Многоуровневые экраны (</a:t>
          </a:r>
          <a:r>
            <a:rPr lang="ru-RU" sz="1200" b="1" kern="1200" dirty="0" err="1"/>
            <a:t>Multilayer</a:t>
          </a:r>
          <a:r>
            <a:rPr lang="ru-RU" sz="1200" b="1" kern="1200" dirty="0"/>
            <a:t> </a:t>
          </a:r>
          <a:r>
            <a:rPr lang="ru-RU" sz="1200" b="1" kern="1200" dirty="0" err="1"/>
            <a:t>Firewalls</a:t>
          </a:r>
          <a:r>
            <a:rPr lang="ru-RU" sz="1200" b="1" kern="1200" dirty="0"/>
            <a:t>)</a:t>
          </a:r>
          <a:endParaRPr lang="ru-RU" sz="1200" kern="1200" dirty="0"/>
        </a:p>
      </dsp:txBody>
      <dsp:txXfrm>
        <a:off x="8171901" y="3284242"/>
        <a:ext cx="1690987" cy="349859"/>
      </dsp:txXfrm>
    </dsp:sp>
    <dsp:sp modelId="{B8B6CCF9-7432-477C-9133-91010D4CF15F}">
      <dsp:nvSpPr>
        <dsp:cNvPr id="0" name=""/>
        <dsp:cNvSpPr/>
      </dsp:nvSpPr>
      <dsp:spPr>
        <a:xfrm>
          <a:off x="9250635"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Принцип работы:</a:t>
          </a:r>
          <a:r>
            <a:rPr lang="ru-RU" sz="1200" b="0" i="0" kern="1200" dirty="0"/>
            <a:t> Комбинация нескольких методов фильтрации</a:t>
          </a:r>
          <a:br>
            <a:rPr lang="ru-RU" sz="1200" b="0" i="0" kern="1200" dirty="0"/>
          </a:br>
          <a:r>
            <a:rPr lang="ru-RU" sz="1200" b="1" i="0" kern="1200" dirty="0"/>
            <a:t>Компоненты:</a:t>
          </a:r>
          <a:endParaRPr lang="ru-RU" sz="1200" kern="1200" dirty="0"/>
        </a:p>
        <a:p>
          <a:pPr marL="0" lvl="0" indent="0" algn="l" defTabSz="533400">
            <a:lnSpc>
              <a:spcPct val="90000"/>
            </a:lnSpc>
            <a:spcBef>
              <a:spcPct val="0"/>
            </a:spcBef>
            <a:spcAft>
              <a:spcPct val="35000"/>
            </a:spcAft>
            <a:buNone/>
          </a:pPr>
          <a:r>
            <a:rPr lang="ru-RU" sz="1200" b="0" i="0" kern="1200" dirty="0"/>
            <a:t>Пакетная фильтрация на периметре</a:t>
          </a:r>
          <a:endParaRPr lang="ru-RU" sz="1200" kern="1200" dirty="0"/>
        </a:p>
        <a:p>
          <a:pPr marL="0" lvl="0" indent="0" algn="l" defTabSz="533400">
            <a:lnSpc>
              <a:spcPct val="90000"/>
            </a:lnSpc>
            <a:spcBef>
              <a:spcPct val="0"/>
            </a:spcBef>
            <a:spcAft>
              <a:spcPct val="35000"/>
            </a:spcAft>
            <a:buNone/>
          </a:pPr>
          <a:r>
            <a:rPr lang="ru-RU" sz="1200" b="0" i="0" kern="1200" dirty="0" err="1"/>
            <a:t>Stateful</a:t>
          </a:r>
          <a:r>
            <a:rPr lang="ru-RU" sz="1200" b="0" i="0" kern="1200" dirty="0"/>
            <a:t> </a:t>
          </a:r>
          <a:r>
            <a:rPr lang="ru-RU" sz="1200" b="0" i="0" kern="1200" dirty="0" err="1"/>
            <a:t>inspection</a:t>
          </a:r>
          <a:r>
            <a:rPr lang="ru-RU" sz="1200" b="0" i="0" kern="1200" dirty="0"/>
            <a:t> для транспортного уровня</a:t>
          </a:r>
          <a:endParaRPr lang="ru-RU" sz="1200" kern="1200" dirty="0"/>
        </a:p>
        <a:p>
          <a:pPr marL="0" lvl="0" indent="0" algn="l" defTabSz="533400">
            <a:lnSpc>
              <a:spcPct val="90000"/>
            </a:lnSpc>
            <a:spcBef>
              <a:spcPct val="0"/>
            </a:spcBef>
            <a:spcAft>
              <a:spcPct val="35000"/>
            </a:spcAft>
            <a:buNone/>
          </a:pPr>
          <a:r>
            <a:rPr lang="ru-RU" sz="1200" b="0" i="0" kern="1200" dirty="0"/>
            <a:t>DPI для прикладного уровня</a:t>
          </a:r>
          <a:endParaRPr lang="ru-RU" sz="1200" kern="1200" dirty="0"/>
        </a:p>
        <a:p>
          <a:pPr marL="0" lvl="0" indent="0" algn="l" defTabSz="533400">
            <a:lnSpc>
              <a:spcPct val="90000"/>
            </a:lnSpc>
            <a:spcBef>
              <a:spcPct val="0"/>
            </a:spcBef>
            <a:spcAft>
              <a:spcPct val="35000"/>
            </a:spcAft>
            <a:buNone/>
          </a:pPr>
          <a:r>
            <a:rPr lang="ru-RU" sz="1200" b="0" i="0" kern="1200" dirty="0"/>
            <a:t>IPS для предотвращения вторжений</a:t>
          </a:r>
          <a:endParaRPr lang="ru-RU" sz="1200" kern="1200" dirty="0"/>
        </a:p>
      </dsp:txBody>
      <dsp:txXfrm>
        <a:off x="9250635" y="1972269"/>
        <a:ext cx="1166198" cy="2332396"/>
      </dsp:txXfrm>
    </dsp:sp>
    <dsp:sp modelId="{7BAE697C-6F33-4E0A-A084-3AC4E34632AC}">
      <dsp:nvSpPr>
        <dsp:cNvPr id="0" name=""/>
        <dsp:cNvSpPr/>
      </dsp:nvSpPr>
      <dsp:spPr>
        <a:xfrm>
          <a:off x="10609367" y="1972269"/>
          <a:ext cx="583099" cy="583099"/>
        </a:xfrm>
        <a:prstGeom prst="chord">
          <a:avLst>
            <a:gd name="adj1" fmla="val 4800000"/>
            <a:gd name="adj2" fmla="val 16800000"/>
          </a:avLst>
        </a:prstGeom>
        <a:solidFill>
          <a:schemeClr val="accent1">
            <a:tint val="4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dsp:style>
    </dsp:sp>
    <dsp:sp modelId="{F689DCD7-2900-4E17-AD6F-D2737FE266E0}">
      <dsp:nvSpPr>
        <dsp:cNvPr id="0" name=""/>
        <dsp:cNvSpPr/>
      </dsp:nvSpPr>
      <dsp:spPr>
        <a:xfrm>
          <a:off x="10667677" y="2030579"/>
          <a:ext cx="466479" cy="466479"/>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595B1343-9D3C-449D-9947-4E795EAE791B}">
      <dsp:nvSpPr>
        <dsp:cNvPr id="0" name=""/>
        <dsp:cNvSpPr/>
      </dsp:nvSpPr>
      <dsp:spPr>
        <a:xfrm rot="16200000">
          <a:off x="9938803" y="3284242"/>
          <a:ext cx="1690987" cy="349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533400">
            <a:lnSpc>
              <a:spcPct val="90000"/>
            </a:lnSpc>
            <a:spcBef>
              <a:spcPct val="0"/>
            </a:spcBef>
            <a:spcAft>
              <a:spcPct val="35000"/>
            </a:spcAft>
            <a:buNone/>
          </a:pPr>
          <a:r>
            <a:rPr lang="ru-RU" sz="1200" b="1" kern="1200" dirty="0"/>
            <a:t>7. Инспекция на основе контекста (</a:t>
          </a:r>
          <a:r>
            <a:rPr lang="ru-RU" sz="1200" b="1" kern="1200" dirty="0" err="1"/>
            <a:t>Context</a:t>
          </a:r>
          <a:r>
            <a:rPr lang="ru-RU" sz="1200" b="1" kern="1200" dirty="0"/>
            <a:t>-Based Access Control)</a:t>
          </a:r>
          <a:endParaRPr lang="ru-RU" sz="1200" kern="1200" dirty="0"/>
        </a:p>
      </dsp:txBody>
      <dsp:txXfrm>
        <a:off x="9938803" y="3284242"/>
        <a:ext cx="1690987" cy="349859"/>
      </dsp:txXfrm>
    </dsp:sp>
    <dsp:sp modelId="{0C0F2E58-2148-4982-A0F0-40D87494B126}">
      <dsp:nvSpPr>
        <dsp:cNvPr id="0" name=""/>
        <dsp:cNvSpPr/>
      </dsp:nvSpPr>
      <dsp:spPr>
        <a:xfrm>
          <a:off x="11017536" y="1972269"/>
          <a:ext cx="1166198" cy="2332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33400">
            <a:lnSpc>
              <a:spcPct val="90000"/>
            </a:lnSpc>
            <a:spcBef>
              <a:spcPct val="0"/>
            </a:spcBef>
            <a:spcAft>
              <a:spcPct val="35000"/>
            </a:spcAft>
            <a:buNone/>
          </a:pPr>
          <a:r>
            <a:rPr lang="ru-RU" sz="1200" b="1" i="0" kern="1200" dirty="0"/>
            <a:t>Принцип работы:</a:t>
          </a:r>
          <a:endParaRPr lang="ru-RU" sz="1200" kern="1200" dirty="0"/>
        </a:p>
        <a:p>
          <a:pPr marL="0" lvl="0" indent="0" algn="l" defTabSz="533400">
            <a:lnSpc>
              <a:spcPct val="90000"/>
            </a:lnSpc>
            <a:spcBef>
              <a:spcPct val="0"/>
            </a:spcBef>
            <a:spcAft>
              <a:spcPct val="35000"/>
            </a:spcAft>
            <a:buNone/>
          </a:pPr>
          <a:r>
            <a:rPr lang="ru-RU" sz="1200" b="0" i="0" kern="1200" dirty="0"/>
            <a:t>Анализ множества параметров соединения</a:t>
          </a:r>
          <a:endParaRPr lang="ru-RU" sz="1200" kern="1200" dirty="0"/>
        </a:p>
        <a:p>
          <a:pPr marL="0" lvl="0" indent="0" algn="l" defTabSz="533400">
            <a:lnSpc>
              <a:spcPct val="90000"/>
            </a:lnSpc>
            <a:spcBef>
              <a:spcPct val="0"/>
            </a:spcBef>
            <a:spcAft>
              <a:spcPct val="35000"/>
            </a:spcAft>
            <a:buNone/>
          </a:pPr>
          <a:r>
            <a:rPr lang="ru-RU" sz="1200" b="0" i="0" kern="1200" dirty="0"/>
            <a:t>Учет времени, пользователя, приложения</a:t>
          </a:r>
          <a:endParaRPr lang="ru-RU" sz="1200" kern="1200" dirty="0"/>
        </a:p>
        <a:p>
          <a:pPr marL="0" lvl="0" indent="0" algn="l" defTabSz="533400">
            <a:lnSpc>
              <a:spcPct val="90000"/>
            </a:lnSpc>
            <a:spcBef>
              <a:spcPct val="0"/>
            </a:spcBef>
            <a:spcAft>
              <a:spcPct val="35000"/>
            </a:spcAft>
            <a:buNone/>
          </a:pPr>
          <a:r>
            <a:rPr lang="ru-RU" sz="1200" b="0" i="0" kern="1200" dirty="0"/>
            <a:t>Динамическое принятие решений</a:t>
          </a:r>
          <a:br>
            <a:rPr lang="ru-RU" sz="1200" b="0" i="0" kern="1200" dirty="0"/>
          </a:br>
          <a:endParaRPr lang="ru-RU" sz="1200" kern="1200" dirty="0"/>
        </a:p>
      </dsp:txBody>
      <dsp:txXfrm>
        <a:off x="11017536" y="1972269"/>
        <a:ext cx="1166198" cy="233239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379327-430B-4019-B215-F03FA344B50E}">
      <dsp:nvSpPr>
        <dsp:cNvPr id="0" name=""/>
        <dsp:cNvSpPr/>
      </dsp:nvSpPr>
      <dsp:spPr>
        <a:xfrm>
          <a:off x="3823342" y="2838285"/>
          <a:ext cx="1550986" cy="1551176"/>
        </a:xfrm>
        <a:prstGeom prst="ellipse">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D4A0CD8-8AE3-4406-8927-EF61738E1AAF}">
      <dsp:nvSpPr>
        <dsp:cNvPr id="0" name=""/>
        <dsp:cNvSpPr/>
      </dsp:nvSpPr>
      <dsp:spPr>
        <a:xfrm>
          <a:off x="4812559" y="1695743"/>
          <a:ext cx="460531" cy="459931"/>
        </a:xfrm>
        <a:prstGeom prst="donut">
          <a:avLst>
            <a:gd name="adj" fmla="val 7460"/>
          </a:avLst>
        </a:prstGeom>
        <a:gradFill rotWithShape="0">
          <a:gsLst>
            <a:gs pos="0">
              <a:schemeClr val="accent4">
                <a:hueOff val="-446477"/>
                <a:satOff val="2690"/>
                <a:lumOff val="216"/>
                <a:alphaOff val="0"/>
                <a:tint val="100000"/>
                <a:shade val="100000"/>
                <a:satMod val="130000"/>
              </a:schemeClr>
            </a:gs>
            <a:gs pos="100000">
              <a:schemeClr val="accent4">
                <a:hueOff val="-446477"/>
                <a:satOff val="2690"/>
                <a:lumOff val="216"/>
                <a:alphaOff val="0"/>
                <a:tint val="50000"/>
                <a:shade val="100000"/>
                <a:satMod val="350000"/>
              </a:schemeClr>
            </a:gs>
          </a:gsLst>
          <a:lin ang="16200000" scaled="0"/>
        </a:gradFill>
        <a:ln w="9525" cap="flat" cmpd="sng" algn="ctr">
          <a:solidFill>
            <a:schemeClr val="accent4">
              <a:hueOff val="-446477"/>
              <a:satOff val="2690"/>
              <a:lumOff val="21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CB3E004-0FCD-4EA4-B998-9008953DC711}">
      <dsp:nvSpPr>
        <dsp:cNvPr id="0" name=""/>
        <dsp:cNvSpPr/>
      </dsp:nvSpPr>
      <dsp:spPr>
        <a:xfrm>
          <a:off x="3878262" y="2897744"/>
          <a:ext cx="1431883" cy="1431675"/>
        </a:xfrm>
        <a:prstGeom prst="ellipse">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E7BFBDC6-5676-4876-A319-2EB392B24DA9}">
      <dsp:nvSpPr>
        <dsp:cNvPr id="0" name=""/>
        <dsp:cNvSpPr/>
      </dsp:nvSpPr>
      <dsp:spPr>
        <a:xfrm>
          <a:off x="5486815" y="3130916"/>
          <a:ext cx="811224" cy="811438"/>
        </a:xfrm>
        <a:prstGeom prst="ellipse">
          <a:avLst/>
        </a:prstGeom>
        <a:gradFill rotWithShape="0">
          <a:gsLst>
            <a:gs pos="0">
              <a:schemeClr val="accent4">
                <a:hueOff val="-892954"/>
                <a:satOff val="5380"/>
                <a:lumOff val="431"/>
                <a:alphaOff val="0"/>
                <a:tint val="100000"/>
                <a:shade val="100000"/>
                <a:satMod val="130000"/>
              </a:schemeClr>
            </a:gs>
            <a:gs pos="100000">
              <a:schemeClr val="accent4">
                <a:hueOff val="-892954"/>
                <a:satOff val="5380"/>
                <a:lumOff val="431"/>
                <a:alphaOff val="0"/>
                <a:tint val="50000"/>
                <a:shade val="100000"/>
                <a:satMod val="350000"/>
              </a:schemeClr>
            </a:gs>
          </a:gsLst>
          <a:lin ang="16200000" scaled="0"/>
        </a:gradFill>
        <a:ln w="9525" cap="flat" cmpd="sng" algn="ctr">
          <a:solidFill>
            <a:schemeClr val="accent4">
              <a:hueOff val="-892954"/>
              <a:satOff val="5380"/>
              <a:lumOff val="431"/>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1B37A5EC-D3FD-4F63-B2A8-A09792970D84}">
      <dsp:nvSpPr>
        <dsp:cNvPr id="0" name=""/>
        <dsp:cNvSpPr/>
      </dsp:nvSpPr>
      <dsp:spPr>
        <a:xfrm>
          <a:off x="5534456" y="3178716"/>
          <a:ext cx="715941" cy="715837"/>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9F93B545-A994-42CE-8048-3FFA0DB01F5D}">
      <dsp:nvSpPr>
        <dsp:cNvPr id="0" name=""/>
        <dsp:cNvSpPr/>
      </dsp:nvSpPr>
      <dsp:spPr>
        <a:xfrm>
          <a:off x="5169207" y="1986042"/>
          <a:ext cx="1040828" cy="1040529"/>
        </a:xfrm>
        <a:prstGeom prst="ellipse">
          <a:avLst/>
        </a:prstGeom>
        <a:gradFill rotWithShape="0">
          <a:gsLst>
            <a:gs pos="0">
              <a:schemeClr val="accent4">
                <a:hueOff val="-1339431"/>
                <a:satOff val="8070"/>
                <a:lumOff val="647"/>
                <a:alphaOff val="0"/>
                <a:tint val="100000"/>
                <a:shade val="100000"/>
                <a:satMod val="130000"/>
              </a:schemeClr>
            </a:gs>
            <a:gs pos="100000">
              <a:schemeClr val="accent4">
                <a:hueOff val="-1339431"/>
                <a:satOff val="8070"/>
                <a:lumOff val="647"/>
                <a:alphaOff val="0"/>
                <a:tint val="50000"/>
                <a:shade val="100000"/>
                <a:satMod val="350000"/>
              </a:schemeClr>
            </a:gs>
          </a:gsLst>
          <a:lin ang="16200000" scaled="0"/>
        </a:gradFill>
        <a:ln w="9525" cap="flat" cmpd="sng" algn="ctr">
          <a:solidFill>
            <a:schemeClr val="accent4">
              <a:hueOff val="-1339431"/>
              <a:satOff val="8070"/>
              <a:lumOff val="647"/>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314859D1-21CF-4EF8-8957-695B177B03D0}">
      <dsp:nvSpPr>
        <dsp:cNvPr id="0" name=""/>
        <dsp:cNvSpPr/>
      </dsp:nvSpPr>
      <dsp:spPr>
        <a:xfrm>
          <a:off x="6435008" y="85107"/>
          <a:ext cx="340767" cy="341013"/>
        </a:xfrm>
        <a:prstGeom prst="donut">
          <a:avLst>
            <a:gd name="adj" fmla="val 7460"/>
          </a:avLst>
        </a:prstGeom>
        <a:gradFill rotWithShape="0">
          <a:gsLst>
            <a:gs pos="0">
              <a:schemeClr val="accent4">
                <a:hueOff val="-1785908"/>
                <a:satOff val="10760"/>
                <a:lumOff val="862"/>
                <a:alphaOff val="0"/>
                <a:tint val="100000"/>
                <a:shade val="100000"/>
                <a:satMod val="130000"/>
              </a:schemeClr>
            </a:gs>
            <a:gs pos="100000">
              <a:schemeClr val="accent4">
                <a:hueOff val="-1785908"/>
                <a:satOff val="10760"/>
                <a:lumOff val="862"/>
                <a:alphaOff val="0"/>
                <a:tint val="50000"/>
                <a:shade val="100000"/>
                <a:satMod val="350000"/>
              </a:schemeClr>
            </a:gs>
          </a:gsLst>
          <a:lin ang="16200000" scaled="0"/>
        </a:gradFill>
        <a:ln w="9525" cap="flat" cmpd="sng" algn="ctr">
          <a:solidFill>
            <a:schemeClr val="accent4">
              <a:hueOff val="-1785908"/>
              <a:satOff val="10760"/>
              <a:lumOff val="862"/>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8F840215-1239-4494-AAE9-13C7D4041870}">
      <dsp:nvSpPr>
        <dsp:cNvPr id="0" name=""/>
        <dsp:cNvSpPr/>
      </dsp:nvSpPr>
      <dsp:spPr>
        <a:xfrm>
          <a:off x="6946489" y="0"/>
          <a:ext cx="170714" cy="170215"/>
        </a:xfrm>
        <a:prstGeom prst="donut">
          <a:avLst>
            <a:gd name="adj" fmla="val 7460"/>
          </a:avLst>
        </a:prstGeom>
        <a:gradFill rotWithShape="0">
          <a:gsLst>
            <a:gs pos="0">
              <a:schemeClr val="accent4">
                <a:hueOff val="-2232385"/>
                <a:satOff val="13449"/>
                <a:lumOff val="1078"/>
                <a:alphaOff val="0"/>
                <a:tint val="100000"/>
                <a:shade val="100000"/>
                <a:satMod val="130000"/>
              </a:schemeClr>
            </a:gs>
            <a:gs pos="100000">
              <a:schemeClr val="accent4">
                <a:hueOff val="-2232385"/>
                <a:satOff val="13449"/>
                <a:lumOff val="1078"/>
                <a:alphaOff val="0"/>
                <a:tint val="50000"/>
                <a:shade val="100000"/>
                <a:satMod val="350000"/>
              </a:schemeClr>
            </a:gs>
          </a:gsLst>
          <a:lin ang="16200000" scaled="0"/>
        </a:gradFill>
        <a:ln w="9525" cap="flat" cmpd="sng" algn="ctr">
          <a:solidFill>
            <a:schemeClr val="accent4">
              <a:hueOff val="-2232385"/>
              <a:satOff val="13449"/>
              <a:lumOff val="1078"/>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89CB5CD-0233-4FAD-96A1-CCAE95C83B85}">
      <dsp:nvSpPr>
        <dsp:cNvPr id="0" name=""/>
        <dsp:cNvSpPr/>
      </dsp:nvSpPr>
      <dsp:spPr>
        <a:xfrm>
          <a:off x="5224127" y="2040837"/>
          <a:ext cx="930989" cy="930356"/>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833EBE55-86E4-466C-A991-154C840D2912}">
      <dsp:nvSpPr>
        <dsp:cNvPr id="0" name=""/>
        <dsp:cNvSpPr/>
      </dsp:nvSpPr>
      <dsp:spPr>
        <a:xfrm>
          <a:off x="5285663" y="1060349"/>
          <a:ext cx="729837" cy="729245"/>
        </a:xfrm>
        <a:prstGeom prst="ellipse">
          <a:avLst/>
        </a:prstGeom>
        <a:gradFill rotWithShape="0">
          <a:gsLst>
            <a:gs pos="0">
              <a:schemeClr val="accent4">
                <a:hueOff val="-2678862"/>
                <a:satOff val="16139"/>
                <a:lumOff val="1294"/>
                <a:alphaOff val="0"/>
                <a:tint val="100000"/>
                <a:shade val="100000"/>
                <a:satMod val="130000"/>
              </a:schemeClr>
            </a:gs>
            <a:gs pos="100000">
              <a:schemeClr val="accent4">
                <a:hueOff val="-2678862"/>
                <a:satOff val="16139"/>
                <a:lumOff val="1294"/>
                <a:alphaOff val="0"/>
                <a:tint val="50000"/>
                <a:shade val="100000"/>
                <a:satMod val="350000"/>
              </a:schemeClr>
            </a:gs>
          </a:gsLst>
          <a:lin ang="16200000" scaled="0"/>
        </a:gradFill>
        <a:ln w="9525" cap="flat" cmpd="sng" algn="ctr">
          <a:solidFill>
            <a:schemeClr val="accent4">
              <a:hueOff val="-2678862"/>
              <a:satOff val="16139"/>
              <a:lumOff val="1294"/>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CAA139B-A3FC-448B-8C67-66995B73C2EC}">
      <dsp:nvSpPr>
        <dsp:cNvPr id="0" name=""/>
        <dsp:cNvSpPr/>
      </dsp:nvSpPr>
      <dsp:spPr>
        <a:xfrm>
          <a:off x="5953964" y="5369367"/>
          <a:ext cx="460531" cy="459931"/>
        </a:xfrm>
        <a:prstGeom prst="donut">
          <a:avLst>
            <a:gd name="adj" fmla="val 7460"/>
          </a:avLst>
        </a:prstGeom>
        <a:gradFill rotWithShape="0">
          <a:gsLst>
            <a:gs pos="0">
              <a:schemeClr val="accent4">
                <a:hueOff val="-3125339"/>
                <a:satOff val="18829"/>
                <a:lumOff val="1509"/>
                <a:alphaOff val="0"/>
                <a:tint val="100000"/>
                <a:shade val="100000"/>
                <a:satMod val="130000"/>
              </a:schemeClr>
            </a:gs>
            <a:gs pos="100000">
              <a:schemeClr val="accent4">
                <a:hueOff val="-3125339"/>
                <a:satOff val="18829"/>
                <a:lumOff val="1509"/>
                <a:alphaOff val="0"/>
                <a:tint val="50000"/>
                <a:shade val="100000"/>
                <a:satMod val="350000"/>
              </a:schemeClr>
            </a:gs>
          </a:gsLst>
          <a:lin ang="16200000" scaled="0"/>
        </a:gradFill>
        <a:ln w="9525" cap="flat" cmpd="sng" algn="ctr">
          <a:solidFill>
            <a:schemeClr val="accent4">
              <a:hueOff val="-3125339"/>
              <a:satOff val="18829"/>
              <a:lumOff val="1509"/>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EDB5DBC-59DD-43A6-8006-7E883002CD00}">
      <dsp:nvSpPr>
        <dsp:cNvPr id="0" name=""/>
        <dsp:cNvSpPr/>
      </dsp:nvSpPr>
      <dsp:spPr>
        <a:xfrm>
          <a:off x="5328673" y="1102903"/>
          <a:ext cx="643818" cy="643554"/>
        </a:xfrm>
        <a:prstGeom prst="ellipse">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94372218-C926-4AA5-A960-71C3AC75C673}">
      <dsp:nvSpPr>
        <dsp:cNvPr id="0" name=""/>
        <dsp:cNvSpPr/>
      </dsp:nvSpPr>
      <dsp:spPr>
        <a:xfrm>
          <a:off x="5797145" y="378321"/>
          <a:ext cx="676240" cy="676198"/>
        </a:xfrm>
        <a:prstGeom prst="ellipse">
          <a:avLst/>
        </a:prstGeom>
        <a:gradFill rotWithShape="0">
          <a:gsLst>
            <a:gs pos="0">
              <a:schemeClr val="accent4">
                <a:hueOff val="-3571816"/>
                <a:satOff val="21519"/>
                <a:lumOff val="1725"/>
                <a:alphaOff val="0"/>
                <a:tint val="100000"/>
                <a:shade val="100000"/>
                <a:satMod val="130000"/>
              </a:schemeClr>
            </a:gs>
            <a:gs pos="100000">
              <a:schemeClr val="accent4">
                <a:hueOff val="-3571816"/>
                <a:satOff val="21519"/>
                <a:lumOff val="1725"/>
                <a:alphaOff val="0"/>
                <a:tint val="50000"/>
                <a:shade val="100000"/>
                <a:satMod val="350000"/>
              </a:schemeClr>
            </a:gs>
          </a:gsLst>
          <a:lin ang="16200000" scaled="0"/>
        </a:gradFill>
        <a:ln w="9525" cap="flat" cmpd="sng" algn="ctr">
          <a:solidFill>
            <a:schemeClr val="accent4">
              <a:hueOff val="-3571816"/>
              <a:satOff val="21519"/>
              <a:lumOff val="1725"/>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0F013171-4938-4A5F-BD43-48D42E21C2D2}">
      <dsp:nvSpPr>
        <dsp:cNvPr id="0" name=""/>
        <dsp:cNvSpPr/>
      </dsp:nvSpPr>
      <dsp:spPr>
        <a:xfrm>
          <a:off x="5836846" y="417960"/>
          <a:ext cx="596838" cy="596337"/>
        </a:xfrm>
        <a:prstGeom prst="ellipse">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B1B7209D-5E93-4121-B77E-1158D4F328B5}">
      <dsp:nvSpPr>
        <dsp:cNvPr id="0" name=""/>
        <dsp:cNvSpPr/>
      </dsp:nvSpPr>
      <dsp:spPr>
        <a:xfrm>
          <a:off x="4846305" y="4346325"/>
          <a:ext cx="1162578" cy="1162945"/>
        </a:xfrm>
        <a:prstGeom prst="ellipse">
          <a:avLst/>
        </a:prstGeom>
        <a:gradFill rotWithShape="0">
          <a:gsLst>
            <a:gs pos="0">
              <a:schemeClr val="accent4">
                <a:hueOff val="-4018293"/>
                <a:satOff val="24209"/>
                <a:lumOff val="1940"/>
                <a:alphaOff val="0"/>
                <a:tint val="100000"/>
                <a:shade val="100000"/>
                <a:satMod val="130000"/>
              </a:schemeClr>
            </a:gs>
            <a:gs pos="100000">
              <a:schemeClr val="accent4">
                <a:hueOff val="-4018293"/>
                <a:satOff val="24209"/>
                <a:lumOff val="1940"/>
                <a:alphaOff val="0"/>
                <a:tint val="50000"/>
                <a:shade val="100000"/>
                <a:satMod val="350000"/>
              </a:schemeClr>
            </a:gs>
          </a:gsLst>
          <a:lin ang="16200000" scaled="0"/>
        </a:gradFill>
        <a:ln w="9525" cap="flat" cmpd="sng" algn="ctr">
          <a:solidFill>
            <a:schemeClr val="accent4">
              <a:hueOff val="-4018293"/>
              <a:satOff val="24209"/>
              <a:lumOff val="194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272362CE-D96A-48AE-9641-CB010AB93F73}">
      <dsp:nvSpPr>
        <dsp:cNvPr id="0" name=""/>
        <dsp:cNvSpPr/>
      </dsp:nvSpPr>
      <dsp:spPr>
        <a:xfrm>
          <a:off x="6380088" y="3920203"/>
          <a:ext cx="255409" cy="255906"/>
        </a:xfrm>
        <a:prstGeom prst="donut">
          <a:avLst>
            <a:gd name="adj" fmla="val 7460"/>
          </a:avLst>
        </a:prstGeom>
        <a:gradFill rotWithShape="0">
          <a:gsLst>
            <a:gs pos="0">
              <a:schemeClr val="accent4">
                <a:hueOff val="-4464770"/>
                <a:satOff val="26899"/>
                <a:lumOff val="2156"/>
                <a:alphaOff val="0"/>
                <a:tint val="100000"/>
                <a:shade val="100000"/>
                <a:satMod val="130000"/>
              </a:schemeClr>
            </a:gs>
            <a:gs pos="100000">
              <a:schemeClr val="accent4">
                <a:hueOff val="-4464770"/>
                <a:satOff val="26899"/>
                <a:lumOff val="2156"/>
                <a:alphaOff val="0"/>
                <a:tint val="50000"/>
                <a:shade val="100000"/>
                <a:satMod val="350000"/>
              </a:schemeClr>
            </a:gs>
          </a:gsLst>
          <a:lin ang="16200000" scaled="0"/>
        </a:gradFill>
        <a:ln w="9525" cap="flat" cmpd="sng" algn="ctr">
          <a:solidFill>
            <a:schemeClr val="accent4">
              <a:hueOff val="-4464770"/>
              <a:satOff val="26899"/>
              <a:lumOff val="2156"/>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sp>
    <dsp:sp modelId="{7A61F351-9E58-4CD9-BD20-1B0DE38AF8F2}">
      <dsp:nvSpPr>
        <dsp:cNvPr id="0" name=""/>
        <dsp:cNvSpPr/>
      </dsp:nvSpPr>
      <dsp:spPr>
        <a:xfrm>
          <a:off x="4907842" y="4407532"/>
          <a:ext cx="1040166" cy="1039946"/>
        </a:xfrm>
        <a:prstGeom prst="ellipse">
          <a:avLst/>
        </a:prstGeom>
        <a:solidFill>
          <a:schemeClr val="accent4">
            <a:tint val="50000"/>
            <a:hueOff val="-3981281"/>
            <a:satOff val="22610"/>
            <a:lumOff val="1795"/>
            <a:alphaOff val="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1">
          <a:scrgbClr r="0" g="0" b="0"/>
        </a:fillRef>
        <a:effectRef idx="3">
          <a:scrgbClr r="0" g="0" b="0"/>
        </a:effectRef>
        <a:fontRef idx="minor"/>
      </dsp:style>
    </dsp:sp>
    <dsp:sp modelId="{CE17D1FF-057D-4A4F-8227-FF2C795B1624}">
      <dsp:nvSpPr>
        <dsp:cNvPr id="0" name=""/>
        <dsp:cNvSpPr/>
      </dsp:nvSpPr>
      <dsp:spPr>
        <a:xfrm>
          <a:off x="2289559" y="2040837"/>
          <a:ext cx="2301336" cy="728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 numCol="1" spcCol="1270" anchor="b" anchorCtr="0">
          <a:noAutofit/>
        </a:bodyPr>
        <a:lstStyle/>
        <a:p>
          <a:pPr marL="0" lvl="0" indent="0" algn="r" defTabSz="711200">
            <a:lnSpc>
              <a:spcPct val="90000"/>
            </a:lnSpc>
            <a:spcBef>
              <a:spcPct val="0"/>
            </a:spcBef>
            <a:spcAft>
              <a:spcPct val="35000"/>
            </a:spcAft>
            <a:buNone/>
          </a:pPr>
          <a:r>
            <a:rPr lang="ru-RU" sz="1600" b="1" kern="1200" dirty="0"/>
            <a:t>1. Качественная трансформация безопасности</a:t>
          </a:r>
          <a:endParaRPr lang="ru-RU" sz="1600" kern="1200" dirty="0"/>
        </a:p>
      </dsp:txBody>
      <dsp:txXfrm>
        <a:off x="2289559" y="2040837"/>
        <a:ext cx="2301336" cy="728662"/>
      </dsp:txXfrm>
    </dsp:sp>
    <dsp:sp modelId="{04C12ED2-CD73-44C9-99E1-F84E36AC2DE1}">
      <dsp:nvSpPr>
        <dsp:cNvPr id="0" name=""/>
        <dsp:cNvSpPr/>
      </dsp:nvSpPr>
      <dsp:spPr>
        <a:xfrm>
          <a:off x="6465445" y="3178716"/>
          <a:ext cx="2301336" cy="715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ru-RU" sz="1600" b="1" kern="1200" dirty="0"/>
            <a:t>2. Ключевые технологические достижения</a:t>
          </a:r>
          <a:endParaRPr lang="ru-RU" sz="1600" kern="1200" dirty="0"/>
        </a:p>
      </dsp:txBody>
      <dsp:txXfrm>
        <a:off x="6465445" y="3178716"/>
        <a:ext cx="2301336" cy="715837"/>
      </dsp:txXfrm>
    </dsp:sp>
    <dsp:sp modelId="{FDF53AFD-0232-4DF3-92B9-687E72686AC6}">
      <dsp:nvSpPr>
        <dsp:cNvPr id="0" name=""/>
        <dsp:cNvSpPr/>
      </dsp:nvSpPr>
      <dsp:spPr>
        <a:xfrm>
          <a:off x="6380088" y="2040837"/>
          <a:ext cx="2301336" cy="9303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ru-RU" sz="1600" b="1" kern="1200" dirty="0"/>
            <a:t>3. Практическая эффективность в различных доменах</a:t>
          </a:r>
          <a:endParaRPr lang="ru-RU" sz="1600" kern="1200" dirty="0"/>
        </a:p>
      </dsp:txBody>
      <dsp:txXfrm>
        <a:off x="6380088" y="2040837"/>
        <a:ext cx="2301336" cy="930356"/>
      </dsp:txXfrm>
    </dsp:sp>
    <dsp:sp modelId="{9231AA7D-D624-451D-AF86-7F9E6594E40E}">
      <dsp:nvSpPr>
        <dsp:cNvPr id="0" name=""/>
        <dsp:cNvSpPr/>
      </dsp:nvSpPr>
      <dsp:spPr>
        <a:xfrm>
          <a:off x="6178936" y="1102903"/>
          <a:ext cx="2301336" cy="643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ru-RU" sz="1600" b="1" kern="1200" dirty="0"/>
            <a:t>4. Операционные преимущества</a:t>
          </a:r>
          <a:endParaRPr lang="ru-RU" sz="1600" kern="1200" dirty="0"/>
        </a:p>
      </dsp:txBody>
      <dsp:txXfrm>
        <a:off x="6178936" y="1102903"/>
        <a:ext cx="2301336" cy="643554"/>
      </dsp:txXfrm>
    </dsp:sp>
    <dsp:sp modelId="{86EB103D-4123-469A-99AF-870716B0F039}">
      <dsp:nvSpPr>
        <dsp:cNvPr id="0" name=""/>
        <dsp:cNvSpPr/>
      </dsp:nvSpPr>
      <dsp:spPr>
        <a:xfrm>
          <a:off x="6605061" y="417960"/>
          <a:ext cx="2301336" cy="596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ru-RU" sz="1600" b="1" kern="1200" dirty="0"/>
            <a:t>5. Критические вызовы и ограничения</a:t>
          </a:r>
          <a:endParaRPr lang="ru-RU" sz="1600" kern="1200" dirty="0"/>
        </a:p>
      </dsp:txBody>
      <dsp:txXfrm>
        <a:off x="6605061" y="417960"/>
        <a:ext cx="2301336" cy="596337"/>
      </dsp:txXfrm>
    </dsp:sp>
    <dsp:sp modelId="{D137E4C3-EDBC-40BC-9F57-8457A4DB5BC0}">
      <dsp:nvSpPr>
        <dsp:cNvPr id="0" name=""/>
        <dsp:cNvSpPr/>
      </dsp:nvSpPr>
      <dsp:spPr>
        <a:xfrm>
          <a:off x="2418588" y="4407532"/>
          <a:ext cx="2301336" cy="10399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r" defTabSz="711200">
            <a:lnSpc>
              <a:spcPct val="90000"/>
            </a:lnSpc>
            <a:spcBef>
              <a:spcPct val="0"/>
            </a:spcBef>
            <a:spcAft>
              <a:spcPct val="35000"/>
            </a:spcAft>
            <a:buNone/>
          </a:pPr>
          <a:r>
            <a:rPr lang="ru-RU" sz="1600" b="1" kern="1200" dirty="0"/>
            <a:t>6. Рекомендации по внедрению</a:t>
          </a:r>
          <a:endParaRPr lang="ru-RU" sz="1600" kern="1200" dirty="0"/>
        </a:p>
      </dsp:txBody>
      <dsp:txXfrm>
        <a:off x="2418588" y="4407532"/>
        <a:ext cx="2301336" cy="1039946"/>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3/layout/PieProcess">
  <dgm:title val=""/>
  <dgm:desc val=""/>
  <dgm:catLst>
    <dgm:cat type="list" pri="8600"/>
    <dgm:cat type="process" pri="4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constrLst>
      <dgm:constr type="primFontSz" for="des" forName="Parent" val="65"/>
      <dgm:constr type="primFontSz" for="des" forName="Child" refType="primFontSz" refFor="des" refForName="Parent" op="lte"/>
      <dgm:constr type="w" for="ch" forName="composite" refType="w"/>
      <dgm:constr type="h" for="ch" forName="composite" refType="h"/>
      <dgm:constr type="w" for="ch" forName="ParentComposite" refType="w" fact="0.5"/>
      <dgm:constr type="h" for="ch" forName="ParentComposite" refType="h"/>
      <dgm:constr type="w" for="ch" forName="negSibTrans" refType="h" refFor="ch" refForName="composite" fact="-0.075"/>
      <dgm:constr type="w" for="ch" forName="sibTrans" refType="w" refFor="ch" refForName="composite" fact="0.0425"/>
    </dgm:constrLst>
    <dgm:forEach name="nodesForEach" axis="ch" ptType="node" cnt="7">
      <dgm:layoutNode name="ParentComposite">
        <dgm:alg type="composite">
          <dgm:param type="ar" val="0.2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275"/>
              <dgm:constr type="w" for="ch" forName="Parent" refType="w" fact="0.6"/>
              <dgm:constr type="h" for="ch" forName="Parent" refType="h" fact="0.725"/>
              <dgm:constr type="l" for="ch" forName="Chord" refType="w" fact="0"/>
              <dgm:constr type="t" for="ch" forName="Chord" refType="h" fact="0"/>
              <dgm:constr type="w" for="ch" forName="Chord" refType="w"/>
              <dgm:constr type="h" for="ch" forName="Chord" refType="h" fact="0.25"/>
              <dgm:constr type="l" for="ch" forName="Pie" refType="w" fact="0.1"/>
              <dgm:constr type="t" for="ch" forName="Pie" refType="h" fact="0.025"/>
              <dgm:constr type="w" for="ch" forName="Pie" refType="w" fact="0.8"/>
              <dgm:constr type="h" for="ch" forName="Pie" refType="h" fact="0.2"/>
            </dgm:constrLst>
          </dgm:if>
          <dgm:else name="Name6">
            <dgm:constrLst>
              <dgm:constr type="r" for="ch" forName="Parent" refType="w"/>
              <dgm:constr type="t" for="ch" forName="Parent" refType="h" fact="0.275"/>
              <dgm:constr type="w" for="ch" forName="Parent" refType="w" fact="0.6"/>
              <dgm:constr type="h" for="ch" forName="Parent" refType="h" fact="0.725"/>
              <dgm:constr type="r" for="ch" forName="Chord" refType="w"/>
              <dgm:constr type="t" for="ch" forName="Chord" refType="h" fact="0"/>
              <dgm:constr type="w" for="ch" forName="Chord" refType="w"/>
              <dgm:constr type="h" for="ch" forName="Chord" refType="h" fact="0.25"/>
              <dgm:constr type="r" for="ch" forName="Pie" refType="w" fact="0.9"/>
              <dgm:constr type="t" for="ch" forName="Pie" refType="h" fact="0.025"/>
              <dgm:constr type="w" for="ch" forName="Pie" refType="w" fact="0.8"/>
              <dgm:constr type="h" for="ch" forName="Pie" refType="h" fact="0.2"/>
            </dgm:constrLst>
          </dgm:else>
        </dgm:choose>
        <dgm:layoutNode name="Chord" styleLbl="bgShp">
          <dgm:alg type="sp"/>
          <dgm:choose name="Name7">
            <dgm:if name="Name8" func="var" arg="dir" op="equ" val="norm">
              <dgm:shape xmlns:r="http://schemas.openxmlformats.org/officeDocument/2006/relationships" type="chord" r:blip="">
                <dgm:adjLst>
                  <dgm:adj idx="1" val="80"/>
                  <dgm:adj idx="2" val="-80"/>
                </dgm:adjLst>
              </dgm:shape>
            </dgm:if>
            <dgm:else name="Name9">
              <dgm:shape xmlns:r="http://schemas.openxmlformats.org/officeDocument/2006/relationships" rot="180" type="chord" r:blip="">
                <dgm:adjLst>
                  <dgm:adj idx="1" val="80"/>
                  <dgm:adj idx="2" val="-80"/>
                </dgm:adjLst>
              </dgm:shape>
            </dgm:else>
          </dgm:choose>
          <dgm:presOf/>
        </dgm:layoutNode>
        <dgm:layoutNode name="Pie" styleLbl="alignNode1">
          <dgm:alg type="sp"/>
          <dgm:choose name="Name10">
            <dgm:if name="Name11" func="var" arg="dir" op="equ" val="norm">
              <dgm:choose name="Name12">
                <dgm:if name="Name13" axis="precedSib" ptType="node" func="cnt" op="equ" val="0">
                  <dgm:choose name="Name14">
                    <dgm:if name="Name15" axis="followSib" ptType="node" func="cnt" op="equ" val="0">
                      <dgm:shape xmlns:r="http://schemas.openxmlformats.org/officeDocument/2006/relationships" type="pie" r:blip="">
                        <dgm:adjLst>
                          <dgm:adj idx="1" val="90"/>
                          <dgm:adj idx="2" val="-90"/>
                        </dgm:adjLst>
                      </dgm:shape>
                    </dgm:if>
                    <dgm:if name="Name16" axis="followSib" ptType="node" func="cnt" op="equ" val="1">
                      <dgm:shape xmlns:r="http://schemas.openxmlformats.org/officeDocument/2006/relationships" type="pie" r:blip="">
                        <dgm:adjLst>
                          <dgm:adj idx="1" val="180"/>
                          <dgm:adj idx="2" val="-90"/>
                        </dgm:adjLst>
                      </dgm:shape>
                    </dgm:if>
                    <dgm:if name="Name17" axis="followSib" ptType="node" func="cnt" op="equ" val="2">
                      <dgm:shape xmlns:r="http://schemas.openxmlformats.org/officeDocument/2006/relationships" type="pie" r:blip="">
                        <dgm:adjLst>
                          <dgm:adj idx="1" val="-150"/>
                          <dgm:adj idx="2" val="-90"/>
                        </dgm:adjLst>
                      </dgm:shape>
                    </dgm:if>
                    <dgm:if name="Name18" axis="followSib" ptType="node" func="cnt" op="equ" val="3">
                      <dgm:shape xmlns:r="http://schemas.openxmlformats.org/officeDocument/2006/relationships" type="pie" r:blip="">
                        <dgm:adjLst>
                          <dgm:adj idx="1" val="-135"/>
                          <dgm:adj idx="2" val="-90"/>
                        </dgm:adjLst>
                      </dgm:shape>
                    </dgm:if>
                    <dgm:if name="Name19" axis="followSib" ptType="node" func="cnt" op="equ" val="4">
                      <dgm:shape xmlns:r="http://schemas.openxmlformats.org/officeDocument/2006/relationships" type="pie" r:blip="">
                        <dgm:adjLst>
                          <dgm:adj idx="1" val="-126"/>
                          <dgm:adj idx="2" val="-90"/>
                        </dgm:adjLst>
                      </dgm:shape>
                    </dgm:if>
                    <dgm:if name="Name20" axis="followSib" ptType="node" func="cnt" op="equ" val="5">
                      <dgm:shape xmlns:r="http://schemas.openxmlformats.org/officeDocument/2006/relationships" type="pie" r:blip="">
                        <dgm:adjLst>
                          <dgm:adj idx="1" val="-120"/>
                          <dgm:adj idx="2" val="-90"/>
                        </dgm:adjLst>
                      </dgm:shape>
                    </dgm:if>
                    <dgm:else name="Name21">
                      <dgm:shape xmlns:r="http://schemas.openxmlformats.org/officeDocument/2006/relationships" type="pie" r:blip="">
                        <dgm:adjLst>
                          <dgm:adj idx="1" val="-115.7143"/>
                          <dgm:adj idx="2" val="-90"/>
                        </dgm:adjLst>
                      </dgm:shape>
                    </dgm:else>
                  </dgm:choose>
                </dgm:if>
                <dgm:if name="Name22" axis="precedSib" ptType="node" func="cnt" op="equ" val="1">
                  <dgm:choose name="Name23">
                    <dgm:if name="Name24" axis="followSib" ptType="node" func="cnt" op="equ" val="0">
                      <dgm:shape xmlns:r="http://schemas.openxmlformats.org/officeDocument/2006/relationships" type="pie" r:blip="">
                        <dgm:adjLst>
                          <dgm:adj idx="1" val="90"/>
                          <dgm:adj idx="2" val="-90"/>
                        </dgm:adjLst>
                      </dgm:shape>
                    </dgm:if>
                    <dgm:if name="Name25" axis="followSib" ptType="node" func="cnt" op="equ" val="1">
                      <dgm:shape xmlns:r="http://schemas.openxmlformats.org/officeDocument/2006/relationships" type="pie" r:blip="">
                        <dgm:adjLst>
                          <dgm:adj idx="1" val="150"/>
                          <dgm:adj idx="2" val="-90"/>
                        </dgm:adjLst>
                      </dgm:shape>
                    </dgm:if>
                    <dgm:if name="Name26" axis="followSib" ptType="node" func="cnt" op="equ" val="2">
                      <dgm:shape xmlns:r="http://schemas.openxmlformats.org/officeDocument/2006/relationships" type="pie" r:blip="">
                        <dgm:adjLst>
                          <dgm:adj idx="1" val="180"/>
                          <dgm:adj idx="2" val="-90"/>
                        </dgm:adjLst>
                      </dgm:shape>
                    </dgm:if>
                    <dgm:if name="Name27" axis="followSib" ptType="node" func="cnt" op="equ" val="3">
                      <dgm:shape xmlns:r="http://schemas.openxmlformats.org/officeDocument/2006/relationships" type="pie" r:blip="">
                        <dgm:adjLst>
                          <dgm:adj idx="1" val="-162"/>
                          <dgm:adj idx="2" val="-90"/>
                        </dgm:adjLst>
                      </dgm:shape>
                    </dgm:if>
                    <dgm:if name="Name28" axis="followSib" ptType="node" func="cnt" op="equ" val="4">
                      <dgm:shape xmlns:r="http://schemas.openxmlformats.org/officeDocument/2006/relationships" type="pie" r:blip="">
                        <dgm:adjLst>
                          <dgm:adj idx="1" val="-150"/>
                          <dgm:adj idx="2" val="-90"/>
                        </dgm:adjLst>
                      </dgm:shape>
                    </dgm:if>
                    <dgm:else name="Name29">
                      <dgm:shape xmlns:r="http://schemas.openxmlformats.org/officeDocument/2006/relationships" type="pie" r:blip="">
                        <dgm:adjLst>
                          <dgm:adj idx="1" val="-141.4286"/>
                          <dgm:adj idx="2" val="-90"/>
                        </dgm:adjLst>
                      </dgm:shape>
                    </dgm:else>
                  </dgm:choose>
                </dgm:if>
                <dgm:if name="Name30" axis="precedSib" ptType="node" func="cnt" op="equ" val="2">
                  <dgm:choose name="Name31">
                    <dgm:if name="Name32" axis="followSib" ptType="node" func="cnt" op="equ" val="0">
                      <dgm:shape xmlns:r="http://schemas.openxmlformats.org/officeDocument/2006/relationships" type="pie" r:blip="">
                        <dgm:adjLst>
                          <dgm:adj idx="1" val="90"/>
                          <dgm:adj idx="2" val="-90"/>
                        </dgm:adjLst>
                      </dgm:shape>
                    </dgm:if>
                    <dgm:if name="Name33" axis="followSib" ptType="node" func="cnt" op="equ" val="1">
                      <dgm:shape xmlns:r="http://schemas.openxmlformats.org/officeDocument/2006/relationships" type="pie" r:blip="">
                        <dgm:adjLst>
                          <dgm:adj idx="1" val="135"/>
                          <dgm:adj idx="2" val="-90"/>
                        </dgm:adjLst>
                      </dgm:shape>
                    </dgm:if>
                    <dgm:if name="Name34" axis="followSib" ptType="node" func="cnt" op="equ" val="2">
                      <dgm:shape xmlns:r="http://schemas.openxmlformats.org/officeDocument/2006/relationships" type="pie" r:blip="">
                        <dgm:adjLst>
                          <dgm:adj idx="1" val="162"/>
                          <dgm:adj idx="2" val="-90"/>
                        </dgm:adjLst>
                      </dgm:shape>
                    </dgm:if>
                    <dgm:if name="Name35" axis="followSib" ptType="node" func="cnt" op="equ" val="3">
                      <dgm:shape xmlns:r="http://schemas.openxmlformats.org/officeDocument/2006/relationships" type="pie" r:blip="">
                        <dgm:adjLst>
                          <dgm:adj idx="1" val="180"/>
                          <dgm:adj idx="2" val="-90"/>
                        </dgm:adjLst>
                      </dgm:shape>
                    </dgm:if>
                    <dgm:else name="Name36">
                      <dgm:shape xmlns:r="http://schemas.openxmlformats.org/officeDocument/2006/relationships" type="pie" r:blip="">
                        <dgm:adjLst>
                          <dgm:adj idx="1" val="-167.1429"/>
                          <dgm:adj idx="2" val="-90"/>
                        </dgm:adjLst>
                      </dgm:shape>
                    </dgm:else>
                  </dgm:choose>
                </dgm:if>
                <dgm:if name="Name37" axis="precedSib" ptType="node" func="cnt" op="equ" val="3">
                  <dgm:choose name="Name38">
                    <dgm:if name="Name39" axis="followSib" ptType="node" func="cnt" op="equ" val="0">
                      <dgm:shape xmlns:r="http://schemas.openxmlformats.org/officeDocument/2006/relationships" type="pie" r:blip="">
                        <dgm:adjLst>
                          <dgm:adj idx="1" val="90"/>
                          <dgm:adj idx="2" val="-90"/>
                        </dgm:adjLst>
                      </dgm:shape>
                    </dgm:if>
                    <dgm:if name="Name40" axis="followSib" ptType="node" func="cnt" op="equ" val="1">
                      <dgm:shape xmlns:r="http://schemas.openxmlformats.org/officeDocument/2006/relationships" type="pie" r:blip="">
                        <dgm:adjLst>
                          <dgm:adj idx="1" val="126"/>
                          <dgm:adj idx="2" val="-90"/>
                        </dgm:adjLst>
                      </dgm:shape>
                    </dgm:if>
                    <dgm:if name="Name41" axis="followSib" ptType="node" func="cnt" op="equ" val="2">
                      <dgm:shape xmlns:r="http://schemas.openxmlformats.org/officeDocument/2006/relationships" type="pie" r:blip="">
                        <dgm:adjLst>
                          <dgm:adj idx="1" val="150"/>
                          <dgm:adj idx="2" val="-90"/>
                        </dgm:adjLst>
                      </dgm:shape>
                    </dgm:if>
                    <dgm:else name="Name42">
                      <dgm:shape xmlns:r="http://schemas.openxmlformats.org/officeDocument/2006/relationships" type="pie" r:blip="">
                        <dgm:adjLst>
                          <dgm:adj idx="1" val="167.1429"/>
                          <dgm:adj idx="2" val="-90"/>
                        </dgm:adjLst>
                      </dgm:shape>
                    </dgm:else>
                  </dgm:choose>
                </dgm:if>
                <dgm:if name="Name43" axis="precedSib" ptType="node" func="cnt" op="equ" val="4">
                  <dgm:choose name="Name44">
                    <dgm:if name="Name45" axis="followSib" ptType="node" func="cnt" op="equ" val="0">
                      <dgm:shape xmlns:r="http://schemas.openxmlformats.org/officeDocument/2006/relationships" type="pie" r:blip="">
                        <dgm:adjLst>
                          <dgm:adj idx="1" val="90"/>
                          <dgm:adj idx="2" val="-90"/>
                        </dgm:adjLst>
                      </dgm:shape>
                    </dgm:if>
                    <dgm:if name="Name46" axis="followSib" ptType="node" func="cnt" op="equ" val="1">
                      <dgm:shape xmlns:r="http://schemas.openxmlformats.org/officeDocument/2006/relationships" type="pie" r:blip="">
                        <dgm:adjLst>
                          <dgm:adj idx="1" val="120"/>
                          <dgm:adj idx="2" val="-90"/>
                        </dgm:adjLst>
                      </dgm:shape>
                    </dgm:if>
                    <dgm:else name="Name47">
                      <dgm:shape xmlns:r="http://schemas.openxmlformats.org/officeDocument/2006/relationships" type="pie" r:blip="">
                        <dgm:adjLst>
                          <dgm:adj idx="1" val="141.4286"/>
                          <dgm:adj idx="2" val="-90"/>
                        </dgm:adjLst>
                      </dgm:shape>
                    </dgm:else>
                  </dgm:choose>
                </dgm:if>
                <dgm:if name="Name48" axis="precedSib" ptType="node" func="cnt" op="equ" val="5">
                  <dgm:choose name="Name49">
                    <dgm:if name="Name50" axis="followSib" ptType="node" func="cnt" op="equ" val="0">
                      <dgm:shape xmlns:r="http://schemas.openxmlformats.org/officeDocument/2006/relationships" type="pie" r:blip="">
                        <dgm:adjLst>
                          <dgm:adj idx="1" val="90"/>
                          <dgm:adj idx="2" val="-90"/>
                        </dgm:adjLst>
                      </dgm:shape>
                    </dgm:if>
                    <dgm:else name="Name51">
                      <dgm:shape xmlns:r="http://schemas.openxmlformats.org/officeDocument/2006/relationships" type="pie" r:blip="">
                        <dgm:adjLst>
                          <dgm:adj idx="1" val="115.7143"/>
                          <dgm:adj idx="2" val="-90"/>
                        </dgm:adjLst>
                      </dgm:shape>
                    </dgm:else>
                  </dgm:choose>
                </dgm:if>
                <dgm:else name="Name52">
                  <dgm:shape xmlns:r="http://schemas.openxmlformats.org/officeDocument/2006/relationships" type="pie" r:blip="">
                    <dgm:adjLst>
                      <dgm:adj idx="1" val="90"/>
                      <dgm:adj idx="2" val="-90"/>
                    </dgm:adjLst>
                  </dgm:shape>
                </dgm:else>
              </dgm:choose>
            </dgm:if>
            <dgm:else name="Name53">
              <dgm:choose name="Name54">
                <dgm:if name="Name55" axis="precedSib" ptType="node" func="cnt" op="equ" val="0">
                  <dgm:choose name="Name56">
                    <dgm:if name="Name57" axis="followSib" ptType="node" func="cnt" op="equ" val="0">
                      <dgm:shape xmlns:r="http://schemas.openxmlformats.org/officeDocument/2006/relationships" rot="180" type="pie" r:blip="">
                        <dgm:adjLst>
                          <dgm:adj idx="1" val="90"/>
                          <dgm:adj idx="2" val="-90"/>
                        </dgm:adjLst>
                      </dgm:shape>
                    </dgm:if>
                    <dgm:if name="Name58" axis="followSib" ptType="node" func="cnt" op="equ" val="1">
                      <dgm:shape xmlns:r="http://schemas.openxmlformats.org/officeDocument/2006/relationships" rot="180" type="pie" r:blip="">
                        <dgm:adjLst>
                          <dgm:adj idx="1" val="90"/>
                          <dgm:adj idx="2" val="180"/>
                        </dgm:adjLst>
                      </dgm:shape>
                    </dgm:if>
                    <dgm:if name="Name59" axis="followSib" ptType="node" func="cnt" op="equ" val="2">
                      <dgm:shape xmlns:r="http://schemas.openxmlformats.org/officeDocument/2006/relationships" rot="180" type="pie" r:blip="">
                        <dgm:adjLst>
                          <dgm:adj idx="1" val="90"/>
                          <dgm:adj idx="2" val="150"/>
                        </dgm:adjLst>
                      </dgm:shape>
                    </dgm:if>
                    <dgm:if name="Name60" axis="followSib" ptType="node" func="cnt" op="equ" val="3">
                      <dgm:shape xmlns:r="http://schemas.openxmlformats.org/officeDocument/2006/relationships" rot="180" type="pie" r:blip="">
                        <dgm:adjLst>
                          <dgm:adj idx="1" val="90"/>
                          <dgm:adj idx="2" val="135"/>
                        </dgm:adjLst>
                      </dgm:shape>
                    </dgm:if>
                    <dgm:if name="Name61" axis="followSib" ptType="node" func="cnt" op="equ" val="4">
                      <dgm:shape xmlns:r="http://schemas.openxmlformats.org/officeDocument/2006/relationships" rot="180" type="pie" r:blip="">
                        <dgm:adjLst>
                          <dgm:adj idx="1" val="90"/>
                          <dgm:adj idx="2" val="126"/>
                        </dgm:adjLst>
                      </dgm:shape>
                    </dgm:if>
                    <dgm:if name="Name62" axis="followSib" ptType="node" func="cnt" op="equ" val="5">
                      <dgm:shape xmlns:r="http://schemas.openxmlformats.org/officeDocument/2006/relationships" rot="180" type="pie" r:blip="">
                        <dgm:adjLst>
                          <dgm:adj idx="1" val="90"/>
                          <dgm:adj idx="2" val="120"/>
                        </dgm:adjLst>
                      </dgm:shape>
                    </dgm:if>
                    <dgm:else name="Name63">
                      <dgm:shape xmlns:r="http://schemas.openxmlformats.org/officeDocument/2006/relationships" rot="180" type="pie" r:blip="">
                        <dgm:adjLst>
                          <dgm:adj idx="1" val="90"/>
                          <dgm:adj idx="2" val="115.7143"/>
                        </dgm:adjLst>
                      </dgm:shape>
                    </dgm:else>
                  </dgm:choose>
                </dgm:if>
                <dgm:if name="Name64" axis="precedSib" ptType="node" func="cnt" op="equ" val="1">
                  <dgm:choose name="Name65">
                    <dgm:if name="Name66" axis="followSib" ptType="node" func="cnt" op="equ" val="0">
                      <dgm:shape xmlns:r="http://schemas.openxmlformats.org/officeDocument/2006/relationships" rot="180" type="pie" r:blip="">
                        <dgm:adjLst>
                          <dgm:adj idx="1" val="90"/>
                          <dgm:adj idx="2" val="-90"/>
                        </dgm:adjLst>
                      </dgm:shape>
                    </dgm:if>
                    <dgm:if name="Name67" axis="followSib" ptType="node" func="cnt" op="equ" val="1">
                      <dgm:shape xmlns:r="http://schemas.openxmlformats.org/officeDocument/2006/relationships" rot="180" type="pie" r:blip="">
                        <dgm:adjLst>
                          <dgm:adj idx="1" val="90"/>
                          <dgm:adj idx="2" val="-150"/>
                        </dgm:adjLst>
                      </dgm:shape>
                    </dgm:if>
                    <dgm:if name="Name68" axis="followSib" ptType="node" func="cnt" op="equ" val="2">
                      <dgm:shape xmlns:r="http://schemas.openxmlformats.org/officeDocument/2006/relationships" rot="180" type="pie" r:blip="">
                        <dgm:adjLst>
                          <dgm:adj idx="1" val="90"/>
                          <dgm:adj idx="2" val="180"/>
                        </dgm:adjLst>
                      </dgm:shape>
                    </dgm:if>
                    <dgm:if name="Name69" axis="followSib" ptType="node" func="cnt" op="equ" val="3">
                      <dgm:shape xmlns:r="http://schemas.openxmlformats.org/officeDocument/2006/relationships" rot="180" type="pie" r:blip="">
                        <dgm:adjLst>
                          <dgm:adj idx="1" val="90"/>
                          <dgm:adj idx="2" val="162"/>
                        </dgm:adjLst>
                      </dgm:shape>
                    </dgm:if>
                    <dgm:if name="Name70" axis="followSib" ptType="node" func="cnt" op="equ" val="4">
                      <dgm:shape xmlns:r="http://schemas.openxmlformats.org/officeDocument/2006/relationships" rot="180" type="pie" r:blip="">
                        <dgm:adjLst>
                          <dgm:adj idx="1" val="90"/>
                          <dgm:adj idx="2" val="150"/>
                        </dgm:adjLst>
                      </dgm:shape>
                    </dgm:if>
                    <dgm:else name="Name71">
                      <dgm:shape xmlns:r="http://schemas.openxmlformats.org/officeDocument/2006/relationships" rot="180" type="pie" r:blip="">
                        <dgm:adjLst>
                          <dgm:adj idx="1" val="90"/>
                          <dgm:adj idx="2" val="141.4286"/>
                        </dgm:adjLst>
                      </dgm:shape>
                    </dgm:else>
                  </dgm:choose>
                </dgm:if>
                <dgm:if name="Name72" axis="precedSib" ptType="node" func="cnt" op="equ" val="2">
                  <dgm:choose name="Name73">
                    <dgm:if name="Name74" axis="followSib" ptType="node" func="cnt" op="equ" val="0">
                      <dgm:shape xmlns:r="http://schemas.openxmlformats.org/officeDocument/2006/relationships" rot="180" type="pie" r:blip="">
                        <dgm:adjLst>
                          <dgm:adj idx="1" val="90"/>
                          <dgm:adj idx="2" val="-90"/>
                        </dgm:adjLst>
                      </dgm:shape>
                    </dgm:if>
                    <dgm:if name="Name75" axis="followSib" ptType="node" func="cnt" op="equ" val="1">
                      <dgm:shape xmlns:r="http://schemas.openxmlformats.org/officeDocument/2006/relationships" rot="180" type="pie" r:blip="">
                        <dgm:adjLst>
                          <dgm:adj idx="1" val="90"/>
                          <dgm:adj idx="2" val="-135"/>
                        </dgm:adjLst>
                      </dgm:shape>
                    </dgm:if>
                    <dgm:if name="Name76" axis="followSib" ptType="node" func="cnt" op="equ" val="2">
                      <dgm:shape xmlns:r="http://schemas.openxmlformats.org/officeDocument/2006/relationships" rot="180" type="pie" r:blip="">
                        <dgm:adjLst>
                          <dgm:adj idx="1" val="90"/>
                          <dgm:adj idx="2" val="-162"/>
                        </dgm:adjLst>
                      </dgm:shape>
                    </dgm:if>
                    <dgm:if name="Name77" axis="followSib" ptType="node" func="cnt" op="equ" val="3">
                      <dgm:shape xmlns:r="http://schemas.openxmlformats.org/officeDocument/2006/relationships" rot="180" type="pie" r:blip="">
                        <dgm:adjLst>
                          <dgm:adj idx="1" val="90"/>
                          <dgm:adj idx="2" val="180"/>
                        </dgm:adjLst>
                      </dgm:shape>
                    </dgm:if>
                    <dgm:else name="Name78">
                      <dgm:shape xmlns:r="http://schemas.openxmlformats.org/officeDocument/2006/relationships" rot="180" type="pie" r:blip="">
                        <dgm:adjLst>
                          <dgm:adj idx="1" val="90"/>
                          <dgm:adj idx="2" val="167.1429"/>
                        </dgm:adjLst>
                      </dgm:shape>
                    </dgm:else>
                  </dgm:choose>
                </dgm:if>
                <dgm:if name="Name79" axis="precedSib" ptType="node" func="cnt" op="equ" val="3">
                  <dgm:choose name="Name80">
                    <dgm:if name="Name81" axis="followSib" ptType="node" func="cnt" op="equ" val="0">
                      <dgm:shape xmlns:r="http://schemas.openxmlformats.org/officeDocument/2006/relationships" rot="180" type="pie" r:blip="">
                        <dgm:adjLst>
                          <dgm:adj idx="1" val="90"/>
                          <dgm:adj idx="2" val="-90"/>
                        </dgm:adjLst>
                      </dgm:shape>
                    </dgm:if>
                    <dgm:if name="Name82" axis="followSib" ptType="node" func="cnt" op="equ" val="1">
                      <dgm:shape xmlns:r="http://schemas.openxmlformats.org/officeDocument/2006/relationships" rot="180" type="pie" r:blip="">
                        <dgm:adjLst>
                          <dgm:adj idx="1" val="90"/>
                          <dgm:adj idx="2" val="-126"/>
                        </dgm:adjLst>
                      </dgm:shape>
                    </dgm:if>
                    <dgm:if name="Name83" axis="followSib" ptType="node" func="cnt" op="equ" val="2">
                      <dgm:shape xmlns:r="http://schemas.openxmlformats.org/officeDocument/2006/relationships" rot="180" type="pie" r:blip="">
                        <dgm:adjLst>
                          <dgm:adj idx="1" val="90"/>
                          <dgm:adj idx="2" val="-150"/>
                        </dgm:adjLst>
                      </dgm:shape>
                    </dgm:if>
                    <dgm:else name="Name84">
                      <dgm:shape xmlns:r="http://schemas.openxmlformats.org/officeDocument/2006/relationships" rot="180" type="pie" r:blip="">
                        <dgm:adjLst>
                          <dgm:adj idx="1" val="90"/>
                          <dgm:adj idx="2" val="-167.1429"/>
                        </dgm:adjLst>
                      </dgm:shape>
                    </dgm:else>
                  </dgm:choose>
                </dgm:if>
                <dgm:if name="Name85" axis="precedSib" ptType="node" func="cnt" op="equ" val="4">
                  <dgm:choose name="Name86">
                    <dgm:if name="Name87" axis="followSib" ptType="node" func="cnt" op="equ" val="0">
                      <dgm:shape xmlns:r="http://schemas.openxmlformats.org/officeDocument/2006/relationships" rot="180" type="pie" r:blip="">
                        <dgm:adjLst>
                          <dgm:adj idx="1" val="90"/>
                          <dgm:adj idx="2" val="-90"/>
                        </dgm:adjLst>
                      </dgm:shape>
                    </dgm:if>
                    <dgm:if name="Name88" axis="followSib" ptType="node" func="cnt" op="equ" val="1">
                      <dgm:shape xmlns:r="http://schemas.openxmlformats.org/officeDocument/2006/relationships" rot="180" type="pie" r:blip="">
                        <dgm:adjLst>
                          <dgm:adj idx="1" val="90"/>
                          <dgm:adj idx="2" val="-120"/>
                        </dgm:adjLst>
                      </dgm:shape>
                    </dgm:if>
                    <dgm:else name="Name89">
                      <dgm:shape xmlns:r="http://schemas.openxmlformats.org/officeDocument/2006/relationships" rot="180" type="pie" r:blip="">
                        <dgm:adjLst>
                          <dgm:adj idx="1" val="90"/>
                          <dgm:adj idx="2" val="-141.4286"/>
                        </dgm:adjLst>
                      </dgm:shape>
                    </dgm:else>
                  </dgm:choose>
                </dgm:if>
                <dgm:if name="Name90" axis="precedSib" ptType="node" func="cnt" op="equ" val="5">
                  <dgm:choose name="Name91">
                    <dgm:if name="Name92" axis="followSib" ptType="node" func="cnt" op="equ" val="0">
                      <dgm:shape xmlns:r="http://schemas.openxmlformats.org/officeDocument/2006/relationships" rot="180" type="pie" r:blip="">
                        <dgm:adjLst>
                          <dgm:adj idx="1" val="90"/>
                          <dgm:adj idx="2" val="-90"/>
                        </dgm:adjLst>
                      </dgm:shape>
                    </dgm:if>
                    <dgm:else name="Name93">
                      <dgm:shape xmlns:r="http://schemas.openxmlformats.org/officeDocument/2006/relationships" rot="180" type="pie" r:blip="">
                        <dgm:adjLst>
                          <dgm:adj idx="1" val="90"/>
                          <dgm:adj idx="2" val="-115.7143"/>
                        </dgm:adjLst>
                      </dgm:shape>
                    </dgm:else>
                  </dgm:choose>
                </dgm:if>
                <dgm:else name="Name94">
                  <dgm:shape xmlns:r="http://schemas.openxmlformats.org/officeDocument/2006/relationships" rot="180" type="pie" r:blip="">
                    <dgm:adjLst>
                      <dgm:adj idx="1" val="90"/>
                      <dgm:adj idx="2" val="-90"/>
                    </dgm:adjLst>
                  </dgm:shape>
                </dgm:else>
              </dgm:choose>
            </dgm:else>
          </dgm:choose>
          <dgm:presOf/>
        </dgm:layoutNode>
        <dgm:layoutNode name="Parent" styleLbl="revTx">
          <dgm:varLst>
            <dgm:chMax val="1"/>
            <dgm:chPref val="1"/>
            <dgm:bulletEnabled val="1"/>
          </dgm:varLst>
          <dgm:choose name="Name95">
            <dgm:if name="Name96" func="var" arg="dir" op="equ" val="norm">
              <dgm:alg type="tx">
                <dgm:param type="parTxLTRAlign" val="r"/>
                <dgm:param type="parTxRTLAlign" val="r"/>
                <dgm:param type="shpTxLTRAlignCh" val="r"/>
                <dgm:param type="shpTxRTLAlignCh" val="r"/>
                <dgm:param type="txAnchorVert" val="b"/>
                <dgm:param type="autoTxRot" val="grav"/>
              </dgm:alg>
            </dgm:if>
            <dgm:else name="Name97">
              <dgm:alg type="tx">
                <dgm:param type="parTxLTRAlign" val="l"/>
                <dgm:param type="parTxRTLAlign" val="l"/>
                <dgm:param type="shpTxLTRAlignCh" val="l"/>
                <dgm:param type="shpTxRTLAlignCh" val="l"/>
                <dgm:param type="txAnchorVert" val="b"/>
                <dgm:param type="autoTxRot" val="grav"/>
              </dgm:alg>
            </dgm:else>
          </dgm:choose>
          <dgm:choose name="Name98">
            <dgm:if name="Name99" func="var" arg="dir" op="equ" val="norm">
              <dgm:shape xmlns:r="http://schemas.openxmlformats.org/officeDocument/2006/relationships" rot="-90" type="rect" r:blip="">
                <dgm:adjLst/>
              </dgm:shape>
            </dgm:if>
            <dgm:else name="Name100">
              <dgm:shape xmlns:r="http://schemas.openxmlformats.org/officeDocument/2006/relationships" rot="90" type="rect" r:blip="">
                <dgm:adjLst/>
              </dgm:shape>
            </dgm:else>
          </dgm:choose>
          <dgm:presOf axis="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choose name="Name101">
        <dgm:if name="Name102" axis="ch" ptType="node" func="cnt" op="gte" val="1">
          <dgm:forEach name="negSibTransForEach" axis="ch" ptType="sibTrans" hideLastTrans="0" cnt="1">
            <dgm:layoutNode name="negSibTrans">
              <dgm:alg type="sp"/>
              <dgm:shape xmlns:r="http://schemas.openxmlformats.org/officeDocument/2006/relationships" r:blip="">
                <dgm:adjLst/>
              </dgm:shape>
            </dgm:layoutNode>
          </dgm:forEach>
          <dgm:layoutNode name="composite">
            <dgm:alg type="composite">
              <dgm:param type="ar" val="0.5"/>
            </dgm:alg>
            <dgm:shape xmlns:r="http://schemas.openxmlformats.org/officeDocument/2006/relationships" r:blip="">
              <dgm:adjLst/>
            </dgm:shape>
            <dgm:choose name="Name103">
              <dgm:if name="Name104" func="var" arg="dir" op="equ" val="norm">
                <dgm:constrLst>
                  <dgm:constr type="l" for="ch" forName="Child" refType="w" fact="0"/>
                  <dgm:constr type="t" for="ch" forName="Child" refType="h" fact="0"/>
                  <dgm:constr type="w" for="ch" forName="Child" refType="w"/>
                  <dgm:constr type="h" for="ch" forName="Child" refType="h"/>
                </dgm:constrLst>
              </dgm:if>
              <dgm:else name="Name105">
                <dgm:constrLst>
                  <dgm:constr type="r" for="ch" forName="Child" refType="w"/>
                  <dgm:constr type="t" for="ch" forName="Child" refType="h" fact="0"/>
                  <dgm:constr type="w" for="ch" forName="Child" refType="w"/>
                  <dgm:constr type="h" for="ch" forName="Child" refType="h"/>
                </dgm:constrLst>
              </dgm:else>
            </dgm:choose>
            <dgm:ruleLst/>
            <dgm:layoutNode name="Child" styleLbl="revTx">
              <dgm:varLst>
                <dgm:chMax val="0"/>
                <dgm:chPref val="0"/>
                <dgm:bulletEnabled val="1"/>
              </dgm:varLst>
              <dgm:choose name="Name106">
                <dgm:if name="Name107" func="var" arg="dir" op="equ" val="norm">
                  <dgm:alg type="tx">
                    <dgm:param type="parTxLTRAlign" val="l"/>
                    <dgm:param type="parTxRTLAlign" val="r"/>
                    <dgm:param type="txAnchorVert" val="t"/>
                  </dgm:alg>
                </dgm:if>
                <dgm:else name="Name108">
                  <dgm:alg type="tx">
                    <dgm:param type="parTxLTRAlign" val="r"/>
                    <dgm:param type="parTxRTLAlign" val="l"/>
                    <dgm:param type="txAnchorVert" val="t"/>
                  </dgm:alg>
                </dgm:else>
              </dgm:choose>
              <dgm:shape xmlns:r="http://schemas.openxmlformats.org/officeDocument/2006/relationships" type="rect" r:blip="">
                <dgm:adjLst/>
              </dgm:shape>
              <dgm:presOf axis="des"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if>
        <dgm:else name="Name109"/>
      </dgm:choose>
    </dgm:forEach>
  </dgm:layoutNode>
</dgm:layoutDef>
</file>

<file path=ppt/diagrams/layout8.xml><?xml version="1.0" encoding="utf-8"?>
<dgm:layoutDef xmlns:dgm="http://schemas.openxmlformats.org/drawingml/2006/diagram" xmlns:a="http://schemas.openxmlformats.org/drawingml/2006/main" uniqueId="urn:microsoft.com/office/officeart/2008/layout/BubblePictureList">
  <dgm:title val=""/>
  <dgm:desc val=""/>
  <dgm:catLst>
    <dgm:cat type="picture" pri="22000"/>
    <dgm:cat type="pictureconvert" pri="22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8"/>
      <dgm:chPref val="8"/>
      <dgm:dir/>
    </dgm:varLst>
    <dgm:shape xmlns:r="http://schemas.openxmlformats.org/officeDocument/2006/relationships" r:blip="">
      <dgm:adjLst/>
    </dgm:shape>
    <dgm:choose name="Name1">
      <dgm:if name="Name2" axis="ch" ptType="node" func="cnt" op="equ" val="1">
        <dgm:alg type="composite">
          <dgm:param type="ar" val="1.7423"/>
        </dgm:alg>
        <dgm:choose name="Name3">
          <dgm:if name="Name4" func="var" arg="dir" op="equ" val="norm">
            <dgm:constrLst>
              <dgm:constr type="primFontSz" for="des" ptType="node" op="equ" val="65"/>
              <dgm:constr type="l" for="ch" forName="parent_text_1" refType="w" fact="0"/>
              <dgm:constr type="t" for="ch" forName="parent_text_1" refType="h" fact="0"/>
              <dgm:constr type="w" for="ch" forName="parent_text_1" refType="w" fact="0.6457"/>
              <dgm:constr type="h" for="ch" forName="parent_text_1" refType="h" fact="0.225"/>
              <dgm:constr type="l" for="ch" forName="image_accent_1" refType="w" fact="0.4305"/>
              <dgm:constr type="t" for="ch" forName="image_accent_1" refType="h" fact="0.2417"/>
              <dgm:constr type="w" for="ch" forName="image_accent_1" refType="w" fact="0.4352"/>
              <dgm:constr type="h" for="ch" forName="image_accent_1" refType="h" fact="0.7583"/>
              <dgm:constr type="l" for="ch" forName="accent_1" refType="w" fact="0.8709"/>
              <dgm:constr type="t" for="ch" forName="accent_1" refType="h" fact="0.1491"/>
              <dgm:constr type="w" for="ch" forName="accent_1" refType="w" fact="0.1291"/>
              <dgm:constr type="h" for="ch" forName="accent_1" refType="h" fact="0.225"/>
              <dgm:constr type="l" for="ch" forName="image_1" refType="w" fact="0.4457"/>
              <dgm:constr type="t" for="ch" forName="image_1" refType="h" fact="0.2709"/>
              <dgm:constr type="w" for="ch" forName="image_1" refType="w" fact="0.4018"/>
              <dgm:constr type="h" for="ch" forName="image_1" refType="h" fact="0.7"/>
            </dgm:constrLst>
          </dgm:if>
          <dgm:else name="Name5">
            <dgm:constrLst>
              <dgm:constr type="primFontSz" for="des" ptType="node" op="equ" val="65"/>
              <dgm:constr type="l" for="ch" forName="parent_text_1" refType="w" fact="0.3543"/>
              <dgm:constr type="t" for="ch" forName="parent_text_1" refType="h" fact="0"/>
              <dgm:constr type="w" for="ch" forName="parent_text_1" refType="w" fact="0.6457"/>
              <dgm:constr type="h" for="ch" forName="parent_text_1" refType="h" fact="0.225"/>
              <dgm:constr type="l" for="ch" forName="image_accent_1" refType="w" fact="0.1344"/>
              <dgm:constr type="t" for="ch" forName="image_accent_1" refType="h" fact="0.2417"/>
              <dgm:constr type="w" for="ch" forName="image_accent_1" refType="w" fact="0.4352"/>
              <dgm:constr type="h" for="ch" forName="image_accent_1" refType="h" fact="0.7583"/>
              <dgm:constr type="l" for="ch" forName="accent_1" refType="w" fact="0"/>
              <dgm:constr type="t" for="ch" forName="accent_1" refType="h" fact="0.1491"/>
              <dgm:constr type="w" for="ch" forName="accent_1" refType="w" fact="0.1291"/>
              <dgm:constr type="h" for="ch" forName="accent_1" refType="h" fact="0.225"/>
              <dgm:constr type="l" for="ch" forName="image_1" refType="w" fact="0.1525"/>
              <dgm:constr type="t" for="ch" forName="image_1" refType="h" fact="0.2709"/>
              <dgm:constr type="w" for="ch" forName="image_1" refType="w" fact="0.4018"/>
              <dgm:constr type="h" for="ch" forName="image_1" refType="h" fact="0.7"/>
            </dgm:constrLst>
          </dgm:else>
        </dgm:choose>
      </dgm:if>
      <dgm:if name="Name6" axis="ch" ptType="node" func="cnt" op="equ" val="2">
        <dgm:alg type="composite">
          <dgm:param type="ar" val="3.193"/>
        </dgm:alg>
        <dgm:choose name="Name7">
          <dgm:if name="Name8" func="var" arg="dir" op="equ" val="norm">
            <dgm:constrLst>
              <dgm:constr type="primFontSz" for="des" ptType="node" op="equ" val="65"/>
              <dgm:constr type="l" for="ch" forName="image_accent_1" refType="w" fact="0.2342"/>
              <dgm:constr type="t" for="ch" forName="image_accent_1" refType="h" fact="0.2354"/>
              <dgm:constr type="w" for="ch" forName="image_accent_1" refType="w" fact="0.2394"/>
              <dgm:constr type="h" for="ch" forName="image_accent_1" refType="h" fact="0.7646"/>
              <dgm:constr type="l" for="ch" forName="image_1" refType="w" fact="0.2434"/>
              <dgm:constr type="t" for="ch" forName="image_1" refType="h" fact="0.2648"/>
              <dgm:constr type="w" for="ch" forName="image_1" refType="w" fact="0.2211"/>
              <dgm:constr type="h" for="ch" forName="image_1" refType="h" fact="0.7058"/>
              <dgm:constr type="l" for="ch" forName="parent_text_1" refType="w" fact="0"/>
              <dgm:constr type="t" for="ch" forName="parent_text_1" refType="h" fact="0"/>
              <dgm:constr type="w" for="ch" forName="parent_text_1" refType="w" fact="0.3553"/>
              <dgm:constr type="h" for="ch" forName="parent_text_1" refType="h" fact="0.215"/>
              <dgm:constr type="l" for="ch" forName="image_accent_2" refType="w" fact="0.5"/>
              <dgm:constr type="t" for="ch" forName="image_accent_2" refType="h" fact="0.3883"/>
              <dgm:constr type="w" for="ch" forName="image_accent_2" refType="w" fact="0.1253"/>
              <dgm:constr type="h" for="ch" forName="image_accent_2" refType="h" fact="0.4"/>
              <dgm:constr type="l" for="ch" forName="image_2" refType="w" fact="0.5074"/>
              <dgm:constr type="t" for="ch" forName="image_2" refType="h" fact="0.4118"/>
              <dgm:constr type="w" for="ch" forName="image_2" refType="w" fact="0.1105"/>
              <dgm:constr type="h" for="ch" forName="image_2" refType="h" fact="0.3529"/>
              <dgm:constr type="l" for="ch" forName="parent_text_2" refType="w" fact="0.6447"/>
              <dgm:constr type="t" for="ch" forName="parent_text_2" refType="h" fact="0.4118"/>
              <dgm:constr type="w" for="ch" forName="parent_text_2" refType="w" fact="0.3553"/>
              <dgm:constr type="h" for="ch" forName="parent_text_2" refType="h" fact="0.3529"/>
              <dgm:constr type="l" for="ch" forName="accent_1" refType="w" fact="0.6316"/>
              <dgm:constr type="t" for="ch" forName="accent_1" refType="h" fact="0.7899"/>
              <dgm:constr type="w" for="ch" forName="accent_1" refType="w" fact="0.0395"/>
              <dgm:constr type="h" for="ch" forName="accent_1" refType="h" fact="0.126"/>
            </dgm:constrLst>
          </dgm:if>
          <dgm:else name="Name9">
            <dgm:constrLst>
              <dgm:constr type="primFontSz" for="des" ptType="node" op="equ" val="65"/>
              <dgm:constr type="l" for="ch" forName="image_accent_2" refType="w" fact="0.3747"/>
              <dgm:constr type="t" for="ch" forName="image_accent_2" refType="h" fact="0.3883"/>
              <dgm:constr type="w" for="ch" forName="image_accent_2" refType="w" fact="0.1253"/>
              <dgm:constr type="h" for="ch" forName="image_accent_2" refType="h" fact="0.4"/>
              <dgm:constr type="l" for="ch" forName="image_2" refType="w" fact="0.3821"/>
              <dgm:constr type="t" for="ch" forName="image_2" refType="h" fact="0.4118"/>
              <dgm:constr type="w" for="ch" forName="image_2" refType="w" fact="0.1105"/>
              <dgm:constr type="h" for="ch" forName="image_2" refType="h" fact="0.3529"/>
              <dgm:constr type="l" for="ch" forName="parent_text_1" refType="w" fact="0.6447"/>
              <dgm:constr type="t" for="ch" forName="parent_text_1" refType="h" fact="0"/>
              <dgm:constr type="w" for="ch" forName="parent_text_1" refType="w" fact="0.3553"/>
              <dgm:constr type="h" for="ch" forName="parent_text_1" refType="h" fact="0.215"/>
              <dgm:constr type="l" for="ch" forName="parent_text_2" refType="w" fact="0"/>
              <dgm:constr type="t" for="ch" forName="parent_text_2" refType="h" fact="0.4118"/>
              <dgm:constr type="w" for="ch" forName="parent_text_2" refType="w" fact="0.3553"/>
              <dgm:constr type="h" for="ch" forName="parent_text_2" refType="h" fact="0.3529"/>
              <dgm:constr type="l" for="ch" forName="image_accent_1" refType="w" fact="0.5263"/>
              <dgm:constr type="t" for="ch" forName="image_accent_1" refType="h" fact="0.2354"/>
              <dgm:constr type="w" for="ch" forName="image_accent_1" refType="w" fact="0.2394"/>
              <dgm:constr type="h" for="ch" forName="image_accent_1" refType="h" fact="0.7646"/>
              <dgm:constr type="l" for="ch" forName="image_1" refType="w" fact="0.5355"/>
              <dgm:constr type="t" for="ch" forName="image_1" refType="h" fact="0.2648"/>
              <dgm:constr type="w" for="ch" forName="image_1" refType="w" fact="0.2211"/>
              <dgm:constr type="h" for="ch" forName="image_1" refType="h" fact="0.7058"/>
              <dgm:constr type="l" for="ch" forName="accent_1" refType="w" fact="0.3289"/>
              <dgm:constr type="t" for="ch" forName="accent_1" refType="h" fact="0.7899"/>
              <dgm:constr type="w" for="ch" forName="accent_1" refType="w" fact="0.0395"/>
              <dgm:constr type="h" for="ch" forName="accent_1" refType="h" fact="0.126"/>
            </dgm:constrLst>
          </dgm:else>
        </dgm:choose>
      </dgm:if>
      <dgm:if name="Name10" axis="ch" ptType="node" func="cnt" op="equ" val="3">
        <dgm:alg type="composite">
          <dgm:param type="ar" val="2.4052"/>
        </dgm:alg>
        <dgm:choose name="Name11">
          <dgm:if name="Name12" func="var" arg="dir" op="equ" val="norm">
            <dgm:constrLst>
              <dgm:constr type="primFontSz" for="des" ptType="node" op="equ" val="65"/>
              <dgm:constr type="l" for="ch" forName="accent_3" refType="w" fact="0.6316"/>
              <dgm:constr type="t" for="ch" forName="accent_3" refType="h" fact="0.8355"/>
              <dgm:constr type="w" for="ch" forName="accent_3" refType="w" fact="0.0395"/>
              <dgm:constr type="h" for="ch" forName="accent_3" refType="h" fact="0.0949"/>
              <dgm:constr type="l" for="ch" forName="image_accent_2" refType="w" fact="0.4936"/>
              <dgm:constr type="t" for="ch" forName="image_accent_2" refType="h" fact="0.5329"/>
              <dgm:constr type="w" for="ch" forName="image_accent_2" refType="w" fact="0.1253"/>
              <dgm:constr type="h" for="ch" forName="image_accent_2" refType="h" fact="0.3013"/>
              <dgm:constr type="l" for="ch" forName="image_2" refType="w" fact="0.501"/>
              <dgm:constr type="t" for="ch" forName="image_2" refType="h" fact="0.5507"/>
              <dgm:constr type="w" for="ch" forName="image_2" refType="w" fact="0.1105"/>
              <dgm:constr type="h" for="ch" forName="image_2" refType="h" fact="0.2658"/>
              <dgm:constr type="l" for="ch" forName="image_accent_3" refType="w" fact="0.4446"/>
              <dgm:constr type="t" for="ch" forName="image_accent_3" refType="h" fact="0.1076"/>
              <dgm:constr type="w" for="ch" forName="image_accent_3" refType="w" fact="0.1606"/>
              <dgm:constr type="h" for="ch" forName="image_accent_3" refType="h" fact="0.3864"/>
              <dgm:constr type="l" for="ch" forName="image_3" refType="w" fact="0.4531"/>
              <dgm:constr type="t" for="ch" forName="image_3" refType="h" fact="0.128"/>
              <dgm:constr type="w" for="ch" forName="image_3" refType="w" fact="0.1437"/>
              <dgm:constr type="h" for="ch" forName="image_3" refType="h" fact="0.3456"/>
              <dgm:constr type="l" for="ch" forName="image_accent_1" refType="w" fact="0.2368"/>
              <dgm:constr type="t" for="ch" forName="image_accent_1" refType="h" fact="0.4241"/>
              <dgm:constr type="w" for="ch" forName="image_accent_1" refType="w" fact="0.2394"/>
              <dgm:constr type="h" for="ch" forName="image_accent_1" refType="h" fact="0.5759"/>
              <dgm:constr type="l" for="ch" forName="image_1" refType="w" fact="0.246"/>
              <dgm:constr type="t" for="ch" forName="image_1" refType="h" fact="0.4462"/>
              <dgm:constr type="w" for="ch" forName="image_1" refType="w" fact="0.2211"/>
              <dgm:constr type="h" for="ch" forName="image_1" refType="h" fact="0.5317"/>
              <dgm:constr type="l" for="ch" forName="parent_text_1" refType="w" fact="0"/>
              <dgm:constr type="t" for="ch" forName="parent_text_1" refType="h" fact="0.128"/>
              <dgm:constr type="w" for="ch" forName="parent_text_1" refType="w" fact="0.3553"/>
              <dgm:constr type="h" for="ch" forName="parent_text_1" refType="h" fact="0.2775"/>
              <dgm:constr type="l" for="ch" forName="accent_1" refType="w" fact="0.3895"/>
              <dgm:constr type="t" for="ch" forName="accent_1" refType="h" fact="0"/>
              <dgm:constr type="w" for="ch" forName="accent_1" refType="w" fact="0.0711"/>
              <dgm:constr type="h" for="ch" forName="accent_1" refType="h" fact="0.1709"/>
              <dgm:constr type="l" for="ch" forName="parent_text_2" refType="w" fact="0.6447"/>
              <dgm:constr type="t" for="ch" forName="parent_text_2" refType="h" fact="0.5507"/>
              <dgm:constr type="w" for="ch" forName="parent_text_2" refType="w" fact="0.3553"/>
              <dgm:constr type="h" for="ch" forName="parent_text_2" refType="h" fact="0.2658"/>
              <dgm:constr type="l" for="ch" forName="parent_text_3" refType="w" fact="0.6316"/>
              <dgm:constr type="t" for="ch" forName="parent_text_3" refType="h" fact="0.128"/>
              <dgm:constr type="w" for="ch" forName="parent_text_3" refType="w" fact="0.3553"/>
              <dgm:constr type="h" for="ch" forName="parent_text_3" refType="h" fact="0.3456"/>
              <dgm:constr type="l" for="ch" forName="accent_2" refType="w" fact="0.5789"/>
              <dgm:constr type="t" for="ch" forName="accent_2" refType="h" fact="0.0127"/>
              <dgm:constr type="w" for="ch" forName="accent_2" refType="w" fact="0.0526"/>
              <dgm:constr type="h" for="ch" forName="accent_2" refType="h" fact="0.1266"/>
            </dgm:constrLst>
          </dgm:if>
          <dgm:else name="Name13">
            <dgm:constrLst>
              <dgm:constr type="primFontSz" for="des" ptType="node" op="equ" val="65"/>
              <dgm:constr type="l" for="ch" forName="accent_1" refType="w" fact="0.3289"/>
              <dgm:constr type="t" for="ch" forName="accent_1" refType="h" fact="0.8355"/>
              <dgm:constr type="w" for="ch" forName="accent_1" refType="w" fact="0.0395"/>
              <dgm:constr type="h" for="ch" forName="accent_1" refType="h" fact="0.0949"/>
              <dgm:constr type="l" for="ch" forName="image_accent_2" refType="w" fact="0.3811"/>
              <dgm:constr type="t" for="ch" forName="image_accent_2" refType="h" fact="0.5329"/>
              <dgm:constr type="w" for="ch" forName="image_accent_2" refType="w" fact="0.1253"/>
              <dgm:constr type="h" for="ch" forName="image_accent_2" refType="h" fact="0.3013"/>
              <dgm:constr type="l" for="ch" forName="image_2" refType="w" fact="0.3885"/>
              <dgm:constr type="t" for="ch" forName="image_2" refType="h" fact="0.5507"/>
              <dgm:constr type="w" for="ch" forName="image_2" refType="w" fact="0.1105"/>
              <dgm:constr type="h" for="ch" forName="image_2" refType="h" fact="0.2658"/>
              <dgm:constr type="l" for="ch" forName="image_accent_3" refType="w" fact="0.3947"/>
              <dgm:constr type="t" for="ch" forName="image_accent_3" refType="h" fact="0.1076"/>
              <dgm:constr type="w" for="ch" forName="image_accent_3" refType="w" fact="0.1606"/>
              <dgm:constr type="h" for="ch" forName="image_accent_3" refType="h" fact="0.3864"/>
              <dgm:constr type="l" for="ch" forName="image_3" refType="w" fact="0.4032"/>
              <dgm:constr type="t" for="ch" forName="image_3" refType="h" fact="0.128"/>
              <dgm:constr type="w" for="ch" forName="image_3" refType="w" fact="0.1437"/>
              <dgm:constr type="h" for="ch" forName="image_3" refType="h" fact="0.3456"/>
              <dgm:constr type="l" for="ch" forName="image_accent_1" refType="w" fact="0.5237"/>
              <dgm:constr type="t" for="ch" forName="image_accent_1" refType="h" fact="0.4241"/>
              <dgm:constr type="w" for="ch" forName="image_accent_1" refType="w" fact="0.2394"/>
              <dgm:constr type="h" for="ch" forName="image_accent_1" refType="h" fact="0.5759"/>
              <dgm:constr type="l" for="ch" forName="image_1" refType="w" fact="0.5329"/>
              <dgm:constr type="t" for="ch" forName="image_1" refType="h" fact="0.4462"/>
              <dgm:constr type="w" for="ch" forName="image_1" refType="w" fact="0.2211"/>
              <dgm:constr type="h" for="ch" forName="image_1" refType="h" fact="0.5317"/>
              <dgm:constr type="l" for="ch" forName="parent_text_1" refType="w" fact="0.6447"/>
              <dgm:constr type="t" for="ch" forName="parent_text_1" refType="h" fact="0.128"/>
              <dgm:constr type="w" for="ch" forName="parent_text_1" refType="w" fact="0.3553"/>
              <dgm:constr type="h" for="ch" forName="parent_text_1" refType="h" fact="0.2775"/>
              <dgm:constr type="l" for="ch" forName="accent_2" refType="w" fact="0.5395"/>
              <dgm:constr type="t" for="ch" forName="accent_2" refType="h" fact="0"/>
              <dgm:constr type="w" for="ch" forName="accent_2" refType="w" fact="0.0711"/>
              <dgm:constr type="h" for="ch" forName="accent_2" refType="h" fact="0.1709"/>
              <dgm:constr type="l" for="ch" forName="parent_text_3" refType="w" fact="0.0132"/>
              <dgm:constr type="t" for="ch" forName="parent_text_3" refType="h" fact="0.128"/>
              <dgm:constr type="w" for="ch" forName="parent_text_3" refType="w" fact="0.3553"/>
              <dgm:constr type="h" for="ch" forName="parent_text_3" refType="h" fact="0.3456"/>
              <dgm:constr type="l" for="ch" forName="parent_text_2" refType="w" fact="0"/>
              <dgm:constr type="t" for="ch" forName="parent_text_2" refType="h" fact="0.5507"/>
              <dgm:constr type="w" for="ch" forName="parent_text_2" refType="w" fact="0.3553"/>
              <dgm:constr type="h" for="ch" forName="parent_text_2" refType="h" fact="0.2658"/>
              <dgm:constr type="l" for="ch" forName="accent_3" refType="w" fact="0.3684"/>
              <dgm:constr type="t" for="ch" forName="accent_3" refType="h" fact="0.0127"/>
              <dgm:constr type="w" for="ch" forName="accent_3" refType="w" fact="0.0526"/>
              <dgm:constr type="h" for="ch" forName="accent_3" refType="h" fact="0.1266"/>
            </dgm:constrLst>
          </dgm:else>
        </dgm:choose>
      </dgm:if>
      <dgm:if name="Name14" axis="ch" ptType="node" func="cnt" op="equ" val="4">
        <dgm:alg type="composite">
          <dgm:param type="ar" val="1.6704"/>
        </dgm:alg>
        <dgm:choose name="Name15">
          <dgm:if name="Name16" func="var" arg="dir" op="equ" val="norm">
            <dgm:constrLst>
              <dgm:constr type="primFontSz" for="des" ptType="node" op="equ" val="65"/>
              <dgm:constr type="l" for="ch" forName="image_accent_4" refType="w" fact="0.4626"/>
              <dgm:constr type="t" for="ch" forName="image_accent_4" refType="h" fact="0.1415"/>
              <dgm:constr type="w" for="ch" forName="image_accent_4" refType="w" fact="0.1126"/>
              <dgm:constr type="h" for="ch" forName="image_accent_4" refType="h" fact="0.1881"/>
              <dgm:constr type="l" for="ch" forName="image_4" refType="w" fact="0.4692"/>
              <dgm:constr type="t" for="ch" forName="image_4" refType="h" fact="0.1526"/>
              <dgm:constr type="w" for="ch" forName="image_4" refType="w" fact="0.0994"/>
              <dgm:constr type="h" for="ch" forName="image_4" refType="h" fact="0.166"/>
              <dgm:constr type="l" for="ch" forName="image_accent_2" refType="w" fact="0.4936"/>
              <dgm:constr type="t" for="ch" forName="image_accent_2" refType="h" fact="0.6756"/>
              <dgm:constr type="w" for="ch" forName="image_accent_2" refType="w" fact="0.1253"/>
              <dgm:constr type="h" for="ch" forName="image_accent_2" refType="h" fact="0.2092"/>
              <dgm:constr type="l" for="ch" forName="image_2" refType="w" fact="0.501"/>
              <dgm:constr type="t" for="ch" forName="image_2" refType="h" fact="0.6879"/>
              <dgm:constr type="w" for="ch" forName="image_2" refType="w" fact="0.1105"/>
              <dgm:constr type="h" for="ch" forName="image_2" refType="h" fact="0.1846"/>
              <dgm:constr type="l" for="ch" forName="image_accent_3" refType="w" fact="0.4446"/>
              <dgm:constr type="t" for="ch" forName="image_accent_3" refType="h" fact="0.3802"/>
              <dgm:constr type="w" for="ch" forName="image_accent_3" refType="w" fact="0.1606"/>
              <dgm:constr type="h" for="ch" forName="image_accent_3" refType="h" fact="0.2683"/>
              <dgm:constr type="l" for="ch" forName="image_3" refType="w" fact="0.4531"/>
              <dgm:constr type="t" for="ch" forName="image_3" refType="h" fact="0.3944"/>
              <dgm:constr type="w" for="ch" forName="image_3" refType="w" fact="0.1437"/>
              <dgm:constr type="h" for="ch" forName="image_3" refType="h" fact="0.24"/>
              <dgm:constr type="l" for="ch" forName="image_accent_1" refType="w" fact="0.2368"/>
              <dgm:constr type="t" for="ch" forName="image_accent_1" refType="h" fact="0.6"/>
              <dgm:constr type="w" for="ch" forName="image_accent_1" refType="w" fact="0.2394"/>
              <dgm:constr type="h" for="ch" forName="image_accent_1" refType="h" fact="0.4"/>
              <dgm:constr type="l" for="ch" forName="image_1" refType="w" fact="0.246"/>
              <dgm:constr type="t" for="ch" forName="image_1" refType="h" fact="0.6154"/>
              <dgm:constr type="w" for="ch" forName="image_1" refType="w" fact="0.2211"/>
              <dgm:constr type="h" for="ch" forName="image_1" refType="h" fact="0.3692"/>
              <dgm:constr type="l" for="ch" forName="parent_text_1" refType="w" fact="0"/>
              <dgm:constr type="t" for="ch" forName="parent_text_1" refType="h" fact="0.3944"/>
              <dgm:constr type="w" for="ch" forName="parent_text_1" refType="w" fact="0.3553"/>
              <dgm:constr type="h" for="ch" forName="parent_text_1" refType="h" fact="0.1931"/>
              <dgm:constr type="l" for="ch" forName="accent_1" refType="w" fact="0.3895"/>
              <dgm:constr type="t" for="ch" forName="accent_1" refType="h" fact="0.3055"/>
              <dgm:constr type="w" for="ch" forName="accent_1" refType="w" fact="0.0711"/>
              <dgm:constr type="h" for="ch" forName="accent_1" refType="h" fact="0.1187"/>
              <dgm:constr type="l" for="ch" forName="parent_text_3" refType="w" fact="0.6316"/>
              <dgm:constr type="t" for="ch" forName="parent_text_3" refType="h" fact="0.3944"/>
              <dgm:constr type="w" for="ch" forName="parent_text_3" refType="w" fact="0.3553"/>
              <dgm:constr type="h" for="ch" forName="parent_text_3" refType="h" fact="0.24"/>
              <dgm:constr type="l" for="ch" forName="parent_text_2" refType="w" fact="0.6447"/>
              <dgm:constr type="t" for="ch" forName="parent_text_2" refType="h" fact="0.6879"/>
              <dgm:constr type="w" for="ch" forName="parent_text_2" refType="w" fact="0.3553"/>
              <dgm:constr type="h" for="ch" forName="parent_text_2" refType="h" fact="0.1846"/>
              <dgm:constr type="l" for="ch" forName="accent_2" refType="w" fact="0.5347"/>
              <dgm:constr type="t" for="ch" forName="accent_2" refType="h" fact="0.044"/>
              <dgm:constr type="w" for="ch" forName="accent_2" refType="w" fact="0.0526"/>
              <dgm:constr type="h" for="ch" forName="accent_2" refType="h" fact="0.0879"/>
              <dgm:constr type="l" for="ch" forName="accent_3" refType="w" fact="0.6005"/>
              <dgm:constr type="t" for="ch" forName="accent_3" refType="h" fact="0"/>
              <dgm:constr type="w" for="ch" forName="accent_3" refType="w" fact="0.0263"/>
              <dgm:constr type="h" for="ch" forName="accent_3" refType="h" fact="0.044"/>
              <dgm:constr type="l" for="ch" forName="parent_text_4" refType="w" fact="0.6005"/>
              <dgm:constr type="t" for="ch" forName="parent_text_4" refType="h" fact="0.1526"/>
              <dgm:constr type="w" for="ch" forName="parent_text_4" refType="w" fact="0.3553"/>
              <dgm:constr type="h" for="ch" forName="parent_text_4" refType="h" fact="0.166"/>
              <dgm:constr type="l" for="ch" forName="accent_4" refType="w" fact="0.6268"/>
              <dgm:constr type="t" for="ch" forName="accent_4" refType="h" fact="0.8791"/>
              <dgm:constr type="w" for="ch" forName="accent_4" refType="w" fact="0.0395"/>
              <dgm:constr type="h" for="ch" forName="accent_4" refType="h" fact="0.0659"/>
            </dgm:constrLst>
          </dgm:if>
          <dgm:else name="Name17">
            <dgm:constrLst>
              <dgm:constr type="primFontSz" for="des" ptType="node" op="equ" val="65"/>
              <dgm:constr type="l" for="ch" forName="image_accent_4" refType="w" fact="0.4248"/>
              <dgm:constr type="t" for="ch" forName="image_accent_4" refType="h" fact="0.1415"/>
              <dgm:constr type="w" for="ch" forName="image_accent_4" refType="w" fact="0.1126"/>
              <dgm:constr type="h" for="ch" forName="image_accent_4" refType="h" fact="0.1881"/>
              <dgm:constr type="l" for="ch" forName="image_4" refType="w" fact="0.4314"/>
              <dgm:constr type="t" for="ch" forName="image_4" refType="h" fact="0.1526"/>
              <dgm:constr type="w" for="ch" forName="image_4" refType="w" fact="0.0994"/>
              <dgm:constr type="h" for="ch" forName="image_4" refType="h" fact="0.166"/>
              <dgm:constr type="l" for="ch" forName="image_accent_2" refType="w" fact="0.3811"/>
              <dgm:constr type="t" for="ch" forName="image_accent_2" refType="h" fact="0.6756"/>
              <dgm:constr type="w" for="ch" forName="image_accent_2" refType="w" fact="0.1253"/>
              <dgm:constr type="h" for="ch" forName="image_accent_2" refType="h" fact="0.2092"/>
              <dgm:constr type="l" for="ch" forName="image_2" refType="w" fact="0.3885"/>
              <dgm:constr type="t" for="ch" forName="image_2" refType="h" fact="0.6879"/>
              <dgm:constr type="w" for="ch" forName="image_2" refType="w" fact="0.1105"/>
              <dgm:constr type="h" for="ch" forName="image_2" refType="h" fact="0.1846"/>
              <dgm:constr type="l" for="ch" forName="image_accent_3" refType="w" fact="0.3947"/>
              <dgm:constr type="t" for="ch" forName="image_accent_3" refType="h" fact="0.3802"/>
              <dgm:constr type="w" for="ch" forName="image_accent_3" refType="w" fact="0.1606"/>
              <dgm:constr type="h" for="ch" forName="image_accent_3" refType="h" fact="0.2683"/>
              <dgm:constr type="l" for="ch" forName="image_3" refType="w" fact="0.4032"/>
              <dgm:constr type="t" for="ch" forName="image_3" refType="h" fact="0.3944"/>
              <dgm:constr type="w" for="ch" forName="image_3" refType="w" fact="0.1437"/>
              <dgm:constr type="h" for="ch" forName="image_3" refType="h" fact="0.24"/>
              <dgm:constr type="l" for="ch" forName="image_accent_1" refType="w" fact="0.5237"/>
              <dgm:constr type="t" for="ch" forName="image_accent_1" refType="h" fact="0.6"/>
              <dgm:constr type="w" for="ch" forName="image_accent_1" refType="w" fact="0.2394"/>
              <dgm:constr type="h" for="ch" forName="image_accent_1" refType="h" fact="0.4"/>
              <dgm:constr type="l" for="ch" forName="image_1" refType="w" fact="0.5329"/>
              <dgm:constr type="t" for="ch" forName="image_1" refType="h" fact="0.6154"/>
              <dgm:constr type="w" for="ch" forName="image_1" refType="w" fact="0.2211"/>
              <dgm:constr type="h" for="ch" forName="image_1" refType="h" fact="0.3692"/>
              <dgm:constr type="l" for="ch" forName="parent_text_1" refType="w" fact="0.6447"/>
              <dgm:constr type="t" for="ch" forName="parent_text_1" refType="h" fact="0.3944"/>
              <dgm:constr type="w" for="ch" forName="parent_text_1" refType="w" fact="0.3553"/>
              <dgm:constr type="h" for="ch" forName="parent_text_1" refType="h" fact="0.1931"/>
              <dgm:constr type="l" for="ch" forName="accent_1" refType="w" fact="0.5395"/>
              <dgm:constr type="t" for="ch" forName="accent_1" refType="h" fact="0.3055"/>
              <dgm:constr type="w" for="ch" forName="accent_1" refType="w" fact="0.0711"/>
              <dgm:constr type="h" for="ch" forName="accent_1" refType="h" fact="0.1187"/>
              <dgm:constr type="l" for="ch" forName="parent_text_3" refType="w" fact="0.0132"/>
              <dgm:constr type="t" for="ch" forName="parent_text_3" refType="h" fact="0.3944"/>
              <dgm:constr type="w" for="ch" forName="parent_text_3" refType="w" fact="0.3553"/>
              <dgm:constr type="h" for="ch" forName="parent_text_3" refType="h" fact="0.24"/>
              <dgm:constr type="l" for="ch" forName="parent_text_2" refType="w" fact="0"/>
              <dgm:constr type="t" for="ch" forName="parent_text_2" refType="h" fact="0.6879"/>
              <dgm:constr type="w" for="ch" forName="parent_text_2" refType="w" fact="0.3553"/>
              <dgm:constr type="h" for="ch" forName="parent_text_2" refType="h" fact="0.1846"/>
              <dgm:constr type="l" for="ch" forName="accent_2" refType="w" fact="0.4126"/>
              <dgm:constr type="t" for="ch" forName="accent_2" refType="h" fact="0.044"/>
              <dgm:constr type="w" for="ch" forName="accent_2" refType="w" fact="0.0526"/>
              <dgm:constr type="h" for="ch" forName="accent_2" refType="h" fact="0.0879"/>
              <dgm:constr type="l" for="ch" forName="accent_3" refType="w" fact="0.3732"/>
              <dgm:constr type="t" for="ch" forName="accent_3" refType="h" fact="0"/>
              <dgm:constr type="w" for="ch" forName="accent_3" refType="w" fact="0.0263"/>
              <dgm:constr type="h" for="ch" forName="accent_3" refType="h" fact="0.044"/>
              <dgm:constr type="l" for="ch" forName="parent_text_4" refType="w" fact="0.0442"/>
              <dgm:constr type="t" for="ch" forName="parent_text_4" refType="h" fact="0.1526"/>
              <dgm:constr type="w" for="ch" forName="parent_text_4" refType="w" fact="0.3553"/>
              <dgm:constr type="h" for="ch" forName="parent_text_4" refType="h" fact="0.166"/>
              <dgm:constr type="l" for="ch" forName="accent_4" refType="w" fact="0.3337"/>
              <dgm:constr type="t" for="ch" forName="accent_4" refType="h" fact="0.8791"/>
              <dgm:constr type="w" for="ch" forName="accent_4" refType="w" fact="0.0395"/>
              <dgm:constr type="h" for="ch" forName="accent_4" refType="h" fact="0.0659"/>
            </dgm:constrLst>
          </dgm:else>
        </dgm:choose>
      </dgm:if>
      <dgm:if name="Name18" axis="ch" ptType="node" func="cnt" op="equ" val="5">
        <dgm:alg type="composite">
          <dgm:param type="ar" val="1.5076"/>
        </dgm:alg>
        <dgm:choose name="Name19">
          <dgm:if name="Name20" func="var" arg="dir" op="equ" val="norm">
            <dgm:constrLst>
              <dgm:constr type="primFontSz" for="des" ptType="node" op="equ" val="65"/>
              <dgm:constr type="l" for="ch" forName="image_accent_5" refType="w" fact="0.5301"/>
              <dgm:constr type="t" for="ch" forName="image_accent_5" refType="h" fact="0.0862"/>
              <dgm:constr type="w" for="ch" forName="image_accent_5" refType="w" fact="0.1022"/>
              <dgm:constr type="h" for="ch" forName="image_accent_5" refType="h" fact="0.1541"/>
              <dgm:constr type="l" for="ch" forName="image_5" refType="w" fact="0.5361"/>
              <dgm:constr type="t" for="ch" forName="image_5" refType="h" fact="0.0953"/>
              <dgm:constr type="w" for="ch" forName="image_5" refType="w" fact="0.0902"/>
              <dgm:constr type="h" for="ch" forName="image_5" refType="h" fact="0.1359"/>
              <dgm:constr type="l" for="ch" forName="image_accent_4" refType="w" fact="0.4528"/>
              <dgm:constr type="t" for="ch" forName="image_accent_4" refType="h" fact="0.2416"/>
              <dgm:constr type="w" for="ch" forName="image_accent_4" refType="w" fact="0.1103"/>
              <dgm:constr type="h" for="ch" forName="image_accent_4" refType="h" fact="0.1662"/>
              <dgm:constr type="l" for="ch" forName="image_4" refType="w" fact="0.4593"/>
              <dgm:constr type="t" for="ch" forName="image_4" refType="h" fact="0.2513"/>
              <dgm:constr type="w" for="ch" forName="image_4" refType="w" fact="0.0973"/>
              <dgm:constr type="h" for="ch" forName="image_4" refType="h" fact="0.1467"/>
              <dgm:constr type="l" for="ch" forName="image_accent_2" refType="w" fact="0.4832"/>
              <dgm:constr type="t" for="ch" forName="image_accent_2" refType="h" fact="0.7134"/>
              <dgm:constr type="w" for="ch" forName="image_accent_2" refType="w" fact="0.1226"/>
              <dgm:constr type="h" for="ch" forName="image_accent_2" refType="h" fact="0.1849"/>
              <dgm:constr type="l" for="ch" forName="image_2" refType="w" fact="0.4904"/>
              <dgm:constr type="t" for="ch" forName="image_2" refType="h" fact="0.7243"/>
              <dgm:constr type="w" for="ch" forName="image_2" refType="w" fact="0.1082"/>
              <dgm:constr type="h" for="ch" forName="image_2" refType="h" fact="0.1631"/>
              <dgm:constr type="l" for="ch" forName="image_accent_3" refType="w" fact="0.4352"/>
              <dgm:constr type="t" for="ch" forName="image_accent_3" refType="h" fact="0.4525"/>
              <dgm:constr type="w" for="ch" forName="image_accent_3" refType="w" fact="0.1573"/>
              <dgm:constr type="h" for="ch" forName="image_accent_3" refType="h" fact="0.2371"/>
              <dgm:constr type="l" for="ch" forName="image_3" refType="w" fact="0.4435"/>
              <dgm:constr type="t" for="ch" forName="image_3" refType="h" fact="0.465"/>
              <dgm:constr type="w" for="ch" forName="image_3" refType="w" fact="0.1407"/>
              <dgm:constr type="h" for="ch" forName="image_3" refType="h" fact="0.212"/>
              <dgm:constr type="l" for="ch" forName="image_accent_1" refType="w" fact="0.2318"/>
              <dgm:constr type="t" for="ch" forName="image_accent_1" refType="h" fact="0.6466"/>
              <dgm:constr type="w" for="ch" forName="image_accent_1" refType="w" fact="0.2344"/>
              <dgm:constr type="h" for="ch" forName="image_accent_1" refType="h" fact="0.3534"/>
              <dgm:constr type="l" for="ch" forName="image_1" refType="w" fact="0.2408"/>
              <dgm:constr type="t" for="ch" forName="image_1" refType="h" fact="0.6602"/>
              <dgm:constr type="w" for="ch" forName="image_1" refType="w" fact="0.2164"/>
              <dgm:constr type="h" for="ch" forName="image_1" refType="h" fact="0.3262"/>
              <dgm:constr type="l" for="ch" forName="parent_text_1" refType="w" fact="0"/>
              <dgm:constr type="t" for="ch" forName="parent_text_1" refType="h" fact="0.465"/>
              <dgm:constr type="w" for="ch" forName="parent_text_1" refType="w" fact="0.3478"/>
              <dgm:constr type="h" for="ch" forName="parent_text_1" refType="h" fact="0.165"/>
              <dgm:constr type="l" for="ch" forName="accent_1" refType="w" fact="0.3813"/>
              <dgm:constr type="t" for="ch" forName="accent_1" refType="h" fact="0.3864"/>
              <dgm:constr type="w" for="ch" forName="accent_1" refType="w" fact="0.0696"/>
              <dgm:constr type="h" for="ch" forName="accent_1" refType="h" fact="0.1049"/>
              <dgm:constr type="l" for="ch" forName="parent_text_3" refType="w" fact="0.6182"/>
              <dgm:constr type="t" for="ch" forName="parent_text_3" refType="h" fact="0.465"/>
              <dgm:constr type="w" for="ch" forName="parent_text_3" refType="w" fact="0.3478"/>
              <dgm:constr type="h" for="ch" forName="parent_text_3" refType="h" fact="0.212"/>
              <dgm:constr type="l" for="ch" forName="parent_text_2" refType="w" fact="0.6311"/>
              <dgm:constr type="t" for="ch" forName="parent_text_2" refType="h" fact="0.7243"/>
              <dgm:constr type="w" for="ch" forName="parent_text_2" refType="w" fact="0.3478"/>
              <dgm:constr type="h" for="ch" forName="parent_text_2" refType="h" fact="0.1631"/>
              <dgm:constr type="l" for="ch" forName="parent_text_4" refType="w" fact="0.5878"/>
              <dgm:constr type="t" for="ch" forName="parent_text_4" refType="h" fact="0.2513"/>
              <dgm:constr type="w" for="ch" forName="parent_text_4" refType="w" fact="0.3478"/>
              <dgm:constr type="h" for="ch" forName="parent_text_4" refType="h" fact="0.1467"/>
              <dgm:constr type="l" for="ch" forName="accent_2" refType="w" fact="0.6265"/>
              <dgm:constr type="t" for="ch" forName="accent_2" refType="h" fact="0.0194"/>
              <dgm:constr type="w" for="ch" forName="accent_2" refType="w" fact="0.0515"/>
              <dgm:constr type="h" for="ch" forName="accent_2" refType="h" fact="0.0777"/>
              <dgm:constr type="l" for="ch" forName="accent_3" refType="w" fact="0.7038"/>
              <dgm:constr type="t" for="ch" forName="accent_3" refType="h" fact="0"/>
              <dgm:constr type="w" for="ch" forName="accent_3" refType="w" fact="0.0258"/>
              <dgm:constr type="h" for="ch" forName="accent_3" refType="h" fact="0.0388"/>
              <dgm:constr type="l" for="ch" forName="parent_text_5" refType="w" fact="0.6522"/>
              <dgm:constr type="t" for="ch" forName="parent_text_5" refType="h" fact="0.0953"/>
              <dgm:constr type="w" for="ch" forName="parent_text_5" refType="w" fact="0.3478"/>
              <dgm:constr type="h" for="ch" forName="parent_text_5" refType="h" fact="0.1359"/>
              <dgm:constr type="l" for="ch" forName="accent_4" refType="w" fact="0.6136"/>
              <dgm:constr type="t" for="ch" forName="accent_4" refType="h" fact="0.8932"/>
              <dgm:constr type="w" for="ch" forName="accent_4" refType="w" fact="0.0386"/>
              <dgm:constr type="h" for="ch" forName="accent_4" refType="h" fact="0.0583"/>
            </dgm:constrLst>
          </dgm:if>
          <dgm:else name="Name21">
            <dgm:constrLst>
              <dgm:constr type="primFontSz" for="des" ptType="node" op="equ" val="65"/>
              <dgm:constr type="l" for="ch" forName="image_accent_5" refType="w" fact="0.3677"/>
              <dgm:constr type="t" for="ch" forName="image_accent_5" refType="h" fact="0.0862"/>
              <dgm:constr type="w" for="ch" forName="image_accent_5" refType="w" fact="0.1022"/>
              <dgm:constr type="h" for="ch" forName="image_accent_5" refType="h" fact="0.1541"/>
              <dgm:constr type="l" for="ch" forName="image_5" refType="w" fact="0.3738"/>
              <dgm:constr type="t" for="ch" forName="image_5" refType="h" fact="0.0953"/>
              <dgm:constr type="w" for="ch" forName="image_5" refType="w" fact="0.0902"/>
              <dgm:constr type="h" for="ch" forName="image_5" refType="h" fact="0.1359"/>
              <dgm:constr type="l" for="ch" forName="image_accent_4" refType="w" fact="0.437"/>
              <dgm:constr type="t" for="ch" forName="image_accent_4" refType="h" fact="0.2416"/>
              <dgm:constr type="w" for="ch" forName="image_accent_4" refType="w" fact="0.1103"/>
              <dgm:constr type="h" for="ch" forName="image_accent_4" refType="h" fact="0.1662"/>
              <dgm:constr type="l" for="ch" forName="image_4" refType="w" fact="0.4434"/>
              <dgm:constr type="t" for="ch" forName="image_4" refType="h" fact="0.2513"/>
              <dgm:constr type="w" for="ch" forName="image_4" refType="w" fact="0.0973"/>
              <dgm:constr type="h" for="ch" forName="image_4" refType="h" fact="0.1467"/>
              <dgm:constr type="l" for="ch" forName="image_accent_2" refType="w" fact="0.3942"/>
              <dgm:constr type="t" for="ch" forName="image_accent_2" refType="h" fact="0.7134"/>
              <dgm:constr type="w" for="ch" forName="image_accent_2" refType="w" fact="0.1226"/>
              <dgm:constr type="h" for="ch" forName="image_accent_2" refType="h" fact="0.1849"/>
              <dgm:constr type="l" for="ch" forName="image_2" refType="w" fact="0.4014"/>
              <dgm:constr type="t" for="ch" forName="image_2" refType="h" fact="0.7243"/>
              <dgm:constr type="w" for="ch" forName="image_2" refType="w" fact="0.1082"/>
              <dgm:constr type="h" for="ch" forName="image_2" refType="h" fact="0.1631"/>
              <dgm:constr type="l" for="ch" forName="image_accent_3" refType="w" fact="0.4075"/>
              <dgm:constr type="t" for="ch" forName="image_accent_3" refType="h" fact="0.4525"/>
              <dgm:constr type="w" for="ch" forName="image_accent_3" refType="w" fact="0.1573"/>
              <dgm:constr type="h" for="ch" forName="image_accent_3" refType="h" fact="0.2371"/>
              <dgm:constr type="l" for="ch" forName="image_3" refType="w" fact="0.4158"/>
              <dgm:constr type="t" for="ch" forName="image_3" refType="h" fact="0.465"/>
              <dgm:constr type="w" for="ch" forName="image_3" refType="w" fact="0.1407"/>
              <dgm:constr type="h" for="ch" forName="image_3" refType="h" fact="0.212"/>
              <dgm:constr type="l" for="ch" forName="image_accent_1" refType="w" fact="0.5338"/>
              <dgm:constr type="t" for="ch" forName="image_accent_1" refType="h" fact="0.6466"/>
              <dgm:constr type="w" for="ch" forName="image_accent_1" refType="w" fact="0.2344"/>
              <dgm:constr type="h" for="ch" forName="image_accent_1" refType="h" fact="0.3534"/>
              <dgm:constr type="l" for="ch" forName="image_1" refType="w" fact="0.5428"/>
              <dgm:constr type="t" for="ch" forName="image_1" refType="h" fact="0.6602"/>
              <dgm:constr type="w" for="ch" forName="image_1" refType="w" fact="0.2164"/>
              <dgm:constr type="h" for="ch" forName="image_1" refType="h" fact="0.3262"/>
              <dgm:constr type="l" for="ch" forName="parent_text_1" refType="w" fact="0.6522"/>
              <dgm:constr type="t" for="ch" forName="parent_text_1" refType="h" fact="0.465"/>
              <dgm:constr type="w" for="ch" forName="parent_text_1" refType="w" fact="0.3478"/>
              <dgm:constr type="h" for="ch" forName="parent_text_1" refType="h" fact="0.165"/>
              <dgm:constr type="l" for="ch" forName="accent_1" refType="w" fact="0.5492"/>
              <dgm:constr type="t" for="ch" forName="accent_1" refType="h" fact="0.3864"/>
              <dgm:constr type="w" for="ch" forName="accent_1" refType="w" fact="0.0696"/>
              <dgm:constr type="h" for="ch" forName="accent_1" refType="h" fact="0.1049"/>
              <dgm:constr type="l" for="ch" forName="parent_text_3" refType="w" fact="0.034"/>
              <dgm:constr type="t" for="ch" forName="parent_text_3" refType="h" fact="0.465"/>
              <dgm:constr type="w" for="ch" forName="parent_text_3" refType="w" fact="0.3478"/>
              <dgm:constr type="h" for="ch" forName="parent_text_3" refType="h" fact="0.212"/>
              <dgm:constr type="l" for="ch" forName="parent_text_2" refType="w" fact="0.0211"/>
              <dgm:constr type="t" for="ch" forName="parent_text_2" refType="h" fact="0.7243"/>
              <dgm:constr type="w" for="ch" forName="parent_text_2" refType="w" fact="0.3478"/>
              <dgm:constr type="h" for="ch" forName="parent_text_2" refType="h" fact="0.1631"/>
              <dgm:constr type="l" for="ch" forName="parent_text_4" refType="w" fact="0.0644"/>
              <dgm:constr type="t" for="ch" forName="parent_text_4" refType="h" fact="0.2513"/>
              <dgm:constr type="w" for="ch" forName="parent_text_4" refType="w" fact="0.3478"/>
              <dgm:constr type="h" for="ch" forName="parent_text_4" refType="h" fact="0.1467"/>
              <dgm:constr type="l" for="ch" forName="accent_2" refType="w" fact="0.322"/>
              <dgm:constr type="t" for="ch" forName="accent_2" refType="h" fact="0.0194"/>
              <dgm:constr type="w" for="ch" forName="accent_2" refType="w" fact="0.0515"/>
              <dgm:constr type="h" for="ch" forName="accent_2" refType="h" fact="0.0777"/>
              <dgm:constr type="l" for="ch" forName="accent_3" refType="w" fact="0.2705"/>
              <dgm:constr type="t" for="ch" forName="accent_3" refType="h" fact="0"/>
              <dgm:constr type="w" for="ch" forName="accent_3" refType="w" fact="0.0258"/>
              <dgm:constr type="h" for="ch" forName="accent_3" refType="h" fact="0.0388"/>
              <dgm:constr type="l" for="ch" forName="parent_text_5" refType="w" fact="0"/>
              <dgm:constr type="t" for="ch" forName="parent_text_5" refType="h" fact="0.0953"/>
              <dgm:constr type="w" for="ch" forName="parent_text_5" refType="w" fact="0.3478"/>
              <dgm:constr type="h" for="ch" forName="parent_text_5" refType="h" fact="0.1359"/>
              <dgm:constr type="l" for="ch" forName="accent_4" refType="w" fact="0.3478"/>
              <dgm:constr type="t" for="ch" forName="accent_4" refType="h" fact="0.8932"/>
              <dgm:constr type="w" for="ch" forName="accent_4" refType="w" fact="0.0386"/>
              <dgm:constr type="h" for="ch" forName="accent_4" refType="h" fact="0.0583"/>
            </dgm:constrLst>
          </dgm:else>
        </dgm:choose>
      </dgm:if>
      <dgm:if name="Name22" axis="ch" ptType="node" func="cnt" op="equ" val="6">
        <dgm:alg type="composite">
          <dgm:param type="ar" val="1.1351"/>
        </dgm:alg>
        <dgm:choose name="Name23">
          <dgm:if name="Name24" func="var" arg="dir" op="equ" val="norm">
            <dgm:constrLst>
              <dgm:constr type="primFontSz" for="des" ptType="node" op="equ" val="65"/>
              <dgm:constr type="l" for="ch" forName="image_accent_6" refType="w" fact="0.3864"/>
              <dgm:constr type="t" for="ch" forName="image_accent_6" refType="h" fact="0.7456"/>
              <dgm:constr type="w" for="ch" forName="image_accent_6" refType="w" fact="0.1757"/>
              <dgm:constr type="h" for="ch" forName="image_accent_6" refType="h" fact="0.1995"/>
              <dgm:constr type="l" for="ch" forName="image_6" refType="w" fact="0.3957"/>
              <dgm:constr type="t" for="ch" forName="image_6" refType="h" fact="0.7561"/>
              <dgm:constr type="w" for="ch" forName="image_6" refType="w" fact="0.1572"/>
              <dgm:constr type="h" for="ch" forName="image_6" refType="h" fact="0.1784"/>
              <dgm:constr type="l" for="ch" forName="image_accent_5" refType="w" fact="0.5301"/>
              <dgm:constr type="t" for="ch" forName="image_accent_5" refType="h" fact="0.0649"/>
              <dgm:constr type="w" for="ch" forName="image_accent_5" refType="w" fact="0.1022"/>
              <dgm:constr type="h" for="ch" forName="image_accent_5" refType="h" fact="0.116"/>
              <dgm:constr type="l" for="ch" forName="image_5" refType="w" fact="0.5361"/>
              <dgm:constr type="t" for="ch" forName="image_5" refType="h" fact="0.0717"/>
              <dgm:constr type="w" for="ch" forName="image_5" refType="w" fact="0.0902"/>
              <dgm:constr type="h" for="ch" forName="image_5" refType="h" fact="0.1023"/>
              <dgm:constr type="l" for="ch" forName="image_accent_4" refType="w" fact="0.4528"/>
              <dgm:constr type="t" for="ch" forName="image_accent_4" refType="h" fact="0.1819"/>
              <dgm:constr type="w" for="ch" forName="image_accent_4" refType="w" fact="0.1103"/>
              <dgm:constr type="h" for="ch" forName="image_accent_4" refType="h" fact="0.1251"/>
              <dgm:constr type="l" for="ch" forName="image_4" refType="w" fact="0.4593"/>
              <dgm:constr type="t" for="ch" forName="image_4" refType="h" fact="0.1892"/>
              <dgm:constr type="w" for="ch" forName="image_4" refType="w" fact="0.0973"/>
              <dgm:constr type="h" for="ch" forName="image_4" refType="h" fact="0.1104"/>
              <dgm:constr type="l" for="ch" forName="image_accent_2" refType="w" fact="0.4832"/>
              <dgm:constr type="t" for="ch" forName="image_accent_2" refType="h" fact="0.5371"/>
              <dgm:constr type="w" for="ch" forName="image_accent_2" refType="w" fact="0.1226"/>
              <dgm:constr type="h" for="ch" forName="image_accent_2" refType="h" fact="0.1392"/>
              <dgm:constr type="l" for="ch" forName="image_2" refType="w" fact="0.4904"/>
              <dgm:constr type="t" for="ch" forName="image_2" refType="h" fact="0.5453"/>
              <dgm:constr type="w" for="ch" forName="image_2" refType="w" fact="0.1082"/>
              <dgm:constr type="h" for="ch" forName="image_2" refType="h" fact="0.1228"/>
              <dgm:constr type="l" for="ch" forName="image_accent_3" refType="w" fact="0.4352"/>
              <dgm:constr type="t" for="ch" forName="image_accent_3" refType="h" fact="0.3407"/>
              <dgm:constr type="w" for="ch" forName="image_accent_3" refType="w" fact="0.1573"/>
              <dgm:constr type="h" for="ch" forName="image_accent_3" refType="h" fact="0.1785"/>
              <dgm:constr type="l" for="ch" forName="image_3" refType="w" fact="0.4435"/>
              <dgm:constr type="t" for="ch" forName="image_3" refType="h" fact="0.3501"/>
              <dgm:constr type="w" for="ch" forName="image_3" refType="w" fact="0.1407"/>
              <dgm:constr type="h" for="ch" forName="image_3" refType="h" fact="0.1596"/>
              <dgm:constr type="l" for="ch" forName="image_accent_1" refType="w" fact="0.2318"/>
              <dgm:constr type="t" for="ch" forName="image_accent_1" refType="h" fact="0.4869"/>
              <dgm:constr type="w" for="ch" forName="image_accent_1" refType="w" fact="0.2344"/>
              <dgm:constr type="h" for="ch" forName="image_accent_1" refType="h" fact="0.2661"/>
              <dgm:constr type="l" for="ch" forName="image_1" refType="w" fact="0.2401"/>
              <dgm:constr type="t" for="ch" forName="image_1" refType="h" fact="0.4971"/>
              <dgm:constr type="w" for="ch" forName="image_1" refType="w" fact="0.2164"/>
              <dgm:constr type="h" for="ch" forName="image_1" refType="h" fact="0.2456"/>
              <dgm:constr type="l" for="ch" forName="parent_text_1" refType="w" fact="0"/>
              <dgm:constr type="t" for="ch" forName="parent_text_1" refType="h" fact="0.3501"/>
              <dgm:constr type="w" for="ch" forName="parent_text_1" refType="w" fact="0.3478"/>
              <dgm:constr type="h" for="ch" forName="parent_text_1" refType="h" fact="0.125"/>
              <dgm:constr type="l" for="ch" forName="accent_1" refType="w" fact="0.3813"/>
              <dgm:constr type="t" for="ch" forName="accent_1" refType="h" fact="0.2909"/>
              <dgm:constr type="w" for="ch" forName="accent_1" refType="w" fact="0.0696"/>
              <dgm:constr type="h" for="ch" forName="accent_1" refType="h" fact="0.0789"/>
              <dgm:constr type="l" for="ch" forName="parent_text_2" refType="w" fact="0.6311"/>
              <dgm:constr type="t" for="ch" forName="parent_text_2" refType="h" fact="0.5453"/>
              <dgm:constr type="w" for="ch" forName="parent_text_2" refType="w" fact="0.3478"/>
              <dgm:constr type="h" for="ch" forName="parent_text_2" refType="h" fact="0.1228"/>
              <dgm:constr type="l" for="ch" forName="parent_text_4" refType="w" fact="0.5878"/>
              <dgm:constr type="t" for="ch" forName="parent_text_4" refType="h" fact="0.1892"/>
              <dgm:constr type="w" for="ch" forName="parent_text_4" refType="w" fact="0.3478"/>
              <dgm:constr type="h" for="ch" forName="parent_text_4" refType="h" fact="0.1104"/>
              <dgm:constr type="l" for="ch" forName="accent_2" refType="w" fact="0.6265"/>
              <dgm:constr type="t" for="ch" forName="accent_2" refType="h" fact="0.0146"/>
              <dgm:constr type="w" for="ch" forName="accent_2" refType="w" fact="0.0515"/>
              <dgm:constr type="h" for="ch" forName="accent_2" refType="h" fact="0.0585"/>
              <dgm:constr type="l" for="ch" forName="accent_3" refType="w" fact="0.7038"/>
              <dgm:constr type="t" for="ch" forName="accent_3" refType="h" fact="0"/>
              <dgm:constr type="w" for="ch" forName="accent_3" refType="w" fact="0.0258"/>
              <dgm:constr type="h" for="ch" forName="accent_3" refType="h" fact="0.0292"/>
              <dgm:constr type="l" for="ch" forName="parent_text_5" refType="w" fact="0.6522"/>
              <dgm:constr type="t" for="ch" forName="parent_text_5" refType="h" fact="0.0717"/>
              <dgm:constr type="w" for="ch" forName="parent_text_5" refType="w" fact="0.3478"/>
              <dgm:constr type="h" for="ch" forName="parent_text_5" refType="h" fact="0.1023"/>
              <dgm:constr type="l" for="ch" forName="parent_text_3" refType="w" fact="0.6182"/>
              <dgm:constr type="t" for="ch" forName="parent_text_3" refType="h" fact="0.3501"/>
              <dgm:constr type="w" for="ch" forName="parent_text_3" refType="w" fact="0.3478"/>
              <dgm:constr type="h" for="ch" forName="parent_text_3" refType="h" fact="0.1596"/>
              <dgm:constr type="l" for="ch" forName="accent_4" refType="w" fact="0.5538"/>
              <dgm:constr type="t" for="ch" forName="accent_4" refType="h" fact="0.9211"/>
              <dgm:constr type="w" for="ch" forName="accent_4" refType="w" fact="0.0696"/>
              <dgm:constr type="h" for="ch" forName="accent_4" refType="h" fact="0.0789"/>
              <dgm:constr type="l" for="ch" forName="parent_text_6" refType="w" fact="0.0195"/>
              <dgm:constr type="t" for="ch" forName="parent_text_6" refType="h" fact="0.7561"/>
              <dgm:constr type="w" for="ch" forName="parent_text_6" refType="w" fact="0.3478"/>
              <dgm:constr type="h" for="ch" forName="parent_text_6" refType="h" fact="0.1784"/>
              <dgm:constr type="l" for="ch" forName="accent_5" refType="w" fact="0.6182"/>
              <dgm:constr type="t" for="ch" forName="accent_5" refType="h" fact="0.6725"/>
              <dgm:constr type="w" for="ch" forName="accent_5" refType="w" fact="0.0386"/>
              <dgm:constr type="h" for="ch" forName="accent_5" refType="h" fact="0.0439"/>
            </dgm:constrLst>
          </dgm:if>
          <dgm:else name="Name25">
            <dgm:constrLst>
              <dgm:constr type="primFontSz" for="des" ptType="node" op="equ" val="65"/>
              <dgm:constr type="l" for="ch" forName="image_accent_6" refType="w" fact="0.4379"/>
              <dgm:constr type="t" for="ch" forName="image_accent_6" refType="h" fact="0.7456"/>
              <dgm:constr type="w" for="ch" forName="image_accent_6" refType="w" fact="0.1757"/>
              <dgm:constr type="h" for="ch" forName="image_accent_6" refType="h" fact="0.1995"/>
              <dgm:constr type="l" for="ch" forName="image_6" refType="w" fact="0.4471"/>
              <dgm:constr type="t" for="ch" forName="image_6" refType="h" fact="0.7561"/>
              <dgm:constr type="w" for="ch" forName="image_6" refType="w" fact="0.1572"/>
              <dgm:constr type="h" for="ch" forName="image_6" refType="h" fact="0.1784"/>
              <dgm:constr type="l" for="ch" forName="image_accent_5" refType="w" fact="0.3677"/>
              <dgm:constr type="t" for="ch" forName="image_accent_5" refType="h" fact="0.0649"/>
              <dgm:constr type="w" for="ch" forName="image_accent_5" refType="w" fact="0.1022"/>
              <dgm:constr type="h" for="ch" forName="image_accent_5" refType="h" fact="0.116"/>
              <dgm:constr type="l" for="ch" forName="image_5" refType="w" fact="0.3738"/>
              <dgm:constr type="t" for="ch" forName="image_5" refType="h" fact="0.0717"/>
              <dgm:constr type="w" for="ch" forName="image_5" refType="w" fact="0.0902"/>
              <dgm:constr type="h" for="ch" forName="image_5" refType="h" fact="0.1023"/>
              <dgm:constr type="l" for="ch" forName="image_accent_4" refType="w" fact="0.437"/>
              <dgm:constr type="t" for="ch" forName="image_accent_4" refType="h" fact="0.1819"/>
              <dgm:constr type="w" for="ch" forName="image_accent_4" refType="w" fact="0.1103"/>
              <dgm:constr type="h" for="ch" forName="image_accent_4" refType="h" fact="0.1251"/>
              <dgm:constr type="l" for="ch" forName="image_4" refType="w" fact="0.4434"/>
              <dgm:constr type="t" for="ch" forName="image_4" refType="h" fact="0.1892"/>
              <dgm:constr type="w" for="ch" forName="image_4" refType="w" fact="0.0973"/>
              <dgm:constr type="h" for="ch" forName="image_4" refType="h" fact="0.1104"/>
              <dgm:constr type="l" for="ch" forName="image_accent_2" refType="w" fact="0.3942"/>
              <dgm:constr type="t" for="ch" forName="image_accent_2" refType="h" fact="0.5371"/>
              <dgm:constr type="w" for="ch" forName="image_accent_2" refType="w" fact="0.1226"/>
              <dgm:constr type="h" for="ch" forName="image_accent_2" refType="h" fact="0.1392"/>
              <dgm:constr type="l" for="ch" forName="image_2" refType="w" fact="0.4014"/>
              <dgm:constr type="t" for="ch" forName="image_2" refType="h" fact="0.5453"/>
              <dgm:constr type="w" for="ch" forName="image_2" refType="w" fact="0.1082"/>
              <dgm:constr type="h" for="ch" forName="image_2" refType="h" fact="0.1228"/>
              <dgm:constr type="l" for="ch" forName="image_accent_3" refType="w" fact="0.4075"/>
              <dgm:constr type="t" for="ch" forName="image_accent_3" refType="h" fact="0.3407"/>
              <dgm:constr type="w" for="ch" forName="image_accent_3" refType="w" fact="0.1573"/>
              <dgm:constr type="h" for="ch" forName="image_accent_3" refType="h" fact="0.1785"/>
              <dgm:constr type="l" for="ch" forName="image_3" refType="w" fact="0.4158"/>
              <dgm:constr type="t" for="ch" forName="image_3" refType="h" fact="0.3501"/>
              <dgm:constr type="w" for="ch" forName="image_3" refType="w" fact="0.1407"/>
              <dgm:constr type="h" for="ch" forName="image_3" refType="h" fact="0.1596"/>
              <dgm:constr type="l" for="ch" forName="image_accent_1" refType="w" fact="0.5338"/>
              <dgm:constr type="t" for="ch" forName="image_accent_1" refType="h" fact="0.4869"/>
              <dgm:constr type="w" for="ch" forName="image_accent_1" refType="w" fact="0.2344"/>
              <dgm:constr type="h" for="ch" forName="image_accent_1" refType="h" fact="0.2661"/>
              <dgm:constr type="l" for="ch" forName="image_1" refType="w" fact="0.5435"/>
              <dgm:constr type="t" for="ch" forName="image_1" refType="h" fact="0.4971"/>
              <dgm:constr type="w" for="ch" forName="image_1" refType="w" fact="0.2164"/>
              <dgm:constr type="h" for="ch" forName="image_1" refType="h" fact="0.2456"/>
              <dgm:constr type="l" for="ch" forName="parent_text_1" refType="w" fact="0.6522"/>
              <dgm:constr type="t" for="ch" forName="parent_text_1" refType="h" fact="0.3501"/>
              <dgm:constr type="w" for="ch" forName="parent_text_1" refType="w" fact="0.3478"/>
              <dgm:constr type="h" for="ch" forName="parent_text_1" refType="h" fact="0.125"/>
              <dgm:constr type="l" for="ch" forName="accent_1" refType="w" fact="0.5492"/>
              <dgm:constr type="t" for="ch" forName="accent_1" refType="h" fact="0.2909"/>
              <dgm:constr type="w" for="ch" forName="accent_1" refType="w" fact="0.0696"/>
              <dgm:constr type="h" for="ch" forName="accent_1" refType="h" fact="0.0789"/>
              <dgm:constr type="l" for="ch" forName="parent_text_2" refType="w" fact="0.0211"/>
              <dgm:constr type="t" for="ch" forName="parent_text_2" refType="h" fact="0.5453"/>
              <dgm:constr type="w" for="ch" forName="parent_text_2" refType="w" fact="0.3478"/>
              <dgm:constr type="h" for="ch" forName="parent_text_2" refType="h" fact="0.1228"/>
              <dgm:constr type="l" for="ch" forName="parent_text_4" refType="w" fact="0.0644"/>
              <dgm:constr type="t" for="ch" forName="parent_text_4" refType="h" fact="0.1892"/>
              <dgm:constr type="w" for="ch" forName="parent_text_4" refType="w" fact="0.3478"/>
              <dgm:constr type="h" for="ch" forName="parent_text_4" refType="h" fact="0.1104"/>
              <dgm:constr type="l" for="ch" forName="accent_2" refType="w" fact="0.322"/>
              <dgm:constr type="t" for="ch" forName="accent_2" refType="h" fact="0.0146"/>
              <dgm:constr type="w" for="ch" forName="accent_2" refType="w" fact="0.0515"/>
              <dgm:constr type="h" for="ch" forName="accent_2" refType="h" fact="0.0585"/>
              <dgm:constr type="l" for="ch" forName="accent_3" refType="w" fact="0.2705"/>
              <dgm:constr type="t" for="ch" forName="accent_3" refType="h" fact="0"/>
              <dgm:constr type="w" for="ch" forName="accent_3" refType="w" fact="0.0258"/>
              <dgm:constr type="h" for="ch" forName="accent_3" refType="h" fact="0.0292"/>
              <dgm:constr type="l" for="ch" forName="parent_text_5" refType="w" fact="0"/>
              <dgm:constr type="t" for="ch" forName="parent_text_5" refType="h" fact="0.0717"/>
              <dgm:constr type="w" for="ch" forName="parent_text_5" refType="w" fact="0.3478"/>
              <dgm:constr type="h" for="ch" forName="parent_text_5" refType="h" fact="0.1023"/>
              <dgm:constr type="l" for="ch" forName="parent_text_3" refType="w" fact="0.034"/>
              <dgm:constr type="t" for="ch" forName="parent_text_3" refType="h" fact="0.3501"/>
              <dgm:constr type="w" for="ch" forName="parent_text_3" refType="w" fact="0.3478"/>
              <dgm:constr type="h" for="ch" forName="parent_text_3" refType="h" fact="0.1596"/>
              <dgm:constr type="l" for="ch" forName="accent_4" refType="w" fact="0.3766"/>
              <dgm:constr type="t" for="ch" forName="accent_4" refType="h" fact="0.9211"/>
              <dgm:constr type="w" for="ch" forName="accent_4" refType="w" fact="0.0696"/>
              <dgm:constr type="h" for="ch" forName="accent_4" refType="h" fact="0.0789"/>
              <dgm:constr type="l" for="ch" forName="parent_text_6" refType="w" fact="0.6328"/>
              <dgm:constr type="t" for="ch" forName="parent_text_6" refType="h" fact="0.7561"/>
              <dgm:constr type="w" for="ch" forName="parent_text_6" refType="w" fact="0.3478"/>
              <dgm:constr type="h" for="ch" forName="parent_text_6" refType="h" fact="0.1784"/>
              <dgm:constr type="l" for="ch" forName="accent_5" refType="w" fact="0.3431"/>
              <dgm:constr type="t" for="ch" forName="accent_5" refType="h" fact="0.6725"/>
              <dgm:constr type="w" for="ch" forName="accent_5" refType="w" fact="0.0386"/>
              <dgm:constr type="h" for="ch" forName="accent_5" refType="h" fact="0.0439"/>
            </dgm:constrLst>
          </dgm:else>
        </dgm:choose>
      </dgm:if>
      <dgm:if name="Name26" axis="ch" ptType="node" func="cnt" op="equ" val="7">
        <dgm:alg type="composite">
          <dgm:param type="ar" val="1.0352"/>
        </dgm:alg>
        <dgm:choose name="Name27">
          <dgm:if name="Name28" func="var" arg="dir" op="equ" val="norm">
            <dgm:constrLst>
              <dgm:constr type="primFontSz" for="des" ptType="node" op="equ" val="65"/>
              <dgm:constr type="l" for="ch" forName="accent_1" refType="w" fact="0.7553"/>
              <dgm:constr type="t" for="ch" forName="accent_1" refType="h" fact="0.96"/>
              <dgm:constr type="w" for="ch" forName="accent_1" refType="w" fact="0.0386"/>
              <dgm:constr type="h" for="ch" forName="accent_1" refType="h" fact="0.04"/>
              <dgm:constr type="l" for="ch" forName="image_accent_2" refType="w" fact="0.4832"/>
              <dgm:constr type="t" for="ch" forName="image_accent_2" refType="h" fact="0.4899"/>
              <dgm:constr type="w" for="ch" forName="image_accent_2" refType="w" fact="0.1226"/>
              <dgm:constr type="h" for="ch" forName="image_accent_2" refType="h" fact="0.1269"/>
              <dgm:constr type="l" for="ch" forName="image_2" refType="w" fact="0.4904"/>
              <dgm:constr type="t" for="ch" forName="image_2" refType="h" fact="0.4973"/>
              <dgm:constr type="w" for="ch" forName="image_2" refType="w" fact="0.1082"/>
              <dgm:constr type="h" for="ch" forName="image_2" refType="h" fact="0.112"/>
              <dgm:constr type="l" for="ch" forName="image_accent_3" refType="w" fact="0.4352"/>
              <dgm:constr type="t" for="ch" forName="image_accent_3" refType="h" fact="0.3107"/>
              <dgm:constr type="w" for="ch" forName="image_accent_3" refType="w" fact="0.1573"/>
              <dgm:constr type="h" for="ch" forName="image_accent_3" refType="h" fact="0.1628"/>
              <dgm:constr type="l" for="ch" forName="image_3" refType="w" fact="0.4435"/>
              <dgm:constr type="t" for="ch" forName="image_3" refType="h" fact="0.3193"/>
              <dgm:constr type="w" for="ch" forName="image_3" refType="w" fact="0.1407"/>
              <dgm:constr type="h" for="ch" forName="image_3" refType="h" fact="0.1456"/>
              <dgm:constr type="l" for="ch" forName="image_accent_4" refType="w" fact="0.4528"/>
              <dgm:constr type="t" for="ch" forName="image_accent_4" refType="h" fact="0.1659"/>
              <dgm:constr type="w" for="ch" forName="image_accent_4" refType="w" fact="0.1103"/>
              <dgm:constr type="h" for="ch" forName="image_accent_4" refType="h" fact="0.1141"/>
              <dgm:constr type="l" for="ch" forName="image_4" refType="w" fact="0.4593"/>
              <dgm:constr type="t" for="ch" forName="image_4" refType="h" fact="0.1726"/>
              <dgm:constr type="w" for="ch" forName="image_4" refType="w" fact="0.0973"/>
              <dgm:constr type="h" for="ch" forName="image_4" refType="h" fact="0.1007"/>
              <dgm:constr type="l" for="ch" forName="image_accent_5" refType="w" fact="0.5301"/>
              <dgm:constr type="t" for="ch" forName="image_accent_5" refType="h" fact="0.0592"/>
              <dgm:constr type="w" for="ch" forName="image_accent_5" refType="w" fact="0.1022"/>
              <dgm:constr type="h" for="ch" forName="image_accent_5" refType="h" fact="0.1058"/>
              <dgm:constr type="l" for="ch" forName="image_5" refType="w" fact="0.5361"/>
              <dgm:constr type="t" for="ch" forName="image_5" refType="h" fact="0.0654"/>
              <dgm:constr type="w" for="ch" forName="image_5" refType="w" fact="0.0902"/>
              <dgm:constr type="h" for="ch" forName="image_5" refType="h" fact="0.0933"/>
              <dgm:constr type="l" for="ch" forName="image_accent_6" refType="w" fact="0.3864"/>
              <dgm:constr type="t" for="ch" forName="image_accent_6" refType="h" fact="0.68"/>
              <dgm:constr type="w" for="ch" forName="image_accent_6" refType="w" fact="0.1757"/>
              <dgm:constr type="h" for="ch" forName="image_accent_6" refType="h" fact="0.1819"/>
              <dgm:constr type="l" for="ch" forName="image_6" refType="w" fact="0.3957"/>
              <dgm:constr type="t" for="ch" forName="image_6" refType="h" fact="0.6896"/>
              <dgm:constr type="w" for="ch" forName="image_6" refType="w" fact="0.1572"/>
              <dgm:constr type="h" for="ch" forName="image_6" refType="h" fact="0.1627"/>
              <dgm:constr type="l" for="ch" forName="image_accent_7" refType="w" fact="0.5291"/>
              <dgm:constr type="t" for="ch" forName="image_accent_7" refType="h" fact="0.8325"/>
              <dgm:constr type="w" for="ch" forName="image_accent_7" refType="w" fact="0.1103"/>
              <dgm:constr type="h" for="ch" forName="image_accent_7" refType="h" fact="0.1141"/>
              <dgm:constr type="l" for="ch" forName="image_7" refType="w" fact="0.5356"/>
              <dgm:constr type="t" for="ch" forName="image_7" refType="h" fact="0.8392"/>
              <dgm:constr type="w" for="ch" forName="image_7" refType="w" fact="0.0973"/>
              <dgm:constr type="h" for="ch" forName="image_7" refType="h" fact="0.1007"/>
              <dgm:constr type="l" for="ch" forName="image_accent_1" refType="w" fact="0.2318"/>
              <dgm:constr type="t" for="ch" forName="image_accent_1" refType="h" fact="0.444"/>
              <dgm:constr type="w" for="ch" forName="image_accent_1" refType="w" fact="0.2344"/>
              <dgm:constr type="h" for="ch" forName="image_accent_1" refType="h" fact="0.2426"/>
              <dgm:constr type="l" for="ch" forName="image_1" refType="w" fact="0.2408"/>
              <dgm:constr type="t" for="ch" forName="image_1" refType="h" fact="0.4533"/>
              <dgm:constr type="w" for="ch" forName="image_1" refType="w" fact="0.2164"/>
              <dgm:constr type="h" for="ch" forName="image_1" refType="h" fact="0.224"/>
              <dgm:constr type="l" for="ch" forName="parent_text_1" refType="w" fact="0"/>
              <dgm:constr type="t" for="ch" forName="parent_text_1" refType="h" fact="0.3193"/>
              <dgm:constr type="w" for="ch" forName="parent_text_1" refType="w" fact="0.3478"/>
              <dgm:constr type="h" for="ch" forName="parent_text_1" refType="h" fact="0.115"/>
              <dgm:constr type="l" for="ch" forName="accent_2" refType="w" fact="0.3813"/>
              <dgm:constr type="t" for="ch" forName="accent_2" refType="h" fact="0.2653"/>
              <dgm:constr type="w" for="ch" forName="accent_2" refType="w" fact="0.0696"/>
              <dgm:constr type="h" for="ch" forName="accent_2" refType="h" fact="0.072"/>
              <dgm:constr type="l" for="ch" forName="parent_text_2" refType="w" fact="0.6311"/>
              <dgm:constr type="t" for="ch" forName="parent_text_2" refType="h" fact="0.4973"/>
              <dgm:constr type="w" for="ch" forName="parent_text_2" refType="w" fact="0.3478"/>
              <dgm:constr type="h" for="ch" forName="parent_text_2" refType="h" fact="0.112"/>
              <dgm:constr type="l" for="ch" forName="parent_text_4" refType="w" fact="0.5878"/>
              <dgm:constr type="t" for="ch" forName="parent_text_4" refType="h" fact="0.1726"/>
              <dgm:constr type="w" for="ch" forName="parent_text_4" refType="w" fact="0.3478"/>
              <dgm:constr type="h" for="ch" forName="parent_text_4" refType="h" fact="0.1007"/>
              <dgm:constr type="l" for="ch" forName="accent_3" refType="w" fact="0.7038"/>
              <dgm:constr type="t" for="ch" forName="accent_3" refType="h" fact="0"/>
              <dgm:constr type="w" for="ch" forName="accent_3" refType="w" fact="0.0258"/>
              <dgm:constr type="h" for="ch" forName="accent_3" refType="h" fact="0.0267"/>
              <dgm:constr type="l" for="ch" forName="parent_text_5" refType="w" fact="0.6522"/>
              <dgm:constr type="t" for="ch" forName="parent_text_5" refType="h" fact="0.0654"/>
              <dgm:constr type="w" for="ch" forName="parent_text_5" refType="w" fact="0.3478"/>
              <dgm:constr type="h" for="ch" forName="parent_text_5" refType="h" fact="0.0933"/>
              <dgm:constr type="l" for="ch" forName="parent_text_3" refType="w" fact="0.6182"/>
              <dgm:constr type="t" for="ch" forName="parent_text_3" refType="h" fact="0.3193"/>
              <dgm:constr type="w" for="ch" forName="parent_text_3" refType="w" fact="0.3478"/>
              <dgm:constr type="h" for="ch" forName="parent_text_3" refType="h" fact="0.1456"/>
              <dgm:constr type="l" for="ch" forName="parent_text_6" refType="w" fact="0.02"/>
              <dgm:constr type="t" for="ch" forName="parent_text_6" refType="h" fact="0.6896"/>
              <dgm:constr type="w" for="ch" forName="parent_text_6" refType="w" fact="0.3478"/>
              <dgm:constr type="h" for="ch" forName="parent_text_6" refType="h" fact="0.1627"/>
              <dgm:constr type="l" for="ch" forName="accent_4" refType="w" fact="0.6265"/>
              <dgm:constr type="t" for="ch" forName="accent_4" refType="h" fact="0.0213"/>
              <dgm:constr type="w" for="ch" forName="accent_4" refType="w" fact="0.0515"/>
              <dgm:constr type="h" for="ch" forName="accent_4" refType="h" fact="0.0533"/>
              <dgm:constr type="l" for="ch" forName="accent_5" refType="w" fact="0.6522"/>
              <dgm:constr type="t" for="ch" forName="accent_5" refType="h" fact="0.92"/>
              <dgm:constr type="w" for="ch" forName="accent_5" refType="w" fact="0.0696"/>
              <dgm:constr type="h" for="ch" forName="accent_5" refType="h" fact="0.072"/>
              <dgm:constr type="l" for="ch" forName="parent_text_7" refType="w" fact="0.105"/>
              <dgm:constr type="t" for="ch" forName="parent_text_7" refType="h" fact="0.87"/>
              <dgm:constr type="w" for="ch" forName="parent_text_7" refType="w" fact="0.407"/>
              <dgm:constr type="h" for="ch" forName="parent_text_7" refType="h" fact="0.13"/>
              <dgm:constr type="l" for="ch" forName="accent_6" refType="w" fact="0.6136"/>
              <dgm:constr type="t" for="ch" forName="accent_6" refType="h" fact="0.6133"/>
              <dgm:constr type="w" for="ch" forName="accent_6" refType="w" fact="0.0386"/>
              <dgm:constr type="h" for="ch" forName="accent_6" refType="h" fact="0.04"/>
            </dgm:constrLst>
          </dgm:if>
          <dgm:else name="Name29">
            <dgm:constrLst>
              <dgm:constr type="primFontSz" for="des" ptType="node" op="equ" val="65"/>
              <dgm:constr type="l" for="ch" forName="accent_1" refType="w" fact="0.2061"/>
              <dgm:constr type="t" for="ch" forName="accent_1" refType="h" fact="0.96"/>
              <dgm:constr type="w" for="ch" forName="accent_1" refType="w" fact="0.0386"/>
              <dgm:constr type="h" for="ch" forName="accent_1" refType="h" fact="0.04"/>
              <dgm:constr type="l" for="ch" forName="image_accent_7" refType="w" fact="0.3606"/>
              <dgm:constr type="t" for="ch" forName="image_accent_7" refType="h" fact="0.8325"/>
              <dgm:constr type="w" for="ch" forName="image_accent_7" refType="w" fact="0.1103"/>
              <dgm:constr type="h" for="ch" forName="image_accent_7" refType="h" fact="0.1141"/>
              <dgm:constr type="l" for="ch" forName="image_7" refType="w" fact="0.3671"/>
              <dgm:constr type="t" for="ch" forName="image_7" refType="h" fact="0.8392"/>
              <dgm:constr type="w" for="ch" forName="image_7" refType="w" fact="0.0973"/>
              <dgm:constr type="h" for="ch" forName="image_7" refType="h" fact="0.1007"/>
              <dgm:constr type="l" for="ch" forName="image_accent_6" refType="w" fact="0.4379"/>
              <dgm:constr type="t" for="ch" forName="image_accent_6" refType="h" fact="0.68"/>
              <dgm:constr type="w" for="ch" forName="image_accent_6" refType="w" fact="0.1757"/>
              <dgm:constr type="h" for="ch" forName="image_accent_6" refType="h" fact="0.1819"/>
              <dgm:constr type="l" for="ch" forName="image_6" refType="w" fact="0.4471"/>
              <dgm:constr type="t" for="ch" forName="image_6" refType="h" fact="0.6896"/>
              <dgm:constr type="w" for="ch" forName="image_6" refType="w" fact="0.1572"/>
              <dgm:constr type="h" for="ch" forName="image_6" refType="h" fact="0.1627"/>
              <dgm:constr type="l" for="ch" forName="image_accent_5" refType="w" fact="0.3677"/>
              <dgm:constr type="t" for="ch" forName="image_accent_5" refType="h" fact="0.0592"/>
              <dgm:constr type="w" for="ch" forName="image_accent_5" refType="w" fact="0.1022"/>
              <dgm:constr type="h" for="ch" forName="image_accent_5" refType="h" fact="0.1058"/>
              <dgm:constr type="l" for="ch" forName="image_5" refType="w" fact="0.3738"/>
              <dgm:constr type="t" for="ch" forName="image_5" refType="h" fact="0.0654"/>
              <dgm:constr type="w" for="ch" forName="image_5" refType="w" fact="0.0902"/>
              <dgm:constr type="h" for="ch" forName="image_5" refType="h" fact="0.0933"/>
              <dgm:constr type="l" for="ch" forName="image_accent_4" refType="w" fact="0.437"/>
              <dgm:constr type="t" for="ch" forName="image_accent_4" refType="h" fact="0.1659"/>
              <dgm:constr type="w" for="ch" forName="image_accent_4" refType="w" fact="0.1103"/>
              <dgm:constr type="h" for="ch" forName="image_accent_4" refType="h" fact="0.1141"/>
              <dgm:constr type="l" for="ch" forName="image_4" refType="w" fact="0.4434"/>
              <dgm:constr type="t" for="ch" forName="image_4" refType="h" fact="0.1726"/>
              <dgm:constr type="w" for="ch" forName="image_4" refType="w" fact="0.0973"/>
              <dgm:constr type="h" for="ch" forName="image_4" refType="h" fact="0.1007"/>
              <dgm:constr type="l" for="ch" forName="image_accent_2" refType="w" fact="0.3942"/>
              <dgm:constr type="t" for="ch" forName="image_accent_2" refType="h" fact="0.4899"/>
              <dgm:constr type="w" for="ch" forName="image_accent_2" refType="w" fact="0.1226"/>
              <dgm:constr type="h" for="ch" forName="image_accent_2" refType="h" fact="0.1269"/>
              <dgm:constr type="l" for="ch" forName="image_2" refType="w" fact="0.4014"/>
              <dgm:constr type="t" for="ch" forName="image_2" refType="h" fact="0.4973"/>
              <dgm:constr type="w" for="ch" forName="image_2" refType="w" fact="0.1082"/>
              <dgm:constr type="h" for="ch" forName="image_2" refType="h" fact="0.112"/>
              <dgm:constr type="l" for="ch" forName="image_accent_3" refType="w" fact="0.4075"/>
              <dgm:constr type="t" for="ch" forName="image_accent_3" refType="h" fact="0.3107"/>
              <dgm:constr type="w" for="ch" forName="image_accent_3" refType="w" fact="0.1573"/>
              <dgm:constr type="h" for="ch" forName="image_accent_3" refType="h" fact="0.1628"/>
              <dgm:constr type="l" for="ch" forName="image_3" refType="w" fact="0.4158"/>
              <dgm:constr type="t" for="ch" forName="image_3" refType="h" fact="0.3193"/>
              <dgm:constr type="w" for="ch" forName="image_3" refType="w" fact="0.1407"/>
              <dgm:constr type="h" for="ch" forName="image_3" refType="h" fact="0.1456"/>
              <dgm:constr type="l" for="ch" forName="image_accent_1" refType="w" fact="0.5338"/>
              <dgm:constr type="t" for="ch" forName="image_accent_1" refType="h" fact="0.444"/>
              <dgm:constr type="w" for="ch" forName="image_accent_1" refType="w" fact="0.2344"/>
              <dgm:constr type="h" for="ch" forName="image_accent_1" refType="h" fact="0.2426"/>
              <dgm:constr type="l" for="ch" forName="image_1" refType="w" fact="0.5428"/>
              <dgm:constr type="t" for="ch" forName="image_1" refType="h" fact="0.4533"/>
              <dgm:constr type="w" for="ch" forName="image_1" refType="w" fact="0.2164"/>
              <dgm:constr type="h" for="ch" forName="image_1" refType="h" fact="0.224"/>
              <dgm:constr type="l" for="ch" forName="parent_text_1" refType="w" fact="0.6522"/>
              <dgm:constr type="t" for="ch" forName="parent_text_1" refType="h" fact="0.3193"/>
              <dgm:constr type="w" for="ch" forName="parent_text_1" refType="w" fact="0.3478"/>
              <dgm:constr type="h" for="ch" forName="parent_text_1" refType="h" fact="0.115"/>
              <dgm:constr type="l" for="ch" forName="accent_2" refType="w" fact="0.5492"/>
              <dgm:constr type="t" for="ch" forName="accent_2" refType="h" fact="0.2653"/>
              <dgm:constr type="w" for="ch" forName="accent_2" refType="w" fact="0.0696"/>
              <dgm:constr type="h" for="ch" forName="accent_2" refType="h" fact="0.072"/>
              <dgm:constr type="l" for="ch" forName="parent_text_2" refType="w" fact="0.0211"/>
              <dgm:constr type="t" for="ch" forName="parent_text_2" refType="h" fact="0.4973"/>
              <dgm:constr type="w" for="ch" forName="parent_text_2" refType="w" fact="0.3478"/>
              <dgm:constr type="h" for="ch" forName="parent_text_2" refType="h" fact="0.112"/>
              <dgm:constr type="l" for="ch" forName="parent_text_4" refType="w" fact="0.0644"/>
              <dgm:constr type="t" for="ch" forName="parent_text_4" refType="h" fact="0.1726"/>
              <dgm:constr type="w" for="ch" forName="parent_text_4" refType="w" fact="0.3478"/>
              <dgm:constr type="h" for="ch" forName="parent_text_4" refType="h" fact="0.1007"/>
              <dgm:constr type="l" for="ch" forName="accent_3" refType="w" fact="0.2705"/>
              <dgm:constr type="t" for="ch" forName="accent_3" refType="h" fact="0"/>
              <dgm:constr type="w" for="ch" forName="accent_3" refType="w" fact="0.0258"/>
              <dgm:constr type="h" for="ch" forName="accent_3" refType="h" fact="0.0267"/>
              <dgm:constr type="l" for="ch" forName="parent_text_5" refType="w" fact="0"/>
              <dgm:constr type="t" for="ch" forName="parent_text_5" refType="h" fact="0.0654"/>
              <dgm:constr type="w" for="ch" forName="parent_text_5" refType="w" fact="0.3478"/>
              <dgm:constr type="h" for="ch" forName="parent_text_5" refType="h" fact="0.0933"/>
              <dgm:constr type="l" for="ch" forName="parent_text_3" refType="w" fact="0.034"/>
              <dgm:constr type="t" for="ch" forName="parent_text_3" refType="h" fact="0.3193"/>
              <dgm:constr type="w" for="ch" forName="parent_text_3" refType="w" fact="0.3478"/>
              <dgm:constr type="h" for="ch" forName="parent_text_3" refType="h" fact="0.1456"/>
              <dgm:constr type="l" for="ch" forName="parent_text_6" refType="w" fact="0.63"/>
              <dgm:constr type="t" for="ch" forName="parent_text_6" refType="h" fact="0.6896"/>
              <dgm:constr type="w" for="ch" forName="parent_text_6" refType="w" fact="0.3478"/>
              <dgm:constr type="h" for="ch" forName="parent_text_6" refType="h" fact="0.1627"/>
              <dgm:constr type="l" for="ch" forName="accent_4" refType="w" fact="0.322"/>
              <dgm:constr type="t" for="ch" forName="accent_4" refType="h" fact="0.0213"/>
              <dgm:constr type="w" for="ch" forName="accent_4" refType="w" fact="0.0515"/>
              <dgm:constr type="h" for="ch" forName="accent_4" refType="h" fact="0.0533"/>
              <dgm:constr type="l" for="ch" forName="accent_5" refType="w" fact="0.2782"/>
              <dgm:constr type="t" for="ch" forName="accent_5" refType="h" fact="0.92"/>
              <dgm:constr type="w" for="ch" forName="accent_5" refType="w" fact="0.0696"/>
              <dgm:constr type="h" for="ch" forName="accent_5" refType="h" fact="0.072"/>
              <dgm:constr type="l" for="ch" forName="parent_text_7" refType="w" fact="0.485"/>
              <dgm:constr type="t" for="ch" forName="parent_text_7" refType="h" fact="0.87"/>
              <dgm:constr type="w" for="ch" forName="parent_text_7" refType="w" fact="0.347"/>
              <dgm:constr type="h" for="ch" forName="parent_text_7" refType="h" fact="0.13"/>
              <dgm:constr type="l" for="ch" forName="accent_6" refType="w" fact="0.3478"/>
              <dgm:constr type="t" for="ch" forName="accent_6" refType="h" fact="0.6133"/>
              <dgm:constr type="w" for="ch" forName="accent_6" refType="w" fact="0.0386"/>
              <dgm:constr type="h" for="ch" forName="accent_6" refType="h" fact="0.04"/>
            </dgm:constrLst>
          </dgm:else>
        </dgm:choose>
        <dgm:layoutNode name="accent_6" styleLbl="alignNode1">
          <dgm:alg type="sp"/>
          <dgm:shape xmlns:r="http://schemas.openxmlformats.org/officeDocument/2006/relationships" type="donut" r:blip="">
            <dgm:adjLst>
              <dgm:adj idx="1" val="0.0746"/>
            </dgm:adjLst>
          </dgm:shape>
          <dgm:presOf/>
        </dgm:layoutNode>
      </dgm:if>
      <dgm:else name="Name30">
        <dgm:alg type="composite">
          <dgm:param type="ar" val="0.9705"/>
        </dgm:alg>
        <dgm:choose name="Name31">
          <dgm:if name="Name32" func="var" arg="dir" op="equ" val="norm">
            <dgm:constrLst>
              <dgm:constr type="primFontSz" for="des" ptType="node" op="equ" val="65"/>
              <dgm:constr type="l" for="ch" forName="accent_1" refType="w" fact="0.7599"/>
              <dgm:constr type="t" for="ch" forName="accent_1" refType="h" fact="0.925"/>
              <dgm:constr type="w" for="ch" forName="accent_1" refType="w" fact="0.0386"/>
              <dgm:constr type="h" for="ch" forName="accent_1" refType="h" fact="0.0375"/>
              <dgm:constr type="l" for="ch" forName="accent_2" refType="w" fact="0.6182"/>
              <dgm:constr type="t" for="ch" forName="accent_2" refType="h" fact="0.575"/>
              <dgm:constr type="w" for="ch" forName="accent_2" refType="w" fact="0.0386"/>
              <dgm:constr type="h" for="ch" forName="accent_2" refType="h" fact="0.0375"/>
              <dgm:constr type="l" for="ch" forName="image_accent_8" refType="w" fact="0.6449"/>
              <dgm:constr type="t" for="ch" forName="image_accent_8" refType="h" fact="0.8508"/>
              <dgm:constr type="w" for="ch" forName="image_accent_8" refType="w" fact="0.1022"/>
              <dgm:constr type="h" for="ch" forName="image_accent_8" refType="h" fact="0.0992"/>
              <dgm:constr type="l" for="ch" forName="image_8" refType="w" fact="0.6538"/>
              <dgm:constr type="t" for="ch" forName="image_8" refType="h" fact="0.8595"/>
              <dgm:constr type="w" for="ch" forName="image_8" refType="w" fact="0.0844"/>
              <dgm:constr type="h" for="ch" forName="image_8" refType="h" fact="0.0819"/>
              <dgm:constr type="l" for="ch" forName="image_accent_7" refType="w" fact="0.5291"/>
              <dgm:constr type="t" for="ch" forName="image_accent_7" refType="h" fact="0.7805"/>
              <dgm:constr type="w" for="ch" forName="image_accent_7" refType="w" fact="0.1103"/>
              <dgm:constr type="h" for="ch" forName="image_accent_7" refType="h" fact="0.107"/>
              <dgm:constr type="l" for="ch" forName="image_7" refType="w" fact="0.5356"/>
              <dgm:constr type="t" for="ch" forName="image_7" refType="h" fact="0.7868"/>
              <dgm:constr type="w" for="ch" forName="image_7" refType="w" fact="0.0973"/>
              <dgm:constr type="h" for="ch" forName="image_7" refType="h" fact="0.0944"/>
              <dgm:constr type="l" for="ch" forName="image_accent_6" refType="w" fact="0.3864"/>
              <dgm:constr type="t" for="ch" forName="image_accent_6" refType="h" fact="0.6375"/>
              <dgm:constr type="w" for="ch" forName="image_accent_6" refType="w" fact="0.1757"/>
              <dgm:constr type="h" for="ch" forName="image_accent_6" refType="h" fact="0.1706"/>
              <dgm:constr type="l" for="ch" forName="image_6" refType="w" fact="0.3957"/>
              <dgm:constr type="t" for="ch" forName="image_6" refType="h" fact="0.6465"/>
              <dgm:constr type="w" for="ch" forName="image_6" refType="w" fact="0.1572"/>
              <dgm:constr type="h" for="ch" forName="image_6" refType="h" fact="0.1525"/>
              <dgm:constr type="l" for="ch" forName="image_accent_5" refType="w" fact="0.5301"/>
              <dgm:constr type="t" for="ch" forName="image_accent_5" refType="h" fact="0.0555"/>
              <dgm:constr type="w" for="ch" forName="image_accent_5" refType="w" fact="0.1022"/>
              <dgm:constr type="h" for="ch" forName="image_accent_5" refType="h" fact="0.0992"/>
              <dgm:constr type="l" for="ch" forName="image_5" refType="w" fact="0.5361"/>
              <dgm:constr type="t" for="ch" forName="image_5" refType="h" fact="0.0613"/>
              <dgm:constr type="w" for="ch" forName="image_5" refType="w" fact="0.0902"/>
              <dgm:constr type="h" for="ch" forName="image_5" refType="h" fact="0.0875"/>
              <dgm:constr type="l" for="ch" forName="image_accent_4" refType="w" fact="0.4528"/>
              <dgm:constr type="t" for="ch" forName="image_accent_4" refType="h" fact="0.1555"/>
              <dgm:constr type="w" for="ch" forName="image_accent_4" refType="w" fact="0.1103"/>
              <dgm:constr type="h" for="ch" forName="image_accent_4" refType="h" fact="0.107"/>
              <dgm:constr type="l" for="ch" forName="image_4" refType="w" fact="0.4593"/>
              <dgm:constr type="t" for="ch" forName="image_4" refType="h" fact="0.1618"/>
              <dgm:constr type="w" for="ch" forName="image_4" refType="w" fact="0.0973"/>
              <dgm:constr type="h" for="ch" forName="image_4" refType="h" fact="0.0944"/>
              <dgm:constr type="l" for="ch" forName="image_accent_2" refType="w" fact="0.4832"/>
              <dgm:constr type="t" for="ch" forName="image_accent_2" refType="h" fact="0.4593"/>
              <dgm:constr type="w" for="ch" forName="image_accent_2" refType="w" fact="0.1226"/>
              <dgm:constr type="h" for="ch" forName="image_accent_2" refType="h" fact="0.119"/>
              <dgm:constr type="l" for="ch" forName="image_2" refType="w" fact="0.4904"/>
              <dgm:constr type="t" for="ch" forName="image_2" refType="h" fact="0.4663"/>
              <dgm:constr type="w" for="ch" forName="image_2" refType="w" fact="0.1082"/>
              <dgm:constr type="h" for="ch" forName="image_2" refType="h" fact="0.105"/>
              <dgm:constr type="l" for="ch" forName="image_accent_3" refType="w" fact="0.4352"/>
              <dgm:constr type="t" for="ch" forName="image_accent_3" refType="h" fact="0.2913"/>
              <dgm:constr type="w" for="ch" forName="image_accent_3" refType="w" fact="0.1573"/>
              <dgm:constr type="h" for="ch" forName="image_accent_3" refType="h" fact="0.1526"/>
              <dgm:constr type="l" for="ch" forName="image_3" refType="w" fact="0.4435"/>
              <dgm:constr type="t" for="ch" forName="image_3" refType="h" fact="0.2993"/>
              <dgm:constr type="w" for="ch" forName="image_3" refType="w" fact="0.1407"/>
              <dgm:constr type="h" for="ch" forName="image_3" refType="h" fact="0.1365"/>
              <dgm:constr type="l" for="ch" forName="image_accent_1" refType="w" fact="0.2318"/>
              <dgm:constr type="t" for="ch" forName="image_accent_1" refType="h" fact="0.4163"/>
              <dgm:constr type="w" for="ch" forName="image_accent_1" refType="w" fact="0.2344"/>
              <dgm:constr type="h" for="ch" forName="image_accent_1" refType="h" fact="0.2275"/>
              <dgm:constr type="l" for="ch" forName="image_1" refType="w" fact="0.2408"/>
              <dgm:constr type="t" for="ch" forName="image_1" refType="h" fact="0.425"/>
              <dgm:constr type="w" for="ch" forName="image_1" refType="w" fact="0.2164"/>
              <dgm:constr type="h" for="ch" forName="image_1" refType="h" fact="0.21"/>
              <dgm:constr type="l" for="ch" forName="parent_text_1" refType="w" fact="0"/>
              <dgm:constr type="t" for="ch" forName="parent_text_1" refType="h" fact="0.2993"/>
              <dgm:constr type="w" for="ch" forName="parent_text_1" refType="w" fact="0.3478"/>
              <dgm:constr type="h" for="ch" forName="parent_text_1" refType="h" fact="0.11"/>
              <dgm:constr type="l" for="ch" forName="accent_3" refType="w" fact="0.3813"/>
              <dgm:constr type="t" for="ch" forName="accent_3" refType="h" fact="0.2488"/>
              <dgm:constr type="w" for="ch" forName="accent_3" refType="w" fact="0.0696"/>
              <dgm:constr type="h" for="ch" forName="accent_3" refType="h" fact="0.0675"/>
              <dgm:constr type="l" for="ch" forName="parent_text_2" refType="w" fact="0.6311"/>
              <dgm:constr type="t" for="ch" forName="parent_text_2" refType="h" fact="0.4663"/>
              <dgm:constr type="w" for="ch" forName="parent_text_2" refType="w" fact="0.3478"/>
              <dgm:constr type="h" for="ch" forName="parent_text_2" refType="h" fact="0.105"/>
              <dgm:constr type="l" for="ch" forName="parent_text_4" refType="w" fact="0.5878"/>
              <dgm:constr type="t" for="ch" forName="parent_text_4" refType="h" fact="0.1618"/>
              <dgm:constr type="w" for="ch" forName="parent_text_4" refType="w" fact="0.3478"/>
              <dgm:constr type="h" for="ch" forName="parent_text_4" refType="h" fact="0.0944"/>
              <dgm:constr type="l" for="ch" forName="accent_4" refType="w" fact="0.7038"/>
              <dgm:constr type="t" for="ch" forName="accent_4" refType="h" fact="0"/>
              <dgm:constr type="w" for="ch" forName="accent_4" refType="w" fact="0.0258"/>
              <dgm:constr type="h" for="ch" forName="accent_4" refType="h" fact="0.025"/>
              <dgm:constr type="l" for="ch" forName="parent_text_5" refType="w" fact="0.6522"/>
              <dgm:constr type="t" for="ch" forName="parent_text_5" refType="h" fact="0.0625"/>
              <dgm:constr type="w" for="ch" forName="parent_text_5" refType="w" fact="0.3478"/>
              <dgm:constr type="h" for="ch" forName="parent_text_5" refType="h" fact="0.0863"/>
              <dgm:constr type="l" for="ch" forName="parent_text_3" refType="w" fact="0.6182"/>
              <dgm:constr type="t" for="ch" forName="parent_text_3" refType="h" fact="0.2993"/>
              <dgm:constr type="w" for="ch" forName="parent_text_3" refType="w" fact="0.3478"/>
              <dgm:constr type="h" for="ch" forName="parent_text_3" refType="h" fact="0.1365"/>
              <dgm:constr type="l" for="ch" forName="parent_text_6" refType="w" fact="0.02"/>
              <dgm:constr type="t" for="ch" forName="parent_text_6" refType="h" fact="0.6465"/>
              <dgm:constr type="w" for="ch" forName="parent_text_6" refType="w" fact="0.3478"/>
              <dgm:constr type="h" for="ch" forName="parent_text_6" refType="h" fact="0.1525"/>
              <dgm:constr type="l" for="ch" forName="accent_5" refType="w" fact="0.6265"/>
              <dgm:constr type="t" for="ch" forName="accent_5" refType="h" fact="0.02"/>
              <dgm:constr type="w" for="ch" forName="accent_5" refType="w" fact="0.0515"/>
              <dgm:constr type="h" for="ch" forName="accent_5" refType="h" fact="0.05"/>
              <dgm:constr type="l" for="ch" forName="parent_text_7" refType="w" fact="0.165"/>
              <dgm:constr type="t" for="ch" forName="parent_text_7" refType="h" fact="0.81"/>
              <dgm:constr type="w" for="ch" forName="parent_text_7" refType="w" fact="0.3478"/>
              <dgm:constr type="h" for="ch" forName="parent_text_7" refType="h" fact="0.077"/>
              <dgm:constr type="l" for="ch" forName="parent_text_8" refType="w" fact="0.275"/>
              <dgm:constr type="t" for="ch" forName="parent_text_8" refType="h" fact="0.89"/>
              <dgm:constr type="w" for="ch" forName="parent_text_8" refType="w" fact="0.3478"/>
              <dgm:constr type="h" for="ch" forName="parent_text_8" refType="h" fact="0.11"/>
            </dgm:constrLst>
          </dgm:if>
          <dgm:else name="Name33">
            <dgm:constrLst>
              <dgm:constr type="primFontSz" for="des" ptType="node" op="equ" val="65"/>
              <dgm:constr type="l" for="ch" forName="accent_1" refType="w" fact="0.2014"/>
              <dgm:constr type="t" for="ch" forName="accent_1" refType="h" fact="0.925"/>
              <dgm:constr type="w" for="ch" forName="accent_1" refType="w" fact="0.0386"/>
              <dgm:constr type="h" for="ch" forName="accent_1" refType="h" fact="0.0375"/>
              <dgm:constr type="l" for="ch" forName="accent_2" refType="w" fact="0.3431"/>
              <dgm:constr type="t" for="ch" forName="accent_2" refType="h" fact="0.575"/>
              <dgm:constr type="w" for="ch" forName="accent_2" refType="w" fact="0.0386"/>
              <dgm:constr type="h" for="ch" forName="accent_2" refType="h" fact="0.0375"/>
              <dgm:constr type="l" for="ch" forName="image_accent_8" refType="w" fact="0.253"/>
              <dgm:constr type="t" for="ch" forName="image_accent_8" refType="h" fact="0.8508"/>
              <dgm:constr type="w" for="ch" forName="image_accent_8" refType="w" fact="0.1022"/>
              <dgm:constr type="h" for="ch" forName="image_accent_8" refType="h" fact="0.0992"/>
              <dgm:constr type="l" for="ch" forName="image_8" refType="w" fact="0.2619"/>
              <dgm:constr type="t" for="ch" forName="image_8" refType="h" fact="0.8595"/>
              <dgm:constr type="w" for="ch" forName="image_8" refType="w" fact="0.0844"/>
              <dgm:constr type="h" for="ch" forName="image_8" refType="h" fact="0.0819"/>
              <dgm:constr type="l" for="ch" forName="image_accent_7" refType="w" fact="0.3606"/>
              <dgm:constr type="t" for="ch" forName="image_accent_7" refType="h" fact="0.7805"/>
              <dgm:constr type="w" for="ch" forName="image_accent_7" refType="w" fact="0.1103"/>
              <dgm:constr type="h" for="ch" forName="image_accent_7" refType="h" fact="0.107"/>
              <dgm:constr type="l" for="ch" forName="image_7" refType="w" fact="0.3671"/>
              <dgm:constr type="t" for="ch" forName="image_7" refType="h" fact="0.7868"/>
              <dgm:constr type="w" for="ch" forName="image_7" refType="w" fact="0.0973"/>
              <dgm:constr type="h" for="ch" forName="image_7" refType="h" fact="0.0944"/>
              <dgm:constr type="l" for="ch" forName="image_accent_6" refType="w" fact="0.4379"/>
              <dgm:constr type="t" for="ch" forName="image_accent_6" refType="h" fact="0.6375"/>
              <dgm:constr type="w" for="ch" forName="image_accent_6" refType="w" fact="0.1757"/>
              <dgm:constr type="h" for="ch" forName="image_accent_6" refType="h" fact="0.1706"/>
              <dgm:constr type="l" for="ch" forName="image_6" refType="w" fact="0.4471"/>
              <dgm:constr type="t" for="ch" forName="image_6" refType="h" fact="0.6465"/>
              <dgm:constr type="w" for="ch" forName="image_6" refType="w" fact="0.1572"/>
              <dgm:constr type="h" for="ch" forName="image_6" refType="h" fact="0.1525"/>
              <dgm:constr type="l" for="ch" forName="image_accent_5" refType="w" fact="0.3677"/>
              <dgm:constr type="t" for="ch" forName="image_accent_5" refType="h" fact="0.0555"/>
              <dgm:constr type="w" for="ch" forName="image_accent_5" refType="w" fact="0.1022"/>
              <dgm:constr type="h" for="ch" forName="image_accent_5" refType="h" fact="0.0992"/>
              <dgm:constr type="l" for="ch" forName="image_5" refType="w" fact="0.3738"/>
              <dgm:constr type="t" for="ch" forName="image_5" refType="h" fact="0.0613"/>
              <dgm:constr type="w" for="ch" forName="image_5" refType="w" fact="0.0902"/>
              <dgm:constr type="h" for="ch" forName="image_5" refType="h" fact="0.0875"/>
              <dgm:constr type="l" for="ch" forName="image_accent_4" refType="w" fact="0.437"/>
              <dgm:constr type="t" for="ch" forName="image_accent_4" refType="h" fact="0.1555"/>
              <dgm:constr type="w" for="ch" forName="image_accent_4" refType="w" fact="0.1103"/>
              <dgm:constr type="h" for="ch" forName="image_accent_4" refType="h" fact="0.107"/>
              <dgm:constr type="l" for="ch" forName="image_4" refType="w" fact="0.4434"/>
              <dgm:constr type="t" for="ch" forName="image_4" refType="h" fact="0.1618"/>
              <dgm:constr type="w" for="ch" forName="image_4" refType="w" fact="0.0973"/>
              <dgm:constr type="h" for="ch" forName="image_4" refType="h" fact="0.0944"/>
              <dgm:constr type="l" for="ch" forName="image_accent_2" refType="w" fact="0.3942"/>
              <dgm:constr type="t" for="ch" forName="image_accent_2" refType="h" fact="0.4593"/>
              <dgm:constr type="w" for="ch" forName="image_accent_2" refType="w" fact="0.1226"/>
              <dgm:constr type="h" for="ch" forName="image_accent_2" refType="h" fact="0.119"/>
              <dgm:constr type="l" for="ch" forName="image_2" refType="w" fact="0.4014"/>
              <dgm:constr type="t" for="ch" forName="image_2" refType="h" fact="0.4663"/>
              <dgm:constr type="w" for="ch" forName="image_2" refType="w" fact="0.1082"/>
              <dgm:constr type="h" for="ch" forName="image_2" refType="h" fact="0.105"/>
              <dgm:constr type="l" for="ch" forName="image_accent_3" refType="w" fact="0.4075"/>
              <dgm:constr type="t" for="ch" forName="image_accent_3" refType="h" fact="0.2913"/>
              <dgm:constr type="w" for="ch" forName="image_accent_3" refType="w" fact="0.1573"/>
              <dgm:constr type="h" for="ch" forName="image_accent_3" refType="h" fact="0.1526"/>
              <dgm:constr type="l" for="ch" forName="image_3" refType="w" fact="0.4158"/>
              <dgm:constr type="t" for="ch" forName="image_3" refType="h" fact="0.2993"/>
              <dgm:constr type="w" for="ch" forName="image_3" refType="w" fact="0.1407"/>
              <dgm:constr type="h" for="ch" forName="image_3" refType="h" fact="0.1365"/>
              <dgm:constr type="l" for="ch" forName="image_accent_1" refType="w" fact="0.5338"/>
              <dgm:constr type="t" for="ch" forName="image_accent_1" refType="h" fact="0.4163"/>
              <dgm:constr type="w" for="ch" forName="image_accent_1" refType="w" fact="0.2344"/>
              <dgm:constr type="h" for="ch" forName="image_accent_1" refType="h" fact="0.2275"/>
              <dgm:constr type="l" for="ch" forName="image_1" refType="w" fact="0.5428"/>
              <dgm:constr type="t" for="ch" forName="image_1" refType="h" fact="0.425"/>
              <dgm:constr type="w" for="ch" forName="image_1" refType="w" fact="0.2164"/>
              <dgm:constr type="h" for="ch" forName="image_1" refType="h" fact="0.21"/>
              <dgm:constr type="l" for="ch" forName="parent_text_1" refType="w" fact="0.6522"/>
              <dgm:constr type="t" for="ch" forName="parent_text_1" refType="h" fact="0.2993"/>
              <dgm:constr type="w" for="ch" forName="parent_text_1" refType="w" fact="0.3478"/>
              <dgm:constr type="h" for="ch" forName="parent_text_1" refType="h" fact="0.11"/>
              <dgm:constr type="l" for="ch" forName="accent_3" refType="w" fact="0.5492"/>
              <dgm:constr type="t" for="ch" forName="accent_3" refType="h" fact="0.2488"/>
              <dgm:constr type="w" for="ch" forName="accent_3" refType="w" fact="0.0696"/>
              <dgm:constr type="h" for="ch" forName="accent_3" refType="h" fact="0.0675"/>
              <dgm:constr type="l" for="ch" forName="parent_text_2" refType="w" fact="0.0211"/>
              <dgm:constr type="t" for="ch" forName="parent_text_2" refType="h" fact="0.4663"/>
              <dgm:constr type="w" for="ch" forName="parent_text_2" refType="w" fact="0.3478"/>
              <dgm:constr type="h" for="ch" forName="parent_text_2" refType="h" fact="0.105"/>
              <dgm:constr type="l" for="ch" forName="parent_text_4" refType="w" fact="0.0635"/>
              <dgm:constr type="t" for="ch" forName="parent_text_4" refType="h" fact="0.1618"/>
              <dgm:constr type="w" for="ch" forName="parent_text_4" refType="w" fact="0.3478"/>
              <dgm:constr type="h" for="ch" forName="parent_text_4" refType="h" fact="0.0944"/>
              <dgm:constr type="l" for="ch" forName="accent_4" refType="w" fact="0.2705"/>
              <dgm:constr type="t" for="ch" forName="accent_4" refType="h" fact="0"/>
              <dgm:constr type="w" for="ch" forName="accent_4" refType="w" fact="0.0258"/>
              <dgm:constr type="h" for="ch" forName="accent_4" refType="h" fact="0.025"/>
              <dgm:constr type="l" for="ch" forName="parent_text_5" refType="w" fact="0"/>
              <dgm:constr type="t" for="ch" forName="parent_text_5" refType="h" fact="0.0625"/>
              <dgm:constr type="w" for="ch" forName="parent_text_5" refType="w" fact="0.3478"/>
              <dgm:constr type="h" for="ch" forName="parent_text_5" refType="h" fact="0.0863"/>
              <dgm:constr type="l" for="ch" forName="parent_text_3" refType="w" fact="0.034"/>
              <dgm:constr type="t" for="ch" forName="parent_text_3" refType="h" fact="0.2993"/>
              <dgm:constr type="w" for="ch" forName="parent_text_3" refType="w" fact="0.3478"/>
              <dgm:constr type="h" for="ch" forName="parent_text_3" refType="h" fact="0.1365"/>
              <dgm:constr type="l" for="ch" forName="parent_text_6" refType="w" fact="0.635"/>
              <dgm:constr type="t" for="ch" forName="parent_text_6" refType="h" fact="0.6465"/>
              <dgm:constr type="w" for="ch" forName="parent_text_6" refType="w" fact="0.3478"/>
              <dgm:constr type="h" for="ch" forName="parent_text_6" refType="h" fact="0.1525"/>
              <dgm:constr type="l" for="ch" forName="accent_5" refType="w" fact="0.322"/>
              <dgm:constr type="t" for="ch" forName="accent_5" refType="h" fact="0.02"/>
              <dgm:constr type="w" for="ch" forName="accent_5" refType="w" fact="0.0515"/>
              <dgm:constr type="h" for="ch" forName="accent_5" refType="h" fact="0.05"/>
              <dgm:constr type="l" for="ch" forName="parent_text_7" refType="w" fact="0.49"/>
              <dgm:constr type="t" for="ch" forName="parent_text_7" refType="h" fact="0.81"/>
              <dgm:constr type="w" for="ch" forName="parent_text_7" refType="w" fact="0.3478"/>
              <dgm:constr type="h" for="ch" forName="parent_text_7" refType="h" fact="0.077"/>
              <dgm:constr type="l" for="ch" forName="parent_text_8" refType="w" fact="0.375"/>
              <dgm:constr type="t" for="ch" forName="parent_text_8" refType="h" fact="0.89"/>
              <dgm:constr type="w" for="ch" forName="parent_text_8" refType="w" fact="0.3478"/>
              <dgm:constr type="h" for="ch" forName="parent_text_8" refType="h" fact="0.11"/>
            </dgm:constrLst>
          </dgm:else>
        </dgm:choose>
      </dgm:else>
    </dgm:choose>
    <dgm:forEach name="wrapper" axis="self" ptType="parTrans">
      <dgm:forEach name="wrapper2" axis="self" ptType="sibTrans" st="2">
        <dgm:forEach name="imageAccentRepeat" axis="self">
          <dgm:layoutNode name="imageAccentRepeatNode" styleLbl="alignNode1">
            <dgm:alg type="sp"/>
            <dgm:shape xmlns:r="http://schemas.openxmlformats.org/officeDocument/2006/relationships" type="ellipse" r:blip="">
              <dgm:adjLst/>
            </dgm:shape>
            <dgm:presOf/>
          </dgm:layoutNode>
        </dgm:forEach>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forEach name="Name34" axis="ch" ptType="node" cnt="1">
      <dgm:layoutNode name="parent_text_1" styleLbl="revTx">
        <dgm:varLst>
          <dgm:chMax val="0"/>
          <dgm:chPref val="0"/>
          <dgm:bulletEnabled val="1"/>
        </dgm:varLst>
        <dgm:choose name="Name35">
          <dgm:if name="Name36" func="var" arg="dir" op="equ" val="norm">
            <dgm:alg type="tx">
              <dgm:param type="parTxLTRAlign" val="r"/>
              <dgm:param type="shpTxLTRAlignCh" val="r"/>
              <dgm:param type="txAnchorVert" val="b"/>
              <dgm:param type="lnSpCh" val="15"/>
            </dgm:alg>
          </dgm:if>
          <dgm:else name="Name37">
            <dgm:alg type="tx">
              <dgm:param type="parTxLTRAlign" val="l"/>
              <dgm:param type="shpTxLTRAlignCh" val="l"/>
              <dgm:param type="txAnchorVert" val="b"/>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01"/>
        </dgm:constrLst>
        <dgm:ruleLst>
          <dgm:rule type="primFontSz" val="5" fact="NaN" max="NaN"/>
        </dgm:ruleLst>
      </dgm:layoutNode>
      <dgm:layoutNode name="image_accent_1">
        <dgm:alg type="sp"/>
        <dgm:shape xmlns:r="http://schemas.openxmlformats.org/officeDocument/2006/relationships" r:blip="">
          <dgm:adjLst/>
        </dgm:shape>
        <dgm:presOf/>
        <dgm:constrLst/>
        <dgm:forEach name="Name38" ref="imageAccentRepeat"/>
      </dgm:layoutNode>
      <dgm:layoutNode name="accent_1" styleLbl="alignNode1">
        <dgm:alg type="sp"/>
        <dgm:shape xmlns:r="http://schemas.openxmlformats.org/officeDocument/2006/relationships" type="donut" r:blip="">
          <dgm:adjLst>
            <dgm:adj idx="1" val="0.0746"/>
          </dgm:adjLst>
        </dgm:shape>
        <dgm:presOf/>
      </dgm:layoutNode>
    </dgm:forEach>
    <dgm:forEach name="Name39" axis="ch" ptType="sibTrans" hideLastTrans="0" cnt="1">
      <dgm:layoutNode name="image_1">
        <dgm:alg type="sp"/>
        <dgm:shape xmlns:r="http://schemas.openxmlformats.org/officeDocument/2006/relationships" r:blip="">
          <dgm:adjLst/>
        </dgm:shape>
        <dgm:presOf/>
        <dgm:constrLst/>
        <dgm:forEach name="Name40" ref="imageRepeat"/>
      </dgm:layoutNode>
    </dgm:forEach>
    <dgm:forEach name="Name41" axis="ch" ptType="node" st="2" cnt="1">
      <dgm:layoutNode name="parent_text_2" styleLbl="revTx">
        <dgm:varLst>
          <dgm:chMax val="0"/>
          <dgm:chPref val="0"/>
          <dgm:bulletEnabled val="1"/>
        </dgm:varLst>
        <dgm:choose name="Name42">
          <dgm:if name="Name43" func="var" arg="dir" op="equ" val="norm">
            <dgm:alg type="tx">
              <dgm:param type="parTxLTRAlign" val="l"/>
              <dgm:param type="lnSpCh" val="15"/>
            </dgm:alg>
          </dgm:if>
          <dgm:else name="Name44">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2">
        <dgm:alg type="sp"/>
        <dgm:shape xmlns:r="http://schemas.openxmlformats.org/officeDocument/2006/relationships" r:blip="">
          <dgm:adjLst/>
        </dgm:shape>
        <dgm:presOf/>
        <dgm:constrLst/>
        <dgm:forEach name="Name45" ref="imageAccentRepeat"/>
      </dgm:layoutNode>
    </dgm:forEach>
    <dgm:forEach name="Name46" axis="ch" ptType="sibTrans" hideLastTrans="0" st="2" cnt="1">
      <dgm:layoutNode name="image_2">
        <dgm:alg type="sp"/>
        <dgm:shape xmlns:r="http://schemas.openxmlformats.org/officeDocument/2006/relationships" r:blip="">
          <dgm:adjLst/>
        </dgm:shape>
        <dgm:presOf/>
        <dgm:constrLst/>
        <dgm:forEach name="Name47" ref="imageRepeat"/>
      </dgm:layoutNode>
    </dgm:forEach>
    <dgm:forEach name="Name48" axis="ch" ptType="node" st="3" cnt="1">
      <dgm:layoutNode name="image_accent_3">
        <dgm:alg type="sp"/>
        <dgm:shape xmlns:r="http://schemas.openxmlformats.org/officeDocument/2006/relationships" r:blip="">
          <dgm:adjLst/>
        </dgm:shape>
        <dgm:presOf/>
        <dgm:constrLst/>
        <dgm:forEach name="Name49" ref="imageAccentRepeat"/>
      </dgm:layoutNode>
      <dgm:layoutNode name="parent_text_3" styleLbl="revTx">
        <dgm:varLst>
          <dgm:chMax val="0"/>
          <dgm:chPref val="0"/>
          <dgm:bulletEnabled val="1"/>
        </dgm:varLst>
        <dgm:choose name="Name50">
          <dgm:if name="Name51" func="var" arg="dir" op="equ" val="norm">
            <dgm:alg type="tx">
              <dgm:param type="parTxLTRAlign" val="l"/>
              <dgm:param type="lnSpCh" val="15"/>
            </dgm:alg>
          </dgm:if>
          <dgm:else name="Name52">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2" styleLbl="alignNode1">
        <dgm:alg type="sp"/>
        <dgm:shape xmlns:r="http://schemas.openxmlformats.org/officeDocument/2006/relationships" type="donut" r:blip="">
          <dgm:adjLst>
            <dgm:adj idx="1" val="0.0746"/>
          </dgm:adjLst>
        </dgm:shape>
        <dgm:presOf/>
      </dgm:layoutNode>
      <dgm:layoutNode name="accent_3" styleLbl="alignNode1">
        <dgm:alg type="sp"/>
        <dgm:shape xmlns:r="http://schemas.openxmlformats.org/officeDocument/2006/relationships" type="donut" r:blip="">
          <dgm:adjLst>
            <dgm:adj idx="1" val="0.0746"/>
          </dgm:adjLst>
        </dgm:shape>
        <dgm:presOf/>
      </dgm:layoutNode>
    </dgm:forEach>
    <dgm:forEach name="Name53" axis="ch" ptType="sibTrans" hideLastTrans="0" st="3" cnt="1">
      <dgm:layoutNode name="image_3">
        <dgm:alg type="sp"/>
        <dgm:shape xmlns:r="http://schemas.openxmlformats.org/officeDocument/2006/relationships" r:blip="">
          <dgm:adjLst/>
        </dgm:shape>
        <dgm:presOf/>
        <dgm:constrLst/>
        <dgm:forEach name="Name54" ref="imageRepeat"/>
      </dgm:layoutNode>
    </dgm:forEach>
    <dgm:forEach name="Name55" axis="ch" ptType="node" st="4" cnt="1">
      <dgm:layoutNode name="image_accent_4">
        <dgm:alg type="sp"/>
        <dgm:shape xmlns:r="http://schemas.openxmlformats.org/officeDocument/2006/relationships" r:blip="">
          <dgm:adjLst/>
        </dgm:shape>
        <dgm:presOf/>
        <dgm:constrLst/>
        <dgm:forEach name="Name56" ref="imageAccentRepeat"/>
      </dgm:layoutNode>
      <dgm:layoutNode name="parent_text_4" styleLbl="revTx">
        <dgm:varLst>
          <dgm:chMax val="0"/>
          <dgm:chPref val="0"/>
          <dgm:bulletEnabled val="1"/>
        </dgm:varLst>
        <dgm:choose name="Name57">
          <dgm:if name="Name58" func="var" arg="dir" op="equ" val="norm">
            <dgm:alg type="tx">
              <dgm:param type="parTxLTRAlign" val="l"/>
              <dgm:param type="lnSpCh" val="15"/>
            </dgm:alg>
          </dgm:if>
          <dgm:else name="Name59">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4" styleLbl="alignNode1">
        <dgm:alg type="sp"/>
        <dgm:shape xmlns:r="http://schemas.openxmlformats.org/officeDocument/2006/relationships" type="donut" r:blip="">
          <dgm:adjLst>
            <dgm:adj idx="1" val="0.0746"/>
          </dgm:adjLst>
        </dgm:shape>
        <dgm:presOf/>
      </dgm:layoutNode>
    </dgm:forEach>
    <dgm:forEach name="Name60" axis="ch" ptType="sibTrans" hideLastTrans="0" st="4" cnt="1">
      <dgm:layoutNode name="image_4">
        <dgm:alg type="sp"/>
        <dgm:shape xmlns:r="http://schemas.openxmlformats.org/officeDocument/2006/relationships" r:blip="">
          <dgm:adjLst/>
        </dgm:shape>
        <dgm:presOf/>
        <dgm:constrLst/>
        <dgm:forEach name="Name61" ref="imageRepeat"/>
      </dgm:layoutNode>
    </dgm:forEach>
    <dgm:forEach name="Name62" axis="ch" ptType="node" st="5" cnt="1">
      <dgm:layoutNode name="image_accent_5">
        <dgm:alg type="sp"/>
        <dgm:shape xmlns:r="http://schemas.openxmlformats.org/officeDocument/2006/relationships" r:blip="">
          <dgm:adjLst/>
        </dgm:shape>
        <dgm:presOf/>
        <dgm:constrLst/>
        <dgm:forEach name="Name63" ref="imageAccentRepeat"/>
      </dgm:layoutNode>
      <dgm:layoutNode name="parent_text_5" styleLbl="revTx">
        <dgm:varLst>
          <dgm:chMax val="0"/>
          <dgm:chPref val="0"/>
          <dgm:bulletEnabled val="1"/>
        </dgm:varLst>
        <dgm:choose name="Name64">
          <dgm:if name="Name65" func="var" arg="dir" op="equ" val="norm">
            <dgm:alg type="tx">
              <dgm:param type="parTxLTRAlign" val="l"/>
              <dgm:param type="lnSpCh" val="15"/>
            </dgm:alg>
          </dgm:if>
          <dgm:else name="Name66">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sibTrans" hideLastTrans="0" st="5" cnt="1">
      <dgm:layoutNode name="image_5">
        <dgm:alg type="sp"/>
        <dgm:shape xmlns:r="http://schemas.openxmlformats.org/officeDocument/2006/relationships" r:blip="">
          <dgm:adjLst/>
        </dgm:shape>
        <dgm:presOf/>
        <dgm:constrLst/>
        <dgm:forEach name="Name68" ref="imageRepeat"/>
      </dgm:layoutNode>
    </dgm:forEach>
    <dgm:forEach name="Name69" axis="ch" ptType="node" st="6" cnt="1">
      <dgm:layoutNode name="parent_text_6" styleLbl="revTx">
        <dgm:varLst>
          <dgm:chMax val="0"/>
          <dgm:chPref val="0"/>
          <dgm:bulletEnabled val="1"/>
        </dgm:varLst>
        <dgm:choose name="Name70">
          <dgm:if name="Name71" func="var" arg="dir" op="equ" val="norm">
            <dgm:alg type="tx">
              <dgm:param type="parTxLTRAlign" val="r"/>
              <dgm:param type="shpTxLTRAlignCh" val="r"/>
              <dgm:param type="lnSpCh" val="15"/>
            </dgm:alg>
          </dgm:if>
          <dgm:else name="Name72">
            <dgm:alg type="tx">
              <dgm:param type="parTxLTRAlign" val="l"/>
              <dgm:param type="shpTxLTRAlignCh" val="l"/>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6">
        <dgm:alg type="sp"/>
        <dgm:shape xmlns:r="http://schemas.openxmlformats.org/officeDocument/2006/relationships" r:blip="">
          <dgm:adjLst/>
        </dgm:shape>
        <dgm:presOf/>
        <dgm:constrLst/>
        <dgm:forEach name="Name73" ref="imageAccentRepeat"/>
      </dgm:layoutNode>
      <dgm:layoutNode name="accent_5" styleLbl="alignNode1">
        <dgm:alg type="sp"/>
        <dgm:shape xmlns:r="http://schemas.openxmlformats.org/officeDocument/2006/relationships" type="donut" r:blip="">
          <dgm:adjLst>
            <dgm:adj idx="1" val="0.0746"/>
          </dgm:adjLst>
        </dgm:shape>
        <dgm:presOf/>
      </dgm:layoutNode>
    </dgm:forEach>
    <dgm:forEach name="Name74" axis="ch" ptType="sibTrans" hideLastTrans="0" st="6" cnt="1">
      <dgm:layoutNode name="image_6">
        <dgm:alg type="sp"/>
        <dgm:shape xmlns:r="http://schemas.openxmlformats.org/officeDocument/2006/relationships" r:blip="">
          <dgm:adjLst/>
        </dgm:shape>
        <dgm:presOf/>
        <dgm:constrLst/>
        <dgm:forEach name="Name75" ref="imageRepeat"/>
      </dgm:layoutNode>
    </dgm:forEach>
    <dgm:forEach name="Name76" axis="ch" ptType="node" st="7" cnt="1">
      <dgm:layoutNode name="parent_text_7" styleLbl="revTx">
        <dgm:varLst>
          <dgm:chMax val="0"/>
          <dgm:chPref val="0"/>
          <dgm:bulletEnabled val="1"/>
        </dgm:varLst>
        <dgm:choose name="Name77">
          <dgm:if name="Name78" func="var" arg="dir" op="equ" val="norm">
            <dgm:alg type="tx">
              <dgm:param type="parTxLTRAlign" val="r"/>
              <dgm:param type="shpTxLTRAlignCh" val="r"/>
              <dgm:param type="txAnchorVert" val="t"/>
              <dgm:param type="lnSpCh" val="15"/>
            </dgm:alg>
          </dgm:if>
          <dgm:else name="Name79">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7">
        <dgm:alg type="sp"/>
        <dgm:shape xmlns:r="http://schemas.openxmlformats.org/officeDocument/2006/relationships" r:blip="">
          <dgm:adjLst/>
        </dgm:shape>
        <dgm:presOf/>
        <dgm:constrLst/>
        <dgm:forEach name="Name80" ref="imageAccentRepeat"/>
      </dgm:layoutNode>
    </dgm:forEach>
    <dgm:forEach name="Name81" axis="ch" ptType="sibTrans" hideLastTrans="0" st="7" cnt="1">
      <dgm:layoutNode name="image_7">
        <dgm:alg type="sp"/>
        <dgm:shape xmlns:r="http://schemas.openxmlformats.org/officeDocument/2006/relationships" r:blip="">
          <dgm:adjLst/>
        </dgm:shape>
        <dgm:presOf/>
        <dgm:constrLst/>
        <dgm:forEach name="Name82" ref="imageRepeat"/>
      </dgm:layoutNode>
    </dgm:forEach>
    <dgm:forEach name="Name83" axis="ch" ptType="node" st="8" cnt="1">
      <dgm:layoutNode name="parent_text_8" styleLbl="revTx">
        <dgm:varLst>
          <dgm:chMax val="0"/>
          <dgm:chPref val="0"/>
          <dgm:bulletEnabled val="1"/>
        </dgm:varLst>
        <dgm:choose name="Name84">
          <dgm:if name="Name85" func="var" arg="dir" op="equ" val="norm">
            <dgm:alg type="tx">
              <dgm:param type="parTxLTRAlign" val="r"/>
              <dgm:param type="shpTxLTRAlignCh" val="r"/>
              <dgm:param type="txAnchorVert" val="t"/>
              <dgm:param type="lnSpCh" val="15"/>
            </dgm:alg>
          </dgm:if>
          <dgm:else name="Name86">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8">
        <dgm:alg type="sp"/>
        <dgm:shape xmlns:r="http://schemas.openxmlformats.org/officeDocument/2006/relationships" r:blip="">
          <dgm:adjLst/>
        </dgm:shape>
        <dgm:presOf/>
        <dgm:constrLst/>
        <dgm:forEach name="Name87" ref="imageAccentRepeat"/>
      </dgm:layoutNode>
    </dgm:forEach>
    <dgm:forEach name="Name88" axis="ch" ptType="sibTrans" hideLastTrans="0" st="8" cnt="1">
      <dgm:layoutNode name="image_8">
        <dgm:alg type="sp"/>
        <dgm:shape xmlns:r="http://schemas.openxmlformats.org/officeDocument/2006/relationships" r:blip="">
          <dgm:adjLst/>
        </dgm:shape>
        <dgm:presOf/>
        <dgm:constrLst/>
        <dgm:forEach name="Name8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0C0339-E13D-4C52-B985-A6E1DA61089E}" type="datetimeFigureOut">
              <a:rPr lang="ru-RU" smtClean="0"/>
              <a:t>25.11.2025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31B7BB-A9A1-40FA-ABB3-45C29D47E728}" type="slidenum">
              <a:rPr lang="ru-RU" smtClean="0"/>
              <a:t>‹#›</a:t>
            </a:fld>
            <a:endParaRPr lang="ru-RU"/>
          </a:p>
        </p:txBody>
      </p:sp>
    </p:spTree>
    <p:extLst>
      <p:ext uri="{BB962C8B-B14F-4D97-AF65-F5344CB8AC3E}">
        <p14:creationId xmlns:p14="http://schemas.microsoft.com/office/powerpoint/2010/main" val="1989182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tenable.io/"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isoclub.ru/threat-intelligence-v-rossii/"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misp-project.org/"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s://securitymaster.dev/understanding-indicator-of-compromise-ioc/" TargetMode="External"/><Relationship Id="rId5" Type="http://schemas.openxmlformats.org/officeDocument/2006/relationships/hyperlink" Target="https://securitymaster.dev/how-to-fix-apache-cassandra-rce-vulnerability-cve-2021-44521/" TargetMode="External"/><Relationship Id="rId4" Type="http://schemas.openxmlformats.org/officeDocument/2006/relationships/hyperlink" Target="https://otx.alienvault.com/"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me/+A7u22opo55A4MjJk?utm_source=Securitylab.ru"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securitylab.ru/analytics/538804.php?ysclid=mido3rujbj137324242?ref=123"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228600" indent="-228600">
              <a:buAutoNum type="arabicPeriod"/>
            </a:pPr>
            <a:r>
              <a:rPr lang="ru-RU" sz="1200" b="0" i="0" kern="1200" dirty="0">
                <a:solidFill>
                  <a:schemeClr val="tx1"/>
                </a:solidFill>
                <a:effectLst/>
                <a:latin typeface="+mn-lt"/>
                <a:ea typeface="+mn-ea"/>
                <a:cs typeface="+mn-cs"/>
              </a:rPr>
              <a:t>Современные системы обнаружения и предотвращения вторжений на базе искусственного интеллекта реализуют комплексный подход к кибербезопасности, основанный на применении алгоритмов машинного обучения и глубокого анализа данных. Ключевым аспектом является поведенческий анализ, где системы формируют базовые профили нормальной активности сети, устройств и пользователей с использованием методов машинного обучения без учителя, что позволяет выявлять аномалии и отклонения от установленных паттернов. Нейросетевые технологии обеспечивают классификацию сетевого трафика и идентификацию сложных многозвенных атак, включая APT-угрозы и горизонтальное перемещение злоумышленников в инфраструктуре. Прогнозная аналитика на основе исторических данных </a:t>
            </a:r>
            <a:r>
              <a:rPr lang="ru-RU" sz="1200" b="0" i="0" kern="1200" dirty="0" err="1">
                <a:solidFill>
                  <a:schemeClr val="tx1"/>
                </a:solidFill>
                <a:effectLst/>
                <a:latin typeface="+mn-lt"/>
                <a:ea typeface="+mn-ea"/>
                <a:cs typeface="+mn-cs"/>
              </a:rPr>
              <a:t>enables</a:t>
            </a:r>
            <a:r>
              <a:rPr lang="ru-RU" sz="1200" b="0" i="0" kern="1200" dirty="0">
                <a:solidFill>
                  <a:schemeClr val="tx1"/>
                </a:solidFill>
                <a:effectLst/>
                <a:latin typeface="+mn-lt"/>
                <a:ea typeface="+mn-ea"/>
                <a:cs typeface="+mn-cs"/>
              </a:rPr>
              <a:t> проактивное обнаружение потенциальных векторов атак и оценку рисков в реальном времени. Интеграция с SOAR-платформами (</a:t>
            </a:r>
            <a:r>
              <a:rPr lang="ru-RU" sz="1200" b="1" i="0" kern="1200" dirty="0">
                <a:solidFill>
                  <a:schemeClr val="tx1"/>
                </a:solidFill>
                <a:effectLst/>
                <a:latin typeface="+mn-lt"/>
                <a:ea typeface="+mn-ea"/>
                <a:cs typeface="+mn-cs"/>
              </a:rPr>
              <a:t>SOAR-платформы (Security </a:t>
            </a:r>
            <a:r>
              <a:rPr lang="ru-RU" sz="1200" b="1" i="0" kern="1200" dirty="0" err="1">
                <a:solidFill>
                  <a:schemeClr val="tx1"/>
                </a:solidFill>
                <a:effectLst/>
                <a:latin typeface="+mn-lt"/>
                <a:ea typeface="+mn-ea"/>
                <a:cs typeface="+mn-cs"/>
              </a:rPr>
              <a:t>Orchestration</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Automation</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and</a:t>
            </a:r>
            <a:r>
              <a:rPr lang="ru-RU" sz="1200" b="1" i="0" kern="1200" dirty="0">
                <a:solidFill>
                  <a:schemeClr val="tx1"/>
                </a:solidFill>
                <a:effectLst/>
                <a:latin typeface="+mn-lt"/>
                <a:ea typeface="+mn-ea"/>
                <a:cs typeface="+mn-cs"/>
              </a:rPr>
              <a:t> Response)</a:t>
            </a:r>
            <a:r>
              <a:rPr lang="ru-RU" sz="1200" b="0" i="0" kern="1200" dirty="0">
                <a:solidFill>
                  <a:schemeClr val="tx1"/>
                </a:solidFill>
                <a:effectLst/>
                <a:latin typeface="+mn-lt"/>
                <a:ea typeface="+mn-ea"/>
                <a:cs typeface="+mn-cs"/>
              </a:rPr>
              <a:t> — это технологические платформы, которые интегрируют различные инструменты безопасности и автоматизируют процессы реагирования на киберинциденты.) позволяет автоматизировать процессы реагирования и адаптации политик безопасности. Преимуществами AI-решений являются способность детектировать Zero-</a:t>
            </a:r>
            <a:r>
              <a:rPr lang="ru-RU" sz="1200" b="0" i="0" kern="1200" dirty="0" err="1">
                <a:solidFill>
                  <a:schemeClr val="tx1"/>
                </a:solidFill>
                <a:effectLst/>
                <a:latin typeface="+mn-lt"/>
                <a:ea typeface="+mn-ea"/>
                <a:cs typeface="+mn-cs"/>
              </a:rPr>
              <a:t>day</a:t>
            </a:r>
            <a:r>
              <a:rPr lang="ru-RU" sz="1200" b="0" i="0" kern="1200" dirty="0">
                <a:solidFill>
                  <a:schemeClr val="tx1"/>
                </a:solidFill>
                <a:effectLst/>
                <a:latin typeface="+mn-lt"/>
                <a:ea typeface="+mn-ea"/>
                <a:cs typeface="+mn-cs"/>
              </a:rPr>
              <a:t> угрозы через анализ поведенческих аномалий, значительное снижение ложных срабатываний за счет контекстного анализа, масштабируемость для распределенных сетевых инфраструктур и способность к непрерывному самообучению и адаптации к эволюционирующим киберугрозам, что принципиально отличает их от традиционных сигнатурных методов защиты.</a:t>
            </a:r>
          </a:p>
          <a:p>
            <a:pPr marL="228600" indent="-228600">
              <a:buAutoNum type="arabicPeriod"/>
            </a:pPr>
            <a:r>
              <a:rPr lang="ru-RU" dirty="0"/>
              <a:t>Современные платформы безопасности на базе искусственного интеллекта представляют собой комплексные решения, объединяющие возможности сбора, корреляции и анализа данных из разнородных источников безопасности через единый интерфейс управления. Ключевой особенностью таких платформ является применение продвинутых алгоритмов машинного обучения и поведенческой аналитики для выявления сложных киберугроз, включая APT-атаки и целенаправленные компрометации. Эти системы осуществляют централизованную агрегацию данных с сетевых устройств, конечных точек, облачных сред и приложений с последующей нормализацией и корреляцией событий безопасности. Интеграция с SOAR-компонентами позволяет автоматизировать процессы реагирования через выполнение стандартизированных </a:t>
            </a:r>
            <a:r>
              <a:rPr lang="ru-RU" dirty="0" err="1"/>
              <a:t>плейбуков</a:t>
            </a:r>
            <a:r>
              <a:rPr lang="ru-RU" dirty="0"/>
              <a:t>, что значительно сокращает время реагирования на инциденты. Поведенческий анализ пользователей и систем (UEBA) обеспечивает обнаружение аномалий, не определяемых традиционными сигнатурными методами, а контекстное ранжирование инцидентов позволяет </a:t>
            </a:r>
            <a:r>
              <a:rPr lang="ru-RU" dirty="0" err="1"/>
              <a:t>prioritize</a:t>
            </a:r>
            <a:r>
              <a:rPr lang="ru-RU" dirty="0"/>
              <a:t> реагирование на основе оценки бизнес-рисков. Преимуществами таких платформ являются единая картина безопасности распределенной инфраструктуры, снижение нагрузки на аналитиков SOC за счет автоматизации рутинных операций, улучшение точности детектирования за счет многокритериального анализа и способность адаптироваться к эволюционирующим угрозам. Ведущие решения, такие как Microsoft Sentinel, </a:t>
            </a:r>
            <a:r>
              <a:rPr lang="ru-RU" dirty="0" err="1"/>
              <a:t>Splunk</a:t>
            </a:r>
            <a:r>
              <a:rPr lang="ru-RU" dirty="0"/>
              <a:t> Enterprise Security и </a:t>
            </a:r>
            <a:r>
              <a:rPr lang="ru-RU" dirty="0" err="1"/>
              <a:t>Palo</a:t>
            </a:r>
            <a:r>
              <a:rPr lang="ru-RU" dirty="0"/>
              <a:t> </a:t>
            </a:r>
            <a:r>
              <a:rPr lang="ru-RU" dirty="0" err="1"/>
              <a:t>Alto</a:t>
            </a:r>
            <a:r>
              <a:rPr lang="ru-RU" dirty="0"/>
              <a:t> Networks </a:t>
            </a:r>
            <a:r>
              <a:rPr lang="ru-RU" dirty="0" err="1"/>
              <a:t>Cortex</a:t>
            </a:r>
            <a:r>
              <a:rPr lang="ru-RU" dirty="0"/>
              <a:t> XSIAM, демонстрируют эффективность конвергентного подхода, объединяющего технологии SIEM, SOAR и AI-</a:t>
            </a:r>
            <a:r>
              <a:rPr lang="ru-RU" dirty="0" err="1"/>
              <a:t>driven</a:t>
            </a:r>
            <a:r>
              <a:rPr lang="ru-RU" dirty="0"/>
              <a:t> аналитики в единой платформе для обеспечения проактивной и интеллектуальной защиты цифровых активов организации.</a:t>
            </a:r>
          </a:p>
          <a:p>
            <a:pPr marL="228600" indent="-228600">
              <a:buAutoNum type="arabicPeriod"/>
            </a:pPr>
            <a:r>
              <a:rPr lang="ru-RU" dirty="0"/>
              <a:t>Современные системы защиты конечных точек категорий EDR и XDR представляют собой эволюционное развитие традиционных антивирусных решений, основанное на применении продвинутых алгоритмов искусственного интеллекта и машинного обучения для детектирования и реагирования на сложные киберугрозы на компьютерах, серверах и мобильных устройствах. EDR-системы обеспечивают непрерывный мониторинг активности на конечных точках, сбор телеметрических данных о процессах, сетевых соединениях и изменениях в файловой системе с последующей передачей информации в централизованную платформу для анализа с использованием поведенческих моделей и алгоритмов машинного обучения. Ключевым преимуществом является способность выявлять не только известные вредоносные программы, но и сложные целевые атаки, включая атаки типа "живи-за-счет-системы" (</a:t>
            </a:r>
            <a:r>
              <a:rPr lang="ru-RU" dirty="0" err="1"/>
              <a:t>Living</a:t>
            </a:r>
            <a:r>
              <a:rPr lang="ru-RU" dirty="0"/>
              <a:t>-</a:t>
            </a:r>
            <a:r>
              <a:rPr lang="ru-RU" dirty="0" err="1"/>
              <a:t>off</a:t>
            </a:r>
            <a:r>
              <a:rPr lang="ru-RU" dirty="0"/>
              <a:t>-</a:t>
            </a:r>
            <a:r>
              <a:rPr lang="ru-RU" dirty="0" err="1"/>
              <a:t>the</a:t>
            </a:r>
            <a:r>
              <a:rPr lang="ru-RU" dirty="0"/>
              <a:t>-Land), использующие </a:t>
            </a:r>
            <a:r>
              <a:rPr lang="ru-RU" dirty="0" err="1"/>
              <a:t>легитные</a:t>
            </a:r>
            <a:r>
              <a:rPr lang="ru-RU" dirty="0"/>
              <a:t> инструменты операционной системы, и многозвенные компрометации, осуществляемые в соответствии с тактиками фреймворка MITRE ATT&amp;CK. XDR-платформы расширяют функциональность EDR за счет интеграции данных с смежных систем безопасности — сетевых экранов нового поколения, систем облачной безопасности, почтовых шлюзов и платформ идентификации, — создавая единое пространство для корреляции событий и сквозного расследования инцидентов. Механизмы автоматического реагирования позволяют осуществлять изоляцию скомпрометированных устройств, блокировку подозрительных процессов и откат </a:t>
            </a:r>
            <a:r>
              <a:rPr lang="ru-RU" dirty="0" err="1"/>
              <a:t>malicious</a:t>
            </a:r>
            <a:r>
              <a:rPr lang="ru-RU" dirty="0"/>
              <a:t> </a:t>
            </a:r>
            <a:r>
              <a:rPr lang="ru-RU" dirty="0" err="1"/>
              <a:t>changes</a:t>
            </a:r>
            <a:r>
              <a:rPr lang="ru-RU" dirty="0"/>
              <a:t>, при этом аналитики получают возможность проводить ретроспективный анализ атак через расширенные возможности поиска по собранным данным. Ведущие решения, такие как </a:t>
            </a:r>
            <a:r>
              <a:rPr lang="ru-RU" dirty="0" err="1"/>
              <a:t>CrowdStrike</a:t>
            </a:r>
            <a:r>
              <a:rPr lang="ru-RU" dirty="0"/>
              <a:t> Falcon, Microsoft Defender </a:t>
            </a:r>
            <a:r>
              <a:rPr lang="ru-RU" dirty="0" err="1"/>
              <a:t>for</a:t>
            </a:r>
            <a:r>
              <a:rPr lang="ru-RU" dirty="0"/>
              <a:t> </a:t>
            </a:r>
            <a:r>
              <a:rPr lang="ru-RU" dirty="0" err="1"/>
              <a:t>Endpoint</a:t>
            </a:r>
            <a:r>
              <a:rPr lang="ru-RU" dirty="0"/>
              <a:t> и </a:t>
            </a:r>
            <a:r>
              <a:rPr lang="ru-RU" dirty="0" err="1"/>
              <a:t>SentinelOne</a:t>
            </a:r>
            <a:r>
              <a:rPr lang="ru-RU" dirty="0"/>
              <a:t> </a:t>
            </a:r>
            <a:r>
              <a:rPr lang="ru-RU" dirty="0" err="1"/>
              <a:t>Singularity</a:t>
            </a:r>
            <a:r>
              <a:rPr lang="ru-RU" dirty="0"/>
              <a:t>, демонстрируют эффективность конвергентного подхода, сочетающего превентивную защиту, детектирование на основе поведенческих сигнатур, расследование инцидентов и автоматизированное реагирование в едином продукте, что позволяет организациям противостоять современным сложным киберугрозам на уровне конечных точек в условиях гибридной IT-инфраструктуры.</a:t>
            </a:r>
          </a:p>
          <a:p>
            <a:pPr marL="228600" indent="-228600">
              <a:buAutoNum type="arabicPeriod"/>
            </a:pPr>
            <a:r>
              <a:rPr lang="ru-RU" sz="1200" b="0" i="0" kern="1200" dirty="0">
                <a:solidFill>
                  <a:schemeClr val="tx1"/>
                </a:solidFill>
                <a:effectLst/>
                <a:latin typeface="+mn-lt"/>
                <a:ea typeface="+mn-ea"/>
                <a:cs typeface="+mn-cs"/>
              </a:rPr>
              <a:t>Современные системы анализа и управления уязвимостями на базе искусственного интеллекта кардинально трансформируют традиционные подходы к безопасности за счет внедрения интеллектуальных методов приоритизации и обнаружения уязвимостей. В отличие от классических сканеров, которые генерируют объемные отчеты с тысячами </a:t>
            </a:r>
            <a:r>
              <a:rPr lang="ru-RU" sz="1200" b="0" i="0" kern="1200" dirty="0" err="1">
                <a:solidFill>
                  <a:schemeClr val="tx1"/>
                </a:solidFill>
                <a:effectLst/>
                <a:latin typeface="+mn-lt"/>
                <a:ea typeface="+mn-ea"/>
                <a:cs typeface="+mn-cs"/>
              </a:rPr>
              <a:t>неранжированных</a:t>
            </a:r>
            <a:r>
              <a:rPr lang="ru-RU" sz="1200" b="0" i="0" kern="1200" dirty="0">
                <a:solidFill>
                  <a:schemeClr val="tx1"/>
                </a:solidFill>
                <a:effectLst/>
                <a:latin typeface="+mn-lt"/>
                <a:ea typeface="+mn-ea"/>
                <a:cs typeface="+mn-cs"/>
              </a:rPr>
              <a:t> уязвимостей, AI-платформы реализуют риск-ориентированную модель, оценивая каждую уязвимость через призму множества контекстных факторов. Алгоритмы машинного обучения анализируют не только технические характеристики уязвимости, такие как CVSS-скор и глубина эксплуатации, но и бизнес-контекст, включая критичность затронутых активов для бизнес-процессов, наличие фактических эксплойтов в дикой природе, тактики злоумышленников, актуальные для конкретной индустрии, и текущую конфигурацию системы защиты. Продвинутые системы используют предсказательную аналитику для прогнозирования вероятности эксплуатации конкретных уязвимостей в определенной технологической среде, учитывая исторические данные об атаках и глобальные тенденции киберугроз. Интеграция с платформами генеративного ИИ позволяет автоматизировать процессы </a:t>
            </a:r>
            <a:r>
              <a:rPr lang="ru-RU" sz="1200" b="0" i="0" kern="1200" dirty="0" err="1">
                <a:solidFill>
                  <a:schemeClr val="tx1"/>
                </a:solidFill>
                <a:effectLst/>
                <a:latin typeface="+mn-lt"/>
                <a:ea typeface="+mn-ea"/>
                <a:cs typeface="+mn-cs"/>
              </a:rPr>
              <a:t>ремедиации</a:t>
            </a:r>
            <a:r>
              <a:rPr lang="ru-RU" sz="1200" b="0" i="0" kern="1200" dirty="0">
                <a:solidFill>
                  <a:schemeClr val="tx1"/>
                </a:solidFill>
                <a:effectLst/>
                <a:latin typeface="+mn-lt"/>
                <a:ea typeface="+mn-ea"/>
                <a:cs typeface="+mn-cs"/>
              </a:rPr>
              <a:t> — генерировать детальные инструкции по устранению уязвимостей, адаптированные под конкретную ИТ-инфраструктуру, и даже создавать корректирующие скрипты. Такие платформы, как </a:t>
            </a:r>
            <a:r>
              <a:rPr lang="ru-RU" sz="1200" b="0" i="0" u="none" strike="noStrike" kern="1200" dirty="0">
                <a:solidFill>
                  <a:schemeClr val="tx1"/>
                </a:solidFill>
                <a:effectLst/>
                <a:latin typeface="+mn-lt"/>
                <a:ea typeface="+mn-ea"/>
                <a:cs typeface="+mn-cs"/>
                <a:hlinkClick r:id="rId3"/>
              </a:rPr>
              <a:t>Tenable.io</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Qualys</a:t>
            </a:r>
            <a:r>
              <a:rPr lang="ru-RU" sz="1200" b="0" i="0" kern="1200" dirty="0">
                <a:solidFill>
                  <a:schemeClr val="tx1"/>
                </a:solidFill>
                <a:effectLst/>
                <a:latin typeface="+mn-lt"/>
                <a:ea typeface="+mn-ea"/>
                <a:cs typeface="+mn-cs"/>
              </a:rPr>
              <a:t> VMDR, демонстрируют эффективность применения NLP-алгоритмов для автоматической классификации уязвимостей по тактикам MITRE ATT&amp;CK и генерации персонализированных рекомендаций по лечению. Преимуществами интеллектуальных систем управления уязвимостями являются сокращение времени на исправление критичных уязвимостей на 60-80%, снижение объема рутинной работы специалистов по безопасности за счет автоматизации процессов </a:t>
            </a:r>
            <a:r>
              <a:rPr lang="ru-RU" sz="1200" b="0" i="0" kern="1200" dirty="0" err="1">
                <a:solidFill>
                  <a:schemeClr val="tx1"/>
                </a:solidFill>
                <a:effectLst/>
                <a:latin typeface="+mn-lt"/>
                <a:ea typeface="+mn-ea"/>
                <a:cs typeface="+mn-cs"/>
              </a:rPr>
              <a:t>триажирования</a:t>
            </a:r>
            <a:r>
              <a:rPr lang="ru-RU" sz="1200" b="0" i="0" kern="1200" dirty="0">
                <a:solidFill>
                  <a:schemeClr val="tx1"/>
                </a:solidFill>
                <a:effectLst/>
                <a:latin typeface="+mn-lt"/>
                <a:ea typeface="+mn-ea"/>
                <a:cs typeface="+mn-cs"/>
              </a:rPr>
              <a:t> и приоритизации, а также возможность проактивного выявления потенциально уязвимых мест в инфраструктуре до их эксплуатации злоумышленниками. Это позволяет организациям перейти от реактивной к упреждающей модели управления уязвимостями, где ограниченные ресурсы кибербезопасности направляются на устранение действительно критичных рисков, представляющих непосредственную угрозу для бизнеса.</a:t>
            </a:r>
          </a:p>
          <a:p>
            <a:r>
              <a:rPr lang="ru-RU" sz="1200" b="0" i="0" kern="1200" dirty="0">
                <a:solidFill>
                  <a:schemeClr val="tx1"/>
                </a:solidFill>
                <a:effectLst/>
                <a:latin typeface="+mn-lt"/>
                <a:ea typeface="+mn-ea"/>
                <a:cs typeface="+mn-cs"/>
              </a:rPr>
              <a:t>Современные системы безопасности электронной почты и защиты от фишинга на базе искусственного интеллекта представляют собой комплексные решения, кардинально превосходящие традиционные сигнатурные методы за счет применения продвинутых алгоритмов машинного обучения и анализа поведенческих паттернов. Эти системы осуществляют многоуровневый анализ входящей корреспонденции, исследуя не только содержимое писем и вложений, но и контекстные параметры, включая метаданные, репутацию отправителя, историю предыдущих взаимодействий и аномалии в коммуникационных паттернах. Алгоритмы компьютерного зрения анализируют графические элементы писем на наличие скрытых угроз и фишинговых техник, в то время как NLP-системы обрабатывают текстовое содержание для выявления социальной инженерии, манипулятивных тактик и скрытых призывов к действию. Особую эффективность демонстрируют системы поведенческого анализа, которые формируют индивидуальные профили коммуникационной активности каждого пользователя и детектируют отклонения от нормальных паттернов поведения, что особенно важно для противодействия целевым фишинговым атакам (</a:t>
            </a:r>
            <a:r>
              <a:rPr lang="ru-RU" sz="1200" b="0" i="0" kern="1200" dirty="0" err="1">
                <a:solidFill>
                  <a:schemeClr val="tx1"/>
                </a:solidFill>
                <a:effectLst/>
                <a:latin typeface="+mn-lt"/>
                <a:ea typeface="+mn-ea"/>
                <a:cs typeface="+mn-cs"/>
              </a:rPr>
              <a:t>spear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phishing</a:t>
            </a:r>
            <a:r>
              <a:rPr lang="ru-RU" sz="1200" b="0" i="0" kern="1200" dirty="0">
                <a:solidFill>
                  <a:schemeClr val="tx1"/>
                </a:solidFill>
                <a:effectLst/>
                <a:latin typeface="+mn-lt"/>
                <a:ea typeface="+mn-ea"/>
                <a:cs typeface="+mn-cs"/>
              </a:rPr>
              <a:t>) и компрометации деловой переписки (BEC). Продвинутые платформы, такие как </a:t>
            </a:r>
            <a:r>
              <a:rPr lang="ru-RU" sz="1200" b="0" i="0" kern="1200" dirty="0" err="1">
                <a:solidFill>
                  <a:schemeClr val="tx1"/>
                </a:solidFill>
                <a:effectLst/>
                <a:latin typeface="+mn-lt"/>
                <a:ea typeface="+mn-ea"/>
                <a:cs typeface="+mn-cs"/>
              </a:rPr>
              <a:t>Proofpoint</a:t>
            </a:r>
            <a:r>
              <a:rPr lang="ru-RU" sz="1200" b="0" i="0" kern="1200" dirty="0">
                <a:solidFill>
                  <a:schemeClr val="tx1"/>
                </a:solidFill>
                <a:effectLst/>
                <a:latin typeface="+mn-lt"/>
                <a:ea typeface="+mn-ea"/>
                <a:cs typeface="+mn-cs"/>
              </a:rPr>
              <a:t> и Microsoft Defender </a:t>
            </a:r>
            <a:r>
              <a:rPr lang="ru-RU" sz="1200" b="0" i="0" kern="1200" dirty="0" err="1">
                <a:solidFill>
                  <a:schemeClr val="tx1"/>
                </a:solidFill>
                <a:effectLst/>
                <a:latin typeface="+mn-lt"/>
                <a:ea typeface="+mn-ea"/>
                <a:cs typeface="+mn-cs"/>
              </a:rPr>
              <a:t>for</a:t>
            </a:r>
            <a:r>
              <a:rPr lang="ru-RU" sz="1200" b="0" i="0" kern="1200" dirty="0">
                <a:solidFill>
                  <a:schemeClr val="tx1"/>
                </a:solidFill>
                <a:effectLst/>
                <a:latin typeface="+mn-lt"/>
                <a:ea typeface="+mn-ea"/>
                <a:cs typeface="+mn-cs"/>
              </a:rPr>
              <a:t> Office 365, используют технологии глубокого обучения для выявления сложных кампаний социальной инженерии, симулирующих коммуникационный стиль руководителей и партнеров организации, а также динамически адаптируются к новым тактикам злоумышленников через непрерывное обучение на актуальных данных. Интеграция с системами защиты от мошенничества позволяет выявлять сложные многоэтапные атаки, сочетающие фишинговые техники с другими векторами компрометации. Ключевыми преимуществами AI-решений в области защиты почты являются способность обнаруживать ранее неизвестные угрозы в реальном времени, значительное снижение ложных срабатываний за счет контекстного анализа, автоматическое блокирование подозрительных писем до их доставки пользователям и предоставление аналитикам развернутых цепочек атак для расследования инцидентов. Это позволяет организациям эффективно противостоять эволюционирующим фишинговым угрозам, которые становятся все более изощренными и персонализированными, обеспечивая защиту критически важных бизнес-коммуникаций и предотвращая утечки конфиденциальной информации.</a:t>
            </a:r>
          </a:p>
          <a:p>
            <a:br>
              <a:rPr lang="ru-RU" dirty="0"/>
            </a:br>
            <a:r>
              <a:rPr lang="ru-RU" dirty="0"/>
              <a:t>6 </a:t>
            </a:r>
            <a:r>
              <a:rPr lang="ru-RU" sz="1200" b="0" i="0" kern="1200" dirty="0">
                <a:solidFill>
                  <a:schemeClr val="tx1"/>
                </a:solidFill>
                <a:effectLst/>
                <a:latin typeface="+mn-lt"/>
                <a:ea typeface="+mn-ea"/>
                <a:cs typeface="+mn-cs"/>
              </a:rPr>
              <a:t>Современные платформы </a:t>
            </a:r>
            <a:r>
              <a:rPr lang="ru-RU" sz="1200" b="0" i="0" kern="1200" dirty="0" err="1">
                <a:solidFill>
                  <a:schemeClr val="tx1"/>
                </a:solidFill>
                <a:effectLst/>
                <a:latin typeface="+mn-lt"/>
                <a:ea typeface="+mn-ea"/>
                <a:cs typeface="+mn-cs"/>
              </a:rPr>
              <a:t>оркестрации</a:t>
            </a:r>
            <a:r>
              <a:rPr lang="ru-RU" sz="1200" b="0" i="0" kern="1200" dirty="0">
                <a:solidFill>
                  <a:schemeClr val="tx1"/>
                </a:solidFill>
                <a:effectLst/>
                <a:latin typeface="+mn-lt"/>
                <a:ea typeface="+mn-ea"/>
                <a:cs typeface="+mn-cs"/>
              </a:rPr>
              <a:t>, автоматизации и реагирования в области безопасности (SOAR) представляют собой технологические решения, которые трансформируют традиционные процессы управления киберинцидентами за счет интеграции разрозненных систем безопасности и автоматизации рабочих процессов. SOAR-платформы обеспечивают централизованное управление инцидентами путем агрегации данных из разнородных источников, включая SIEM-системы, EDR-решения, сетевые экраны, системы обнаружения вторжений и платформы управления уязвимостями. Ключевым функционалом является возможность создания и выполнения </a:t>
            </a:r>
            <a:r>
              <a:rPr lang="ru-RU" sz="1200" b="0" i="0" kern="1200" dirty="0" err="1">
                <a:solidFill>
                  <a:schemeClr val="tx1"/>
                </a:solidFill>
                <a:effectLst/>
                <a:latin typeface="+mn-lt"/>
                <a:ea typeface="+mn-ea"/>
                <a:cs typeface="+mn-cs"/>
              </a:rPr>
              <a:t>плейбуков</a:t>
            </a:r>
            <a:r>
              <a:rPr lang="ru-RU" sz="1200" b="0" i="0" kern="1200" dirty="0">
                <a:solidFill>
                  <a:schemeClr val="tx1"/>
                </a:solidFill>
                <a:effectLst/>
                <a:latin typeface="+mn-lt"/>
                <a:ea typeface="+mn-ea"/>
                <a:cs typeface="+mn-cs"/>
              </a:rPr>
              <a:t> — стандартизированных сценариев реагирования на инциденты, которые автоматизируют рутинные операции, такие как блокировка подозрительных IP-адресов, изоляция скомпрометированных узлов, сбор дополнительных артефактов и эскалация инцидентов. Платформы обеспечивают сквозную видимость жизненного цикла инцидента, от первичного обнаружения до полного устранения последствий, с ведением детальной хронологии всех предпринятых действий. Интеграция с системами </a:t>
            </a:r>
            <a:r>
              <a:rPr lang="ru-RU" sz="1200" b="0" i="0" kern="1200" dirty="0" err="1">
                <a:solidFill>
                  <a:schemeClr val="tx1"/>
                </a:solidFill>
                <a:effectLst/>
                <a:latin typeface="+mn-lt"/>
                <a:ea typeface="+mn-ea"/>
                <a:cs typeface="+mn-cs"/>
              </a:rPr>
              <a:t>тикетинга</a:t>
            </a:r>
            <a:r>
              <a:rPr lang="ru-RU" sz="1200" b="0" i="0" kern="1200" dirty="0">
                <a:solidFill>
                  <a:schemeClr val="tx1"/>
                </a:solidFill>
                <a:effectLst/>
                <a:latin typeface="+mn-lt"/>
                <a:ea typeface="+mn-ea"/>
                <a:cs typeface="+mn-cs"/>
              </a:rPr>
              <a:t> и коммуникационными платформами позволяет автоматизировать уведомления ответственных специалистов и координацию между командами. Современные SOAR-решения, такие как </a:t>
            </a:r>
            <a:r>
              <a:rPr lang="ru-RU" sz="1200" b="0" i="0" kern="1200" dirty="0" err="1">
                <a:solidFill>
                  <a:schemeClr val="tx1"/>
                </a:solidFill>
                <a:effectLst/>
                <a:latin typeface="+mn-lt"/>
                <a:ea typeface="+mn-ea"/>
                <a:cs typeface="+mn-cs"/>
              </a:rPr>
              <a:t>Splunk</a:t>
            </a:r>
            <a:r>
              <a:rPr lang="ru-RU" sz="1200" b="0" i="0" kern="1200" dirty="0">
                <a:solidFill>
                  <a:schemeClr val="tx1"/>
                </a:solidFill>
                <a:effectLst/>
                <a:latin typeface="+mn-lt"/>
                <a:ea typeface="+mn-ea"/>
                <a:cs typeface="+mn-cs"/>
              </a:rPr>
              <a:t> Phantom, IBM </a:t>
            </a:r>
            <a:r>
              <a:rPr lang="ru-RU" sz="1200" b="0" i="0" kern="1200" dirty="0" err="1">
                <a:solidFill>
                  <a:schemeClr val="tx1"/>
                </a:solidFill>
                <a:effectLst/>
                <a:latin typeface="+mn-lt"/>
                <a:ea typeface="+mn-ea"/>
                <a:cs typeface="+mn-cs"/>
              </a:rPr>
              <a:t>Resilient</a:t>
            </a:r>
            <a:r>
              <a:rPr lang="ru-RU" sz="1200" b="0" i="0" kern="1200" dirty="0">
                <a:solidFill>
                  <a:schemeClr val="tx1"/>
                </a:solidFill>
                <a:effectLst/>
                <a:latin typeface="+mn-lt"/>
                <a:ea typeface="+mn-ea"/>
                <a:cs typeface="+mn-cs"/>
              </a:rPr>
              <a:t> и Microsoft Sentinel Logic </a:t>
            </a:r>
            <a:r>
              <a:rPr lang="ru-RU" sz="1200" b="0" i="0" kern="1200" dirty="0" err="1">
                <a:solidFill>
                  <a:schemeClr val="tx1"/>
                </a:solidFill>
                <a:effectLst/>
                <a:latin typeface="+mn-lt"/>
                <a:ea typeface="+mn-ea"/>
                <a:cs typeface="+mn-cs"/>
              </a:rPr>
              <a:t>Apps</a:t>
            </a:r>
            <a:r>
              <a:rPr lang="ru-RU" sz="1200" b="0" i="0" kern="1200" dirty="0">
                <a:solidFill>
                  <a:schemeClr val="tx1"/>
                </a:solidFill>
                <a:effectLst/>
                <a:latin typeface="+mn-lt"/>
                <a:ea typeface="+mn-ea"/>
                <a:cs typeface="+mn-cs"/>
              </a:rPr>
              <a:t>, демонстрируют эффективность в сокращении времени реагирования на инциденты с нескольких часов до минут, уменьшении нагрузки на аналитиков SOC за счет устранения рутинных операций и стандартизации процессов расследования. Особую ценность SOAR-платформы представляют в комбинации с системами искусственного интеллекта, где они трансформируют аналитические выводы AI-алгоритмов в конкретные защитные действия, создавая замкнутый цикл "обнаружение-анализ-реагирование". Это позволяет организациям не только оперативно противодействовать известным угрозам, но и эффективно адаптироваться к новым векторам атак, обеспечивая устойчивость и непрерывность бизнес-процессов в условиях постоянно эволюционирующего ландшафта киберугроз.</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7. </a:t>
            </a:r>
            <a:r>
              <a:rPr lang="ru-RU" sz="1200" b="0" kern="1200" dirty="0">
                <a:solidFill>
                  <a:schemeClr val="tx1"/>
                </a:solidFill>
                <a:effectLst/>
                <a:latin typeface="+mn-lt"/>
                <a:ea typeface="+mn-ea"/>
                <a:cs typeface="+mn-cs"/>
              </a:rPr>
              <a:t>Современные системы управления идентификацией и доступом (IAM) на базе искусственного интеллекта трансформируют традиционные подходы к аутентификации и авторизации, обеспечивая непрерывную адаптивную защиту цифровых активов организаций. Эти системы реализуют концепцию управления доступом на основе анализа рисков (Risk-Based </a:t>
            </a:r>
            <a:r>
              <a:rPr lang="ru-RU" sz="1200" b="0" kern="1200" dirty="0" err="1">
                <a:solidFill>
                  <a:schemeClr val="tx1"/>
                </a:solidFill>
                <a:effectLst/>
                <a:latin typeface="+mn-lt"/>
                <a:ea typeface="+mn-ea"/>
                <a:cs typeface="+mn-cs"/>
              </a:rPr>
              <a:t>Authentication</a:t>
            </a:r>
            <a:r>
              <a:rPr lang="ru-RU" sz="1200" b="0" kern="1200" dirty="0">
                <a:solidFill>
                  <a:schemeClr val="tx1"/>
                </a:solidFill>
                <a:effectLst/>
                <a:latin typeface="+mn-lt"/>
                <a:ea typeface="+mn-ea"/>
                <a:cs typeface="+mn-cs"/>
              </a:rPr>
              <a:t>), где алгоритмы машинного обучения в реальном времени оценивают сотни контекстных параметров для принятия решений о предоставлении доступа. Продвинутые поведенческие биометрические технологии анализируют уникальные паттерны взаимодействия пользователя с устройствами — динамику набора текста, характер движений мыши, давление при касании сенсорных экранов и жесты — создавая непрерывный цифровой отпечаток, который практически невозможно подделать. Системы искусственного интеллекта осуществляют мониторинг сессий в режиме реального времени, выявляя аномалии в поведении, такие как нехарактерное время активности, нестандартная геолокация, попытки доступа к необычным ресурсам или использование подозрительных устройств. При обнаружении потенциально рискованных событий платформы автоматически эскалируют меры безопасности, инициируя многофакторную аутентификацию, блокируя подозрительные сессии или временно ограничивая права доступа. Современные IAM-решения, включая Microsoft Azure AD </a:t>
            </a:r>
            <a:r>
              <a:rPr lang="ru-RU" sz="1200" b="0" kern="1200" dirty="0" err="1">
                <a:solidFill>
                  <a:schemeClr val="tx1"/>
                </a:solidFill>
                <a:effectLst/>
                <a:latin typeface="+mn-lt"/>
                <a:ea typeface="+mn-ea"/>
                <a:cs typeface="+mn-cs"/>
              </a:rPr>
              <a:t>Identity</a:t>
            </a:r>
            <a:r>
              <a:rPr lang="ru-RU" sz="1200" b="0" kern="1200" dirty="0">
                <a:solidFill>
                  <a:schemeClr val="tx1"/>
                </a:solidFill>
                <a:effectLst/>
                <a:latin typeface="+mn-lt"/>
                <a:ea typeface="+mn-ea"/>
                <a:cs typeface="+mn-cs"/>
              </a:rPr>
              <a:t> Protection, </a:t>
            </a:r>
            <a:r>
              <a:rPr lang="ru-RU" sz="1200" b="0" kern="1200" dirty="0" err="1">
                <a:solidFill>
                  <a:schemeClr val="tx1"/>
                </a:solidFill>
                <a:effectLst/>
                <a:latin typeface="+mn-lt"/>
                <a:ea typeface="+mn-ea"/>
                <a:cs typeface="+mn-cs"/>
              </a:rPr>
              <a:t>Okta</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Adaptive</a:t>
            </a:r>
            <a:r>
              <a:rPr lang="ru-RU" sz="1200" b="0" kern="1200" dirty="0">
                <a:solidFill>
                  <a:schemeClr val="tx1"/>
                </a:solidFill>
                <a:effectLst/>
                <a:latin typeface="+mn-lt"/>
                <a:ea typeface="+mn-ea"/>
                <a:cs typeface="+mn-cs"/>
              </a:rPr>
              <a:t> Multi-</a:t>
            </a:r>
            <a:r>
              <a:rPr lang="ru-RU" sz="1200" b="0" kern="1200" dirty="0" err="1">
                <a:solidFill>
                  <a:schemeClr val="tx1"/>
                </a:solidFill>
                <a:effectLst/>
                <a:latin typeface="+mn-lt"/>
                <a:ea typeface="+mn-ea"/>
                <a:cs typeface="+mn-cs"/>
              </a:rPr>
              <a:t>Factor</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Authentication</a:t>
            </a:r>
            <a:r>
              <a:rPr lang="ru-RU" sz="1200" b="0" kern="1200" dirty="0">
                <a:solidFill>
                  <a:schemeClr val="tx1"/>
                </a:solidFill>
                <a:effectLst/>
                <a:latin typeface="+mn-lt"/>
                <a:ea typeface="+mn-ea"/>
                <a:cs typeface="+mn-cs"/>
              </a:rPr>
              <a:t> и </a:t>
            </a:r>
            <a:r>
              <a:rPr lang="ru-RU" sz="1200" b="0" kern="1200" dirty="0" err="1">
                <a:solidFill>
                  <a:schemeClr val="tx1"/>
                </a:solidFill>
                <a:effectLst/>
                <a:latin typeface="+mn-lt"/>
                <a:ea typeface="+mn-ea"/>
                <a:cs typeface="+mn-cs"/>
              </a:rPr>
              <a:t>PingIdentity</a:t>
            </a:r>
            <a:r>
              <a:rPr lang="ru-RU" sz="1200" b="0" kern="1200" dirty="0">
                <a:solidFill>
                  <a:schemeClr val="tx1"/>
                </a:solidFill>
                <a:effectLst/>
                <a:latin typeface="+mn-lt"/>
                <a:ea typeface="+mn-ea"/>
                <a:cs typeface="+mn-cs"/>
              </a:rPr>
              <a:t>, демонстрируют эффективность в предотвращении компрометации учетных записей, противодействии атакам на аутентификацию и минимизации рисков, связанных с кражей учетных данных. Интеграция с системами безопасности позволяет коррелировать события аутентификации с другими сигналами угроз, создавая единую картину безопасности. Ключевыми преимуществами AI-управляемых IAM-систем являются значительное снижение количества успешных атак на учетные записи, улучшение пользовательского опыта за счет минимизации ненужных запросов аутентификации при сохранении высокого уровня безопасности, а также способность адаптивно реагировать на новые тактики злоумышленников. Это позволяет организациям эффективно балансировать между требованиями безопасности и продуктивностью в условиях современных гибридных рабочих сред и распределенных IT-инфраструктур.</a:t>
            </a:r>
          </a:p>
          <a:p>
            <a:br>
              <a:rPr lang="ru-RU" sz="1200" b="0" i="0" kern="1200" dirty="0">
                <a:solidFill>
                  <a:schemeClr val="tx1"/>
                </a:solidFill>
                <a:effectLst/>
                <a:latin typeface="+mn-lt"/>
                <a:ea typeface="+mn-ea"/>
                <a:cs typeface="+mn-cs"/>
              </a:rPr>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a:t>
            </a:fld>
            <a:endParaRPr lang="ru-RU"/>
          </a:p>
        </p:txBody>
      </p:sp>
    </p:spTree>
    <p:extLst>
      <p:ext uri="{BB962C8B-B14F-4D97-AF65-F5344CB8AC3E}">
        <p14:creationId xmlns:p14="http://schemas.microsoft.com/office/powerpoint/2010/main" val="1885654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Структура КФС включает в себя: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Физические компоненты:</a:t>
            </a:r>
            <a:r>
              <a:rPr lang="ru-RU" sz="1200" b="0" i="0" kern="1200" dirty="0">
                <a:solidFill>
                  <a:schemeClr val="tx1"/>
                </a:solidFill>
                <a:effectLst/>
                <a:latin typeface="+mn-lt"/>
                <a:ea typeface="+mn-ea"/>
                <a:cs typeface="+mn-cs"/>
              </a:rPr>
              <a:t> Исполнительные механизмы, датчики, приводы, объекты управления (например, двигатель автомобиля, турбина электростанции, светофор).</a:t>
            </a:r>
          </a:p>
          <a:p>
            <a:r>
              <a:rPr lang="ru-RU" sz="1200" b="1" i="0" kern="1200" dirty="0">
                <a:solidFill>
                  <a:schemeClr val="tx1"/>
                </a:solidFill>
                <a:effectLst/>
                <a:latin typeface="+mn-lt"/>
                <a:ea typeface="+mn-ea"/>
                <a:cs typeface="+mn-cs"/>
              </a:rPr>
              <a:t>Кибернетические (вычислительные) компоненты:</a:t>
            </a:r>
            <a:r>
              <a:rPr lang="ru-RU" sz="1200" b="0" i="0" kern="1200" dirty="0">
                <a:solidFill>
                  <a:schemeClr val="tx1"/>
                </a:solidFill>
                <a:effectLst/>
                <a:latin typeface="+mn-lt"/>
                <a:ea typeface="+mn-ea"/>
                <a:cs typeface="+mn-cs"/>
              </a:rPr>
              <a:t> Контроллеры, процессоры, программное обеспечение для обработки данных, принятия решений и управления.</a:t>
            </a:r>
          </a:p>
          <a:p>
            <a:r>
              <a:rPr lang="ru-RU" sz="1200" b="1" i="0" kern="1200" dirty="0">
                <a:solidFill>
                  <a:schemeClr val="tx1"/>
                </a:solidFill>
                <a:effectLst/>
                <a:latin typeface="+mn-lt"/>
                <a:ea typeface="+mn-ea"/>
                <a:cs typeface="+mn-cs"/>
              </a:rPr>
              <a:t>Сетевые интерфейсы:</a:t>
            </a:r>
            <a:r>
              <a:rPr lang="ru-RU" sz="1200" b="0" i="0" kern="1200" dirty="0">
                <a:solidFill>
                  <a:schemeClr val="tx1"/>
                </a:solidFill>
                <a:effectLst/>
                <a:latin typeface="+mn-lt"/>
                <a:ea typeface="+mn-ea"/>
                <a:cs typeface="+mn-cs"/>
              </a:rPr>
              <a:t> Средства коммуникации (проводные и беспроводные сети), обеспечивающие обмен данными между кибернетическими компонентами, а также между кибернетическими и физическими компонентами.</a:t>
            </a:r>
          </a:p>
          <a:p>
            <a:r>
              <a:rPr lang="ru-RU" sz="1200" b="0" i="0" kern="1200" dirty="0">
                <a:solidFill>
                  <a:schemeClr val="tx1"/>
                </a:solidFill>
                <a:effectLst/>
                <a:latin typeface="+mn-lt"/>
                <a:ea typeface="+mn-ea"/>
                <a:cs typeface="+mn-cs"/>
              </a:rPr>
              <a:t>С позиции информационной безопасности киберфизическая система представляет собой многоуровневую архитектуру, где каждый уровень обладает специфическими уязвимостями и требует специализированных мер защиты.</a:t>
            </a:r>
          </a:p>
          <a:p>
            <a:r>
              <a:rPr lang="ru-RU" sz="1200" b="0" i="0" kern="1200" dirty="0">
                <a:solidFill>
                  <a:schemeClr val="tx1"/>
                </a:solidFill>
                <a:effectLst/>
                <a:latin typeface="+mn-lt"/>
                <a:ea typeface="+mn-ea"/>
                <a:cs typeface="+mn-cs"/>
              </a:rPr>
              <a:t>Фундаментом КФС является </a:t>
            </a:r>
            <a:r>
              <a:rPr lang="ru-RU" sz="1200" b="1" i="0" kern="1200" dirty="0">
                <a:solidFill>
                  <a:schemeClr val="tx1"/>
                </a:solidFill>
                <a:effectLst/>
                <a:latin typeface="+mn-lt"/>
                <a:ea typeface="+mn-ea"/>
                <a:cs typeface="+mn-cs"/>
              </a:rPr>
              <a:t>физический уровень</a:t>
            </a:r>
            <a:r>
              <a:rPr lang="ru-RU" sz="1200" b="0" i="0" kern="1200" dirty="0">
                <a:solidFill>
                  <a:schemeClr val="tx1"/>
                </a:solidFill>
                <a:effectLst/>
                <a:latin typeface="+mn-lt"/>
                <a:ea typeface="+mn-ea"/>
                <a:cs typeface="+mn-cs"/>
              </a:rPr>
              <a:t>, включающий исполнительные механизмы, датчики, приводы и объекты управления. На этом уровне ключевые риски связаны с атаками на целостность физических процессов: манипуляция показаниями датчиков, вмешательство в работу исполнительных механизмов, проведение атак по побочным каналам для извлечения криптографических ключей. Особую опасность представляют атаки на временные характеристики систем реального времени, где даже микросекундные задержки могут привести к катастрофическим последствиям.</a:t>
            </a:r>
          </a:p>
          <a:p>
            <a:r>
              <a:rPr lang="ru-RU" sz="1200" b="0" i="0" kern="1200" dirty="0">
                <a:solidFill>
                  <a:schemeClr val="tx1"/>
                </a:solidFill>
                <a:effectLst/>
                <a:latin typeface="+mn-lt"/>
                <a:ea typeface="+mn-ea"/>
                <a:cs typeface="+mn-cs"/>
              </a:rPr>
              <a:t>Следующий </a:t>
            </a:r>
            <a:r>
              <a:rPr lang="ru-RU" sz="1200" b="1" i="0" kern="1200" dirty="0">
                <a:solidFill>
                  <a:schemeClr val="tx1"/>
                </a:solidFill>
                <a:effectLst/>
                <a:latin typeface="+mn-lt"/>
                <a:ea typeface="+mn-ea"/>
                <a:cs typeface="+mn-cs"/>
              </a:rPr>
              <a:t>уровень сетевой коммуникации</a:t>
            </a:r>
            <a:r>
              <a:rPr lang="ru-RU" sz="1200" b="0" i="0" kern="1200" dirty="0">
                <a:solidFill>
                  <a:schemeClr val="tx1"/>
                </a:solidFill>
                <a:effectLst/>
                <a:latin typeface="+mn-lt"/>
                <a:ea typeface="+mn-ea"/>
                <a:cs typeface="+mn-cs"/>
              </a:rPr>
              <a:t> обеспечивает взаимодействие между компонентами КФС через промышленные сети (</a:t>
            </a:r>
            <a:r>
              <a:rPr lang="ru-RU" sz="1200" b="0" i="0" kern="1200" dirty="0" err="1">
                <a:solidFill>
                  <a:schemeClr val="tx1"/>
                </a:solidFill>
                <a:effectLst/>
                <a:latin typeface="+mn-lt"/>
                <a:ea typeface="+mn-ea"/>
                <a:cs typeface="+mn-cs"/>
              </a:rPr>
              <a:t>Fieldbus</a:t>
            </a:r>
            <a:r>
              <a:rPr lang="ru-RU" sz="1200" b="0" i="0" kern="1200" dirty="0">
                <a:solidFill>
                  <a:schemeClr val="tx1"/>
                </a:solidFill>
                <a:effectLst/>
                <a:latin typeface="+mn-lt"/>
                <a:ea typeface="+mn-ea"/>
                <a:cs typeface="+mn-cs"/>
              </a:rPr>
              <a:t>, PROFINET, </a:t>
            </a:r>
            <a:r>
              <a:rPr lang="ru-RU" sz="1200" b="0" i="0" kern="1200" dirty="0" err="1">
                <a:solidFill>
                  <a:schemeClr val="tx1"/>
                </a:solidFill>
                <a:effectLst/>
                <a:latin typeface="+mn-lt"/>
                <a:ea typeface="+mn-ea"/>
                <a:cs typeface="+mn-cs"/>
              </a:rPr>
              <a:t>Modbus</a:t>
            </a:r>
            <a:r>
              <a:rPr lang="ru-RU" sz="1200" b="0" i="0" kern="1200" dirty="0">
                <a:solidFill>
                  <a:schemeClr val="tx1"/>
                </a:solidFill>
                <a:effectLst/>
                <a:latin typeface="+mn-lt"/>
                <a:ea typeface="+mn-ea"/>
                <a:cs typeface="+mn-cs"/>
              </a:rPr>
              <a:t> TCP) и беспроводные интерфейсы. Здесь проявляются классические уязвимости сетевых протоколов: отсутствие аутентификации и шифрования в унаследованных промышленных протоколах, уязвимости к пассивному прослушиванию и анализу трафика, атаки типа "человек посередине". Критической угрозой является компрометация сетевой инфраструктуры, позволяющая злоумышленнику осуществлять инъекцию ложных команд или организовывать распределенные атаки отказа в обслуживании.</a:t>
            </a:r>
          </a:p>
          <a:p>
            <a:r>
              <a:rPr lang="ru-RU" sz="1200" b="1" i="0" kern="1200" dirty="0">
                <a:solidFill>
                  <a:schemeClr val="tx1"/>
                </a:solidFill>
                <a:effectLst/>
                <a:latin typeface="+mn-lt"/>
                <a:ea typeface="+mn-ea"/>
                <a:cs typeface="+mn-cs"/>
              </a:rPr>
              <a:t>Уровень контроля и управления</a:t>
            </a:r>
            <a:r>
              <a:rPr lang="ru-RU" sz="1200" b="0" i="0" kern="1200" dirty="0">
                <a:solidFill>
                  <a:schemeClr val="tx1"/>
                </a:solidFill>
                <a:effectLst/>
                <a:latin typeface="+mn-lt"/>
                <a:ea typeface="+mn-ea"/>
                <a:cs typeface="+mn-cs"/>
              </a:rPr>
              <a:t> реализуется программируемыми логическими контроллерами (ПЛК), промышленными компьютерами и системами SCADA. Уязвимости данного уровня включают недостатки в </a:t>
            </a:r>
            <a:r>
              <a:rPr lang="ru-RU" sz="1200" b="0" i="0" kern="1200" dirty="0" err="1">
                <a:solidFill>
                  <a:schemeClr val="tx1"/>
                </a:solidFill>
                <a:effectLst/>
                <a:latin typeface="+mn-lt"/>
                <a:ea typeface="+mn-ea"/>
                <a:cs typeface="+mn-cs"/>
              </a:rPr>
              <a:t>firmware</a:t>
            </a:r>
            <a:r>
              <a:rPr lang="ru-RU" sz="1200" b="0" i="0" kern="1200" dirty="0">
                <a:solidFill>
                  <a:schemeClr val="tx1"/>
                </a:solidFill>
                <a:effectLst/>
                <a:latin typeface="+mn-lt"/>
                <a:ea typeface="+mn-ea"/>
                <a:cs typeface="+mn-cs"/>
              </a:rPr>
              <a:t> ПЛК, уязвимости в конфигурациях систем управления технологическими процессами, возможность несанкционированного изменения программного кода контроллеров. Особенностью является требование к детерминизму выполнения операций, что исключает применение традиционных механизмов кибербезопасности, таких как антивирусное сканирование в реальном времени.</a:t>
            </a:r>
          </a:p>
          <a:p>
            <a:r>
              <a:rPr lang="ru-RU" sz="1200" b="1" i="0" kern="1200" dirty="0">
                <a:solidFill>
                  <a:schemeClr val="tx1"/>
                </a:solidFill>
                <a:effectLst/>
                <a:latin typeface="+mn-lt"/>
                <a:ea typeface="+mn-ea"/>
                <a:cs typeface="+mn-cs"/>
              </a:rPr>
              <a:t>Уровень данных и приложений</a:t>
            </a:r>
            <a:r>
              <a:rPr lang="ru-RU" sz="1200" b="0" i="0" kern="1200" dirty="0">
                <a:solidFill>
                  <a:schemeClr val="tx1"/>
                </a:solidFill>
                <a:effectLst/>
                <a:latin typeface="+mn-lt"/>
                <a:ea typeface="+mn-ea"/>
                <a:cs typeface="+mn-cs"/>
              </a:rPr>
              <a:t> охватывает системы сбора телеметрии, базы данных технологических параметров, системы управления производственными операциями (MES) и планирования ресурсов предприятия (ERP). Основные угрозы на этом уровне включают манипуляцию историческими данными, компрометацию систем аналитики, внедрение вредоносного кода в прикладное программное обеспечение. Критически важной является защита цифровых двойников - виртуальных моделей физических активов, компрометация которых позволяет моделировать атаки без воздействия на реальные объекты.</a:t>
            </a:r>
          </a:p>
          <a:p>
            <a:r>
              <a:rPr lang="ru-RU" sz="1200" b="0" i="0" kern="1200" dirty="0">
                <a:solidFill>
                  <a:schemeClr val="tx1"/>
                </a:solidFill>
                <a:effectLst/>
                <a:latin typeface="+mn-lt"/>
                <a:ea typeface="+mn-ea"/>
                <a:cs typeface="+mn-cs"/>
              </a:rPr>
              <a:t>Наиболее уязвимым с точки зрения масштаба потенциального ущерба является </a:t>
            </a:r>
            <a:r>
              <a:rPr lang="ru-RU" sz="1200" b="1" i="0" kern="1200" dirty="0">
                <a:solidFill>
                  <a:schemeClr val="tx1"/>
                </a:solidFill>
                <a:effectLst/>
                <a:latin typeface="+mn-lt"/>
                <a:ea typeface="+mn-ea"/>
                <a:cs typeface="+mn-cs"/>
              </a:rPr>
              <a:t>киберфизический уровень</a:t>
            </a:r>
            <a:r>
              <a:rPr lang="ru-RU" sz="1200" b="0" i="0" kern="1200" dirty="0">
                <a:solidFill>
                  <a:schemeClr val="tx1"/>
                </a:solidFill>
                <a:effectLst/>
                <a:latin typeface="+mn-lt"/>
                <a:ea typeface="+mn-ea"/>
                <a:cs typeface="+mn-cs"/>
              </a:rPr>
              <a:t>, где происходит непосредственное взаимодействие кибернетических компонентов с физическими процессами. Здесь реализуются сложные атаки, такие как генерация скрытых аномалий, остающихся незамеченными для систем мониторинга, но вызывающих постепенную деградацию оборудования; скоординированные атаки на несколько компонентов системы; целенаправленное нарушение синхронизации распределенных систем.</a:t>
            </a:r>
          </a:p>
          <a:p>
            <a:r>
              <a:rPr lang="ru-RU" sz="1200" b="0" i="0" kern="1200" dirty="0">
                <a:solidFill>
                  <a:schemeClr val="tx1"/>
                </a:solidFill>
                <a:effectLst/>
                <a:latin typeface="+mn-lt"/>
                <a:ea typeface="+mn-ea"/>
                <a:cs typeface="+mn-cs"/>
              </a:rPr>
              <a:t>Завершает архитектуру </a:t>
            </a:r>
            <a:r>
              <a:rPr lang="ru-RU" sz="1200" b="1" i="0" kern="1200" dirty="0">
                <a:solidFill>
                  <a:schemeClr val="tx1"/>
                </a:solidFill>
                <a:effectLst/>
                <a:latin typeface="+mn-lt"/>
                <a:ea typeface="+mn-ea"/>
                <a:cs typeface="+mn-cs"/>
              </a:rPr>
              <a:t>уровень интеграции с внешними системами</a:t>
            </a:r>
            <a:r>
              <a:rPr lang="ru-RU" sz="1200" b="0" i="0" kern="1200" dirty="0">
                <a:solidFill>
                  <a:schemeClr val="tx1"/>
                </a:solidFill>
                <a:effectLst/>
                <a:latin typeface="+mn-lt"/>
                <a:ea typeface="+mn-ea"/>
                <a:cs typeface="+mn-cs"/>
              </a:rPr>
              <a:t>, обеспечивающий подключение КФС к облачным платформам, системам цепочек поставок и другим внешним сервисам. Данный уровень расширяет поверхность атаки, создавая риски компрометации через смежные системы, утечки конфиденциальной производственной информации через каналы интеграции, атаки на целостность данных при передаче в облачные сервисы.</a:t>
            </a:r>
          </a:p>
          <a:p>
            <a:r>
              <a:rPr lang="ru-RU" sz="1200" b="0" i="0" kern="1200" dirty="0">
                <a:solidFill>
                  <a:schemeClr val="tx1"/>
                </a:solidFill>
                <a:effectLst/>
                <a:latin typeface="+mn-lt"/>
                <a:ea typeface="+mn-ea"/>
                <a:cs typeface="+mn-cs"/>
              </a:rPr>
              <a:t>Эффективная защита КФС требует реализации многоуровневой системы безопасности, включающей сегментацию сети, контроль целостности </a:t>
            </a:r>
            <a:r>
              <a:rPr lang="ru-RU" sz="1200" b="0" i="0" kern="1200" dirty="0" err="1">
                <a:solidFill>
                  <a:schemeClr val="tx1"/>
                </a:solidFill>
                <a:effectLst/>
                <a:latin typeface="+mn-lt"/>
                <a:ea typeface="+mn-ea"/>
                <a:cs typeface="+mn-cs"/>
              </a:rPr>
              <a:t>firmware</a:t>
            </a:r>
            <a:r>
              <a:rPr lang="ru-RU" sz="1200" b="0" i="0" kern="1200" dirty="0">
                <a:solidFill>
                  <a:schemeClr val="tx1"/>
                </a:solidFill>
                <a:effectLst/>
                <a:latin typeface="+mn-lt"/>
                <a:ea typeface="+mn-ea"/>
                <a:cs typeface="+mn-cs"/>
              </a:rPr>
              <a:t>, мониторинг аномалий в физических процессах, применение механизмов Zero Trust архитектуры, и создание систем обнаружения атак, учитывающих киберфизическую природу потенциальных инцидентов. При этом меры безопасности не должны нарушать детерминизм и реальное время выполнения критических производственных процессов.</a:t>
            </a:r>
          </a:p>
          <a:p>
            <a:br>
              <a:rPr lang="ru-RU" dirty="0"/>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3</a:t>
            </a:fld>
            <a:endParaRPr lang="ru-RU"/>
          </a:p>
        </p:txBody>
      </p:sp>
    </p:spTree>
    <p:extLst>
      <p:ext uri="{BB962C8B-B14F-4D97-AF65-F5344CB8AC3E}">
        <p14:creationId xmlns:p14="http://schemas.microsoft.com/office/powerpoint/2010/main" val="619585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APT-угрозы (Advanced </a:t>
            </a:r>
            <a:r>
              <a:rPr lang="ru-RU" sz="1200" b="1" i="0" kern="1200" dirty="0" err="1">
                <a:solidFill>
                  <a:schemeClr val="tx1"/>
                </a:solidFill>
                <a:effectLst/>
                <a:latin typeface="+mn-lt"/>
                <a:ea typeface="+mn-ea"/>
                <a:cs typeface="+mn-cs"/>
              </a:rPr>
              <a:t>Persistent</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 это класс сложных целевых кибератак, характеризующихся высочайшим уровнем скрытности, продолжительностью и координацией. В отличие от массовых атак, APT нацелены на конкретные организации или государства для хищения данных, саботажа или шпионажа.</a:t>
            </a:r>
          </a:p>
          <a:p>
            <a:r>
              <a:rPr lang="ru-RU" sz="1200" b="1" i="0" kern="1200" dirty="0">
                <a:solidFill>
                  <a:schemeClr val="tx1"/>
                </a:solidFill>
                <a:effectLst/>
                <a:latin typeface="+mn-lt"/>
                <a:ea typeface="+mn-ea"/>
                <a:cs typeface="+mn-cs"/>
              </a:rPr>
              <a:t>Ключевые характеристики APT:</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Высокая целенаправленность и подготовка:</a:t>
            </a:r>
            <a:r>
              <a:rPr lang="ru-RU" sz="1200" b="0" i="0" kern="1200" dirty="0">
                <a:solidFill>
                  <a:schemeClr val="tx1"/>
                </a:solidFill>
                <a:effectLst/>
                <a:latin typeface="+mn-lt"/>
                <a:ea typeface="+mn-ea"/>
                <a:cs typeface="+mn-cs"/>
              </a:rPr>
              <a:t> Атака тщательно планируется. Злоумышленники заранее собирают разведданные о цели (</a:t>
            </a:r>
            <a:r>
              <a:rPr lang="ru-RU" sz="1200" b="0" i="0" kern="1200" dirty="0" err="1">
                <a:solidFill>
                  <a:schemeClr val="tx1"/>
                </a:solidFill>
                <a:effectLst/>
                <a:latin typeface="+mn-lt"/>
                <a:ea typeface="+mn-ea"/>
                <a:cs typeface="+mn-cs"/>
              </a:rPr>
              <a:t>социнжиниринг</a:t>
            </a:r>
            <a:r>
              <a:rPr lang="ru-RU" sz="1200" b="0" i="0" kern="1200" dirty="0">
                <a:solidFill>
                  <a:schemeClr val="tx1"/>
                </a:solidFill>
                <a:effectLst/>
                <a:latin typeface="+mn-lt"/>
                <a:ea typeface="+mn-ea"/>
                <a:cs typeface="+mn-cs"/>
              </a:rPr>
              <a:t>, анализ открытых источников).</a:t>
            </a:r>
          </a:p>
          <a:p>
            <a:r>
              <a:rPr lang="ru-RU" sz="1200" b="1" i="0" kern="1200" dirty="0">
                <a:solidFill>
                  <a:schemeClr val="tx1"/>
                </a:solidFill>
                <a:effectLst/>
                <a:latin typeface="+mn-lt"/>
                <a:ea typeface="+mn-ea"/>
                <a:cs typeface="+mn-cs"/>
              </a:rPr>
              <a:t>Использование уникальных инструментов:</a:t>
            </a:r>
            <a:r>
              <a:rPr lang="ru-RU" sz="1200" b="0" i="0" kern="1200" dirty="0">
                <a:solidFill>
                  <a:schemeClr val="tx1"/>
                </a:solidFill>
                <a:effectLst/>
                <a:latin typeface="+mn-lt"/>
                <a:ea typeface="+mn-ea"/>
                <a:cs typeface="+mn-cs"/>
              </a:rPr>
              <a:t> Применяются специально разработанные, ранее не встречавшиеся вредоносные программы (</a:t>
            </a:r>
            <a:r>
              <a:rPr lang="ru-RU" sz="1200" b="0" i="0" kern="1200" dirty="0" err="1">
                <a:solidFill>
                  <a:schemeClr val="tx1"/>
                </a:solidFill>
                <a:effectLst/>
                <a:latin typeface="+mn-lt"/>
                <a:ea typeface="+mn-ea"/>
                <a:cs typeface="+mn-cs"/>
              </a:rPr>
              <a:t>zero-day</a:t>
            </a:r>
            <a:r>
              <a:rPr lang="ru-RU" sz="1200" b="0" i="0" kern="1200" dirty="0">
                <a:solidFill>
                  <a:schemeClr val="tx1"/>
                </a:solidFill>
                <a:effectLst/>
                <a:latin typeface="+mn-lt"/>
                <a:ea typeface="+mn-ea"/>
                <a:cs typeface="+mn-cs"/>
              </a:rPr>
              <a:t>), что затрудняет их обнаружение сигнатурными методами.</a:t>
            </a:r>
          </a:p>
          <a:p>
            <a:r>
              <a:rPr lang="ru-RU" sz="1200" b="1" i="0" kern="1200" dirty="0">
                <a:solidFill>
                  <a:schemeClr val="tx1"/>
                </a:solidFill>
                <a:effectLst/>
                <a:latin typeface="+mn-lt"/>
                <a:ea typeface="+mn-ea"/>
                <a:cs typeface="+mn-cs"/>
              </a:rPr>
              <a:t>Продолжительный жизненный цикл:</a:t>
            </a:r>
            <a:r>
              <a:rPr lang="ru-RU" sz="1200" b="0" i="0" kern="1200" dirty="0">
                <a:solidFill>
                  <a:schemeClr val="tx1"/>
                </a:solidFill>
                <a:effectLst/>
                <a:latin typeface="+mn-lt"/>
                <a:ea typeface="+mn-ea"/>
                <a:cs typeface="+mn-cs"/>
              </a:rPr>
              <a:t> Атака может длиться месяцами или годами. Ее этапы следуют модели "</a:t>
            </a:r>
            <a:r>
              <a:rPr lang="ru-RU" sz="1200" b="0" i="0" kern="1200" dirty="0" err="1">
                <a:solidFill>
                  <a:schemeClr val="tx1"/>
                </a:solidFill>
                <a:effectLst/>
                <a:latin typeface="+mn-lt"/>
                <a:ea typeface="+mn-ea"/>
                <a:cs typeface="+mn-cs"/>
              </a:rPr>
              <a:t>Киберубийственной</a:t>
            </a:r>
            <a:r>
              <a:rPr lang="ru-RU" sz="1200" b="0" i="0" kern="1200" dirty="0">
                <a:solidFill>
                  <a:schemeClr val="tx1"/>
                </a:solidFill>
                <a:effectLst/>
                <a:latin typeface="+mn-lt"/>
                <a:ea typeface="+mn-ea"/>
                <a:cs typeface="+mn-cs"/>
              </a:rPr>
              <a:t> цепи":</a:t>
            </a:r>
          </a:p>
          <a:p>
            <a:pPr lvl="1"/>
            <a:r>
              <a:rPr lang="ru-RU" sz="1200" b="1" i="0" kern="1200" dirty="0">
                <a:solidFill>
                  <a:schemeClr val="tx1"/>
                </a:solidFill>
                <a:effectLst/>
                <a:latin typeface="+mn-lt"/>
                <a:ea typeface="+mn-ea"/>
                <a:cs typeface="+mn-cs"/>
              </a:rPr>
              <a:t>Разведка:</a:t>
            </a:r>
            <a:r>
              <a:rPr lang="ru-RU" sz="1200" b="0" i="0" kern="1200" dirty="0">
                <a:solidFill>
                  <a:schemeClr val="tx1"/>
                </a:solidFill>
                <a:effectLst/>
                <a:latin typeface="+mn-lt"/>
                <a:ea typeface="+mn-ea"/>
                <a:cs typeface="+mn-cs"/>
              </a:rPr>
              <a:t> Сбор информации о цели.</a:t>
            </a:r>
          </a:p>
          <a:p>
            <a:pPr lvl="1"/>
            <a:r>
              <a:rPr lang="ru-RU" sz="1200" b="1" i="0" kern="1200" dirty="0">
                <a:solidFill>
                  <a:schemeClr val="tx1"/>
                </a:solidFill>
                <a:effectLst/>
                <a:latin typeface="+mn-lt"/>
                <a:ea typeface="+mn-ea"/>
                <a:cs typeface="+mn-cs"/>
              </a:rPr>
              <a:t>Проникновение:</a:t>
            </a:r>
            <a:r>
              <a:rPr lang="ru-RU" sz="1200" b="0" i="0" kern="1200" dirty="0">
                <a:solidFill>
                  <a:schemeClr val="tx1"/>
                </a:solidFill>
                <a:effectLst/>
                <a:latin typeface="+mn-lt"/>
                <a:ea typeface="+mn-ea"/>
                <a:cs typeface="+mn-cs"/>
              </a:rPr>
              <a:t> Часто через целенаправленный фишинг или уязвимости.</a:t>
            </a:r>
          </a:p>
          <a:p>
            <a:pPr lvl="1"/>
            <a:r>
              <a:rPr lang="ru-RU" sz="1200" b="1" i="0" kern="1200" dirty="0">
                <a:solidFill>
                  <a:schemeClr val="tx1"/>
                </a:solidFill>
                <a:effectLst/>
                <a:latin typeface="+mn-lt"/>
                <a:ea typeface="+mn-ea"/>
                <a:cs typeface="+mn-cs"/>
              </a:rPr>
              <a:t>Закрепление:</a:t>
            </a:r>
            <a:r>
              <a:rPr lang="ru-RU" sz="1200" b="0" i="0" kern="1200" dirty="0">
                <a:solidFill>
                  <a:schemeClr val="tx1"/>
                </a:solidFill>
                <a:effectLst/>
                <a:latin typeface="+mn-lt"/>
                <a:ea typeface="+mn-ea"/>
                <a:cs typeface="+mn-cs"/>
              </a:rPr>
              <a:t> Установка </a:t>
            </a:r>
            <a:r>
              <a:rPr lang="ru-RU" sz="1200" b="0" i="0" kern="1200" dirty="0" err="1">
                <a:solidFill>
                  <a:schemeClr val="tx1"/>
                </a:solidFill>
                <a:effectLst/>
                <a:latin typeface="+mn-lt"/>
                <a:ea typeface="+mn-ea"/>
                <a:cs typeface="+mn-cs"/>
              </a:rPr>
              <a:t>бекдоров</a:t>
            </a:r>
            <a:r>
              <a:rPr lang="ru-RU" sz="1200" b="0" i="0" kern="1200" dirty="0">
                <a:solidFill>
                  <a:schemeClr val="tx1"/>
                </a:solidFill>
                <a:effectLst/>
                <a:latin typeface="+mn-lt"/>
                <a:ea typeface="+mn-ea"/>
                <a:cs typeface="+mn-cs"/>
              </a:rPr>
              <a:t> и создание каналов управления (C2).</a:t>
            </a:r>
          </a:p>
          <a:p>
            <a:pPr lvl="1"/>
            <a:r>
              <a:rPr lang="ru-RU" sz="1200" b="1" i="0" kern="1200" dirty="0">
                <a:solidFill>
                  <a:schemeClr val="tx1"/>
                </a:solidFill>
                <a:effectLst/>
                <a:latin typeface="+mn-lt"/>
                <a:ea typeface="+mn-ea"/>
                <a:cs typeface="+mn-cs"/>
              </a:rPr>
              <a:t>Перемещение:</a:t>
            </a:r>
            <a:r>
              <a:rPr lang="ru-RU" sz="1200" b="0" i="0" kern="1200" dirty="0">
                <a:solidFill>
                  <a:schemeClr val="tx1"/>
                </a:solidFill>
                <a:effectLst/>
                <a:latin typeface="+mn-lt"/>
                <a:ea typeface="+mn-ea"/>
                <a:cs typeface="+mn-cs"/>
              </a:rPr>
              <a:t> Горизонтальное движение по сети в поисках ценных активов.</a:t>
            </a:r>
          </a:p>
          <a:p>
            <a:pPr lvl="1"/>
            <a:r>
              <a:rPr lang="ru-RU" sz="1200" b="1" i="0" kern="1200" dirty="0">
                <a:solidFill>
                  <a:schemeClr val="tx1"/>
                </a:solidFill>
                <a:effectLst/>
                <a:latin typeface="+mn-lt"/>
                <a:ea typeface="+mn-ea"/>
                <a:cs typeface="+mn-cs"/>
              </a:rPr>
              <a:t>Выполнение целей:</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Экфильтрация</a:t>
            </a:r>
            <a:r>
              <a:rPr lang="ru-RU" sz="1200" b="0" i="0" kern="1200" dirty="0">
                <a:solidFill>
                  <a:schemeClr val="tx1"/>
                </a:solidFill>
                <a:effectLst/>
                <a:latin typeface="+mn-lt"/>
                <a:ea typeface="+mn-ea"/>
                <a:cs typeface="+mn-cs"/>
              </a:rPr>
              <a:t> данных, нарушение работы систем.</a:t>
            </a:r>
          </a:p>
          <a:p>
            <a:r>
              <a:rPr lang="ru-RU" sz="1200" b="1" i="0" kern="1200" dirty="0">
                <a:solidFill>
                  <a:schemeClr val="tx1"/>
                </a:solidFill>
                <a:effectLst/>
                <a:latin typeface="+mn-lt"/>
                <a:ea typeface="+mn-ea"/>
                <a:cs typeface="+mn-cs"/>
              </a:rPr>
              <a:t>Скрытность и адаптивность:</a:t>
            </a:r>
            <a:r>
              <a:rPr lang="ru-RU" sz="1200" b="0" i="0" kern="1200" dirty="0">
                <a:solidFill>
                  <a:schemeClr val="tx1"/>
                </a:solidFill>
                <a:effectLst/>
                <a:latin typeface="+mn-lt"/>
                <a:ea typeface="+mn-ea"/>
                <a:cs typeface="+mn-cs"/>
              </a:rPr>
              <a:t> Злоумышленники маскируют свою активность под </a:t>
            </a:r>
            <a:r>
              <a:rPr lang="ru-RU" sz="1200" b="0" i="0" kern="1200" dirty="0" err="1">
                <a:solidFill>
                  <a:schemeClr val="tx1"/>
                </a:solidFill>
                <a:effectLst/>
                <a:latin typeface="+mn-lt"/>
                <a:ea typeface="+mn-ea"/>
                <a:cs typeface="+mn-cs"/>
              </a:rPr>
              <a:t>легитный</a:t>
            </a:r>
            <a:r>
              <a:rPr lang="ru-RU" sz="1200" b="0" i="0" kern="1200" dirty="0">
                <a:solidFill>
                  <a:schemeClr val="tx1"/>
                </a:solidFill>
                <a:effectLst/>
                <a:latin typeface="+mn-lt"/>
                <a:ea typeface="+mn-ea"/>
                <a:cs typeface="+mn-cs"/>
              </a:rPr>
              <a:t> трафик, используют </a:t>
            </a:r>
            <a:r>
              <a:rPr lang="ru-RU" sz="1200" b="0" i="0" kern="1200" dirty="0" err="1">
                <a:solidFill>
                  <a:schemeClr val="tx1"/>
                </a:solidFill>
                <a:effectLst/>
                <a:latin typeface="+mn-lt"/>
                <a:ea typeface="+mn-ea"/>
                <a:cs typeface="+mn-cs"/>
              </a:rPr>
              <a:t>легитные</a:t>
            </a:r>
            <a:r>
              <a:rPr lang="ru-RU" sz="1200" b="0" i="0" kern="1200" dirty="0">
                <a:solidFill>
                  <a:schemeClr val="tx1"/>
                </a:solidFill>
                <a:effectLst/>
                <a:latin typeface="+mn-lt"/>
                <a:ea typeface="+mn-ea"/>
                <a:cs typeface="+mn-cs"/>
              </a:rPr>
              <a:t> инструменты администратора (</a:t>
            </a:r>
            <a:r>
              <a:rPr lang="ru-RU" sz="1200" b="0" i="0" kern="1200" dirty="0" err="1">
                <a:solidFill>
                  <a:schemeClr val="tx1"/>
                </a:solidFill>
                <a:effectLst/>
                <a:latin typeface="+mn-lt"/>
                <a:ea typeface="+mn-ea"/>
                <a:cs typeface="+mn-cs"/>
              </a:rPr>
              <a:t>Living</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off</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the</a:t>
            </a:r>
            <a:r>
              <a:rPr lang="ru-RU" sz="1200" b="0" i="0" kern="1200" dirty="0">
                <a:solidFill>
                  <a:schemeClr val="tx1"/>
                </a:solidFill>
                <a:effectLst/>
                <a:latin typeface="+mn-lt"/>
                <a:ea typeface="+mn-ea"/>
                <a:cs typeface="+mn-cs"/>
              </a:rPr>
              <a:t>-Land) и меняют тактику при обнаружении.</a:t>
            </a:r>
          </a:p>
          <a:p>
            <a:r>
              <a:rPr lang="ru-RU" sz="1200" b="1" i="0" kern="1200" dirty="0">
                <a:solidFill>
                  <a:schemeClr val="tx1"/>
                </a:solidFill>
                <a:effectLst/>
                <a:latin typeface="+mn-lt"/>
                <a:ea typeface="+mn-ea"/>
                <a:cs typeface="+mn-cs"/>
              </a:rPr>
              <a:t>Роль ИИ в защите от APT:</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Традиционные системы защиты неэффективны против APT. Противодействие им требует систем на базе ИИ, которые:</a:t>
            </a:r>
          </a:p>
          <a:p>
            <a:r>
              <a:rPr lang="ru-RU" sz="1200" b="1" i="0" kern="1200" dirty="0">
                <a:solidFill>
                  <a:schemeClr val="tx1"/>
                </a:solidFill>
                <a:effectLst/>
                <a:latin typeface="+mn-lt"/>
                <a:ea typeface="+mn-ea"/>
                <a:cs typeface="+mn-cs"/>
              </a:rPr>
              <a:t>Анализируют поведение:</a:t>
            </a:r>
            <a:r>
              <a:rPr lang="ru-RU" sz="1200" b="0" i="0" kern="1200" dirty="0">
                <a:solidFill>
                  <a:schemeClr val="tx1"/>
                </a:solidFill>
                <a:effectLst/>
                <a:latin typeface="+mn-lt"/>
                <a:ea typeface="+mn-ea"/>
                <a:cs typeface="+mn-cs"/>
              </a:rPr>
              <a:t> Выявляют аномалии в действиях пользователей, устройств и в сетевом трафике, не полагаясь на известные сигнатуры.</a:t>
            </a:r>
          </a:p>
          <a:p>
            <a:r>
              <a:rPr lang="ru-RU" sz="1200" b="1" i="0" kern="1200" dirty="0">
                <a:solidFill>
                  <a:schemeClr val="tx1"/>
                </a:solidFill>
                <a:effectLst/>
                <a:latin typeface="+mn-lt"/>
                <a:ea typeface="+mn-ea"/>
                <a:cs typeface="+mn-cs"/>
              </a:rPr>
              <a:t>Коррелируют события:</a:t>
            </a:r>
            <a:r>
              <a:rPr lang="ru-RU" sz="1200" b="0" i="0" kern="1200" dirty="0">
                <a:solidFill>
                  <a:schemeClr val="tx1"/>
                </a:solidFill>
                <a:effectLst/>
                <a:latin typeface="+mn-lt"/>
                <a:ea typeface="+mn-ea"/>
                <a:cs typeface="+mn-cs"/>
              </a:rPr>
              <a:t> Связывают разрозненные события из разных источников (сети, хосты, журналы) в единую картину атаки, выявляя ее цепочку.</a:t>
            </a:r>
          </a:p>
          <a:p>
            <a:r>
              <a:rPr lang="ru-RU" sz="1200" b="1" i="0" kern="1200" dirty="0">
                <a:solidFill>
                  <a:schemeClr val="tx1"/>
                </a:solidFill>
                <a:effectLst/>
                <a:latin typeface="+mn-lt"/>
                <a:ea typeface="+mn-ea"/>
                <a:cs typeface="+mn-cs"/>
              </a:rPr>
              <a:t>Обнаруживают низкоскоростные атаки:</a:t>
            </a:r>
            <a:r>
              <a:rPr lang="ru-RU" sz="1200" b="0" i="0" kern="1200" dirty="0">
                <a:solidFill>
                  <a:schemeClr val="tx1"/>
                </a:solidFill>
                <a:effectLst/>
                <a:latin typeface="+mn-lt"/>
                <a:ea typeface="+mn-ea"/>
                <a:cs typeface="+mn-cs"/>
              </a:rPr>
              <a:t> Выявляют медленную </a:t>
            </a:r>
            <a:r>
              <a:rPr lang="ru-RU" sz="1200" b="0" i="0" kern="1200" dirty="0" err="1">
                <a:solidFill>
                  <a:schemeClr val="tx1"/>
                </a:solidFill>
                <a:effectLst/>
                <a:latin typeface="+mn-lt"/>
                <a:ea typeface="+mn-ea"/>
                <a:cs typeface="+mn-cs"/>
              </a:rPr>
              <a:t>экфильтрацию</a:t>
            </a:r>
            <a:r>
              <a:rPr lang="ru-RU" sz="1200" b="0" i="0" kern="1200" dirty="0">
                <a:solidFill>
                  <a:schemeClr val="tx1"/>
                </a:solidFill>
                <a:effectLst/>
                <a:latin typeface="+mn-lt"/>
                <a:ea typeface="+mn-ea"/>
                <a:cs typeface="+mn-cs"/>
              </a:rPr>
              <a:t> данных, которая незаметна для традиционных систем.</a:t>
            </a:r>
          </a:p>
          <a:p>
            <a:r>
              <a:rPr lang="ru-RU" sz="1200" b="1" i="0" kern="1200" dirty="0">
                <a:solidFill>
                  <a:schemeClr val="tx1"/>
                </a:solidFill>
                <a:effectLst/>
                <a:latin typeface="+mn-lt"/>
                <a:ea typeface="+mn-ea"/>
                <a:cs typeface="+mn-cs"/>
              </a:rPr>
              <a:t>Прогнозируют угрозы:</a:t>
            </a:r>
            <a:r>
              <a:rPr lang="ru-RU" sz="1200" b="0" i="0" kern="1200" dirty="0">
                <a:solidFill>
                  <a:schemeClr val="tx1"/>
                </a:solidFill>
                <a:effectLst/>
                <a:latin typeface="+mn-lt"/>
                <a:ea typeface="+mn-ea"/>
                <a:cs typeface="+mn-cs"/>
              </a:rPr>
              <a:t> На основе анализа тактик, техник и процедур (</a:t>
            </a:r>
            <a:r>
              <a:rPr lang="ru-RU" sz="1200" b="0" i="0" kern="1200" dirty="0" err="1">
                <a:solidFill>
                  <a:schemeClr val="tx1"/>
                </a:solidFill>
                <a:effectLst/>
                <a:latin typeface="+mn-lt"/>
                <a:ea typeface="+mn-ea"/>
                <a:cs typeface="+mn-cs"/>
              </a:rPr>
              <a:t>TTPs</a:t>
            </a:r>
            <a:r>
              <a:rPr lang="ru-RU" sz="1200" b="0" i="0" kern="1200" dirty="0">
                <a:solidFill>
                  <a:schemeClr val="tx1"/>
                </a:solidFill>
                <a:effectLst/>
                <a:latin typeface="+mn-lt"/>
                <a:ea typeface="+mn-ea"/>
                <a:cs typeface="+mn-cs"/>
              </a:rPr>
              <a:t>) предсказывают следующие возможные действия злоумышленника в сети.</a:t>
            </a:r>
          </a:p>
          <a:p>
            <a:r>
              <a:rPr lang="ru-RU" sz="1200" b="0" i="0" kern="1200" dirty="0">
                <a:solidFill>
                  <a:schemeClr val="tx1"/>
                </a:solidFill>
                <a:effectLst/>
                <a:latin typeface="+mn-lt"/>
                <a:ea typeface="+mn-ea"/>
                <a:cs typeface="+mn-cs"/>
              </a:rPr>
              <a:t>Таким образом, APT представляют собой наибольшую киберугрозу для крупных организаций, а системы защиты на основе ИИ становятся критическим компонентом для их обнаружения и противодействия.</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4</a:t>
            </a:fld>
            <a:endParaRPr lang="ru-RU"/>
          </a:p>
        </p:txBody>
      </p:sp>
    </p:spTree>
    <p:extLst>
      <p:ext uri="{BB962C8B-B14F-4D97-AF65-F5344CB8AC3E}">
        <p14:creationId xmlns:p14="http://schemas.microsoft.com/office/powerpoint/2010/main" val="10934906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Что такое </a:t>
            </a:r>
            <a:r>
              <a:rPr lang="ru-RU" sz="1200" b="1" kern="1200" dirty="0" err="1">
                <a:solidFill>
                  <a:schemeClr val="tx1"/>
                </a:solidFill>
                <a:effectLst/>
                <a:latin typeface="+mn-lt"/>
                <a:ea typeface="+mn-ea"/>
                <a:cs typeface="+mn-cs"/>
              </a:rPr>
              <a:t>Threat</a:t>
            </a:r>
            <a:r>
              <a:rPr lang="ru-RU" sz="1200" b="1" kern="1200" dirty="0">
                <a:solidFill>
                  <a:schemeClr val="tx1"/>
                </a:solidFill>
                <a:effectLst/>
                <a:latin typeface="+mn-lt"/>
                <a:ea typeface="+mn-ea"/>
                <a:cs typeface="+mn-cs"/>
              </a:rPr>
              <a:t> Intelligence (Разведка угроз)?</a:t>
            </a:r>
          </a:p>
          <a:p>
            <a:r>
              <a:rPr lang="ru-RU" sz="1200" b="1" i="0" kern="1200" dirty="0">
                <a:solidFill>
                  <a:schemeClr val="tx1"/>
                </a:solidFill>
                <a:effectLst/>
                <a:latin typeface="+mn-lt"/>
                <a:ea typeface="+mn-ea"/>
                <a:cs typeface="+mn-cs"/>
              </a:rPr>
              <a:t>Простое определение:</a:t>
            </a:r>
            <a:r>
              <a:rPr lang="ru-RU" sz="1200" b="0" i="0" kern="1200" dirty="0">
                <a:solidFill>
                  <a:schemeClr val="tx1"/>
                </a:solidFill>
                <a:effectLst/>
                <a:latin typeface="+mn-lt"/>
                <a:ea typeface="+mn-ea"/>
                <a:cs typeface="+mn-cs"/>
              </a:rPr>
              <a:t> Это не просто сбор данных об угрозах (например, списков вредоносных IP-адресов), а </a:t>
            </a:r>
            <a:r>
              <a:rPr lang="ru-RU" sz="1200" b="1" i="0" kern="1200" dirty="0">
                <a:solidFill>
                  <a:schemeClr val="tx1"/>
                </a:solidFill>
                <a:effectLst/>
                <a:latin typeface="+mn-lt"/>
                <a:ea typeface="+mn-ea"/>
                <a:cs typeface="+mn-cs"/>
              </a:rPr>
              <a:t>процесс их анализа, обогащения контекстом и превращения в </a:t>
            </a:r>
            <a:r>
              <a:rPr lang="ru-RU" sz="1200" b="1" i="0" kern="1200" dirty="0" err="1">
                <a:solidFill>
                  <a:schemeClr val="tx1"/>
                </a:solidFill>
                <a:effectLst/>
                <a:latin typeface="+mn-lt"/>
                <a:ea typeface="+mn-ea"/>
                <a:cs typeface="+mn-cs"/>
              </a:rPr>
              <a:t>actionable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insights</a:t>
            </a:r>
            <a:r>
              <a:rPr lang="ru-RU" sz="1200" b="0" i="0" kern="1200" dirty="0">
                <a:solidFill>
                  <a:schemeClr val="tx1"/>
                </a:solidFill>
                <a:effectLst/>
                <a:latin typeface="+mn-lt"/>
                <a:ea typeface="+mn-ea"/>
                <a:cs typeface="+mn-cs"/>
              </a:rPr>
              <a:t> — то есть в конкретные рекомендации для принятия решений по безопасности.</a:t>
            </a:r>
          </a:p>
          <a:p>
            <a:r>
              <a:rPr lang="ru-RU" sz="1200" b="1" i="0" kern="1200" dirty="0">
                <a:solidFill>
                  <a:schemeClr val="tx1"/>
                </a:solidFill>
                <a:effectLst/>
                <a:latin typeface="+mn-lt"/>
                <a:ea typeface="+mn-ea"/>
                <a:cs typeface="+mn-cs"/>
              </a:rPr>
              <a:t>Формальное определение (Gartner):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Evidence-based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knowledge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including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context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mechanisms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indicators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implications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actionable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advice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about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existing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emerging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menace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hazard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to</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assets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This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knowledge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can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used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to</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inform</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decisions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regarding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subject’s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response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to</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that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menace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hazard</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Ключевая идея:</a:t>
            </a:r>
            <a:r>
              <a:rPr lang="ru-RU" sz="1200" b="0" i="0" kern="1200" dirty="0">
                <a:solidFill>
                  <a:schemeClr val="tx1"/>
                </a:solidFill>
                <a:effectLst/>
                <a:latin typeface="+mn-lt"/>
                <a:ea typeface="+mn-ea"/>
                <a:cs typeface="+mn-cs"/>
              </a:rPr>
              <a:t> Превратить сырые данные («IP-адрес 123.45.67.89 связан с вредоносной активностью») в полезные знания («Злоумышленник из группировки X использует IP-адрес 123.45.67.89 для атак на финансовый сектор с помощью трояна Y. Он использует технику T1021 из MITRE ATT&amp;CK. Мы относимся к финансовому сектору, поэтому должны заблокировать этот IP на нашем межсетевом экране и проверить логи на предмет признаков техники T1021»).</a:t>
            </a:r>
          </a:p>
          <a:p>
            <a:br>
              <a:rPr lang="ru-RU" dirty="0"/>
            </a:br>
            <a:endParaRPr lang="ru-RU" dirty="0"/>
          </a:p>
          <a:p>
            <a:r>
              <a:rPr lang="ru-RU" sz="1200" b="1" kern="1200" dirty="0">
                <a:solidFill>
                  <a:schemeClr val="tx1"/>
                </a:solidFill>
                <a:effectLst/>
                <a:latin typeface="+mn-lt"/>
                <a:ea typeface="+mn-ea"/>
                <a:cs typeface="+mn-cs"/>
              </a:rPr>
              <a:t>Аспекты использования </a:t>
            </a:r>
            <a:r>
              <a:rPr lang="ru-RU" sz="1200" b="1" kern="1200" dirty="0" err="1">
                <a:solidFill>
                  <a:schemeClr val="tx1"/>
                </a:solidFill>
                <a:effectLst/>
                <a:latin typeface="+mn-lt"/>
                <a:ea typeface="+mn-ea"/>
                <a:cs typeface="+mn-cs"/>
              </a:rPr>
              <a:t>Threat</a:t>
            </a:r>
            <a:r>
              <a:rPr lang="ru-RU" sz="1200" b="1" kern="1200" dirty="0">
                <a:solidFill>
                  <a:schemeClr val="tx1"/>
                </a:solidFill>
                <a:effectLst/>
                <a:latin typeface="+mn-lt"/>
                <a:ea typeface="+mn-ea"/>
                <a:cs typeface="+mn-cs"/>
              </a:rPr>
              <a:t> Intelligence</a:t>
            </a:r>
          </a:p>
          <a:p>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Intelligence — это не единый продукт, а процесс, который пронизывает множество аспектов безопасности организации.</a:t>
            </a:r>
          </a:p>
          <a:p>
            <a:r>
              <a:rPr lang="ru-RU" sz="1200" b="1" i="0" kern="1200" dirty="0">
                <a:solidFill>
                  <a:schemeClr val="tx1"/>
                </a:solidFill>
                <a:effectLst/>
                <a:latin typeface="+mn-lt"/>
                <a:ea typeface="+mn-ea"/>
                <a:cs typeface="+mn-cs"/>
              </a:rPr>
              <a:t>1. Стратегический уровень:</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Для кого:</a:t>
            </a:r>
            <a:r>
              <a:rPr lang="ru-RU" sz="1200" b="0" i="0" kern="1200" dirty="0">
                <a:solidFill>
                  <a:schemeClr val="tx1"/>
                </a:solidFill>
                <a:effectLst/>
                <a:latin typeface="+mn-lt"/>
                <a:ea typeface="+mn-ea"/>
                <a:cs typeface="+mn-cs"/>
              </a:rPr>
              <a:t> Руководство (CISO, директора по рискам).</a:t>
            </a:r>
          </a:p>
          <a:p>
            <a:r>
              <a:rPr lang="ru-RU" sz="1200" b="1" i="0" kern="1200" dirty="0">
                <a:solidFill>
                  <a:schemeClr val="tx1"/>
                </a:solidFill>
                <a:effectLst/>
                <a:latin typeface="+mn-lt"/>
                <a:ea typeface="+mn-ea"/>
                <a:cs typeface="+mn-cs"/>
              </a:rPr>
              <a:t>Цель:</a:t>
            </a:r>
            <a:r>
              <a:rPr lang="ru-RU" sz="1200" b="0" i="0" kern="1200" dirty="0">
                <a:solidFill>
                  <a:schemeClr val="tx1"/>
                </a:solidFill>
                <a:effectLst/>
                <a:latin typeface="+mn-lt"/>
                <a:ea typeface="+mn-ea"/>
                <a:cs typeface="+mn-cs"/>
              </a:rPr>
              <a:t> Понимание общего ландшафта угроз, с которыми сталкивается отрасль или конкретная организация. Помогает принимать решения о распределении бюджета, приоритетах инвестиций в безопасность и оценке рисков.</a:t>
            </a:r>
          </a:p>
          <a:p>
            <a:r>
              <a:rPr lang="ru-RU" sz="1200" b="1" i="0" kern="1200" dirty="0">
                <a:solidFill>
                  <a:schemeClr val="tx1"/>
                </a:solidFill>
                <a:effectLst/>
                <a:latin typeface="+mn-lt"/>
                <a:ea typeface="+mn-ea"/>
                <a:cs typeface="+mn-cs"/>
              </a:rPr>
              <a:t>Пример:</a:t>
            </a:r>
            <a:r>
              <a:rPr lang="ru-RU" sz="1200" b="0" i="0" kern="1200" dirty="0">
                <a:solidFill>
                  <a:schemeClr val="tx1"/>
                </a:solidFill>
                <a:effectLst/>
                <a:latin typeface="+mn-lt"/>
                <a:ea typeface="+mn-ea"/>
                <a:cs typeface="+mn-cs"/>
              </a:rPr>
              <a:t> Отчет о том, что атаки на цепочки поставок стали главной угрозой для технологического сектора. Это побуждает руководство выделить ресурсы на аудит стороннего кода.</a:t>
            </a:r>
          </a:p>
          <a:p>
            <a:r>
              <a:rPr lang="ru-RU" sz="1200" b="1" i="0" kern="1200" dirty="0">
                <a:solidFill>
                  <a:schemeClr val="tx1"/>
                </a:solidFill>
                <a:effectLst/>
                <a:latin typeface="+mn-lt"/>
                <a:ea typeface="+mn-ea"/>
                <a:cs typeface="+mn-cs"/>
              </a:rPr>
              <a:t>2. Тактический уровень:</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Для кого:</a:t>
            </a:r>
            <a:r>
              <a:rPr lang="ru-RU" sz="1200" b="0" i="0" kern="1200" dirty="0">
                <a:solidFill>
                  <a:schemeClr val="tx1"/>
                </a:solidFill>
                <a:effectLst/>
                <a:latin typeface="+mn-lt"/>
                <a:ea typeface="+mn-ea"/>
                <a:cs typeface="+mn-cs"/>
              </a:rPr>
              <a:t> Менеджеры по безопасности, архитекторы.</a:t>
            </a:r>
          </a:p>
          <a:p>
            <a:r>
              <a:rPr lang="ru-RU" sz="1200" b="1" i="0" kern="1200" dirty="0">
                <a:solidFill>
                  <a:schemeClr val="tx1"/>
                </a:solidFill>
                <a:effectLst/>
                <a:latin typeface="+mn-lt"/>
                <a:ea typeface="+mn-ea"/>
                <a:cs typeface="+mn-cs"/>
              </a:rPr>
              <a:t>Цель:</a:t>
            </a:r>
            <a:r>
              <a:rPr lang="ru-RU" sz="1200" b="0" i="0" kern="1200" dirty="0">
                <a:solidFill>
                  <a:schemeClr val="tx1"/>
                </a:solidFill>
                <a:effectLst/>
                <a:latin typeface="+mn-lt"/>
                <a:ea typeface="+mn-ea"/>
                <a:cs typeface="+mn-cs"/>
              </a:rPr>
              <a:t> Понимание тактик, техник и процедур (</a:t>
            </a:r>
            <a:r>
              <a:rPr lang="ru-RU" sz="1200" b="0" i="0" kern="1200" dirty="0" err="1">
                <a:solidFill>
                  <a:schemeClr val="tx1"/>
                </a:solidFill>
                <a:effectLst/>
                <a:latin typeface="+mn-lt"/>
                <a:ea typeface="+mn-ea"/>
                <a:cs typeface="+mn-cs"/>
              </a:rPr>
              <a:t>TTPs</a:t>
            </a:r>
            <a:r>
              <a:rPr lang="ru-RU" sz="1200" b="0" i="0" kern="1200" dirty="0">
                <a:solidFill>
                  <a:schemeClr val="tx1"/>
                </a:solidFill>
                <a:effectLst/>
                <a:latin typeface="+mn-lt"/>
                <a:ea typeface="+mn-ea"/>
                <a:cs typeface="+mn-cs"/>
              </a:rPr>
              <a:t>) противника. Помогает улучшить защитные механизмы и выстроить стратегию обороны.</a:t>
            </a:r>
          </a:p>
          <a:p>
            <a:r>
              <a:rPr lang="ru-RU" sz="1200" b="1" i="0" kern="1200" dirty="0">
                <a:solidFill>
                  <a:schemeClr val="tx1"/>
                </a:solidFill>
                <a:effectLst/>
                <a:latin typeface="+mn-lt"/>
                <a:ea typeface="+mn-ea"/>
                <a:cs typeface="+mn-cs"/>
              </a:rPr>
              <a:t>Пример:</a:t>
            </a:r>
            <a:r>
              <a:rPr lang="ru-RU" sz="1200" b="0" i="0" kern="1200" dirty="0">
                <a:solidFill>
                  <a:schemeClr val="tx1"/>
                </a:solidFill>
                <a:effectLst/>
                <a:latin typeface="+mn-lt"/>
                <a:ea typeface="+mn-ea"/>
                <a:cs typeface="+mn-cs"/>
              </a:rPr>
              <a:t> Получение информации о том, что группа хакеров активно использует фишинг с поддельными окнами входа в корпоративные сервисы. Это приводит к решению усилить тренировки по </a:t>
            </a:r>
            <a:r>
              <a:rPr lang="ru-RU" sz="1200" b="0" i="0" kern="1200" dirty="0" err="1">
                <a:solidFill>
                  <a:schemeClr val="tx1"/>
                </a:solidFill>
                <a:effectLst/>
                <a:latin typeface="+mn-lt"/>
                <a:ea typeface="+mn-ea"/>
                <a:cs typeface="+mn-cs"/>
              </a:rPr>
              <a:t>киберграмотности</a:t>
            </a:r>
            <a:r>
              <a:rPr lang="ru-RU" sz="1200" b="0" i="0" kern="1200" dirty="0">
                <a:solidFill>
                  <a:schemeClr val="tx1"/>
                </a:solidFill>
                <a:effectLst/>
                <a:latin typeface="+mn-lt"/>
                <a:ea typeface="+mn-ea"/>
                <a:cs typeface="+mn-cs"/>
              </a:rPr>
              <a:t> и внедрить многофакторную аутентификацию.</a:t>
            </a:r>
          </a:p>
          <a:p>
            <a:r>
              <a:rPr lang="ru-RU" sz="1200" b="1" i="0" kern="1200" dirty="0">
                <a:solidFill>
                  <a:schemeClr val="tx1"/>
                </a:solidFill>
                <a:effectLst/>
                <a:latin typeface="+mn-lt"/>
                <a:ea typeface="+mn-ea"/>
                <a:cs typeface="+mn-cs"/>
              </a:rPr>
              <a:t>3. Оперативный уровень:</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Для кого:</a:t>
            </a:r>
            <a:r>
              <a:rPr lang="ru-RU" sz="1200" b="0" i="0" kern="1200" dirty="0">
                <a:solidFill>
                  <a:schemeClr val="tx1"/>
                </a:solidFill>
                <a:effectLst/>
                <a:latin typeface="+mn-lt"/>
                <a:ea typeface="+mn-ea"/>
                <a:cs typeface="+mn-cs"/>
              </a:rPr>
              <a:t> Аналитики SOC (Security Operations Center), инженеры по реагированию на инциденты (CSIRT).</a:t>
            </a:r>
          </a:p>
          <a:p>
            <a:r>
              <a:rPr lang="ru-RU" sz="1200" b="1" i="0" kern="1200" dirty="0">
                <a:solidFill>
                  <a:schemeClr val="tx1"/>
                </a:solidFill>
                <a:effectLst/>
                <a:latin typeface="+mn-lt"/>
                <a:ea typeface="+mn-ea"/>
                <a:cs typeface="+mn-cs"/>
              </a:rPr>
              <a:t>Цель:</a:t>
            </a:r>
            <a:r>
              <a:rPr lang="ru-RU" sz="1200" b="0" i="0" kern="1200" dirty="0">
                <a:solidFill>
                  <a:schemeClr val="tx1"/>
                </a:solidFill>
                <a:effectLst/>
                <a:latin typeface="+mn-lt"/>
                <a:ea typeface="+mn-ea"/>
                <a:cs typeface="+mn-cs"/>
              </a:rPr>
              <a:t> Обнаружение и блокировка конкретных атак в реальном времени с помощью индикаторов компрометации (</a:t>
            </a:r>
            <a:r>
              <a:rPr lang="ru-RU" sz="1200" b="0" i="0" kern="1200" dirty="0" err="1">
                <a:solidFill>
                  <a:schemeClr val="tx1"/>
                </a:solidFill>
                <a:effectLst/>
                <a:latin typeface="+mn-lt"/>
                <a:ea typeface="+mn-ea"/>
                <a:cs typeface="+mn-cs"/>
              </a:rPr>
              <a:t>IOCs</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Пример:</a:t>
            </a:r>
            <a:r>
              <a:rPr lang="ru-RU" sz="1200" b="0" i="0" kern="1200" dirty="0">
                <a:solidFill>
                  <a:schemeClr val="tx1"/>
                </a:solidFill>
                <a:effectLst/>
                <a:latin typeface="+mn-lt"/>
                <a:ea typeface="+mn-ea"/>
                <a:cs typeface="+mn-cs"/>
              </a:rPr>
              <a:t> Получение списка хэшей вредоносных файлов, доменов ботнета или подозрительных IP-адресов. Эти </a:t>
            </a:r>
            <a:r>
              <a:rPr lang="ru-RU" sz="1200" b="0" i="0" kern="1200" dirty="0" err="1">
                <a:solidFill>
                  <a:schemeClr val="tx1"/>
                </a:solidFill>
                <a:effectLst/>
                <a:latin typeface="+mn-lt"/>
                <a:ea typeface="+mn-ea"/>
                <a:cs typeface="+mn-cs"/>
              </a:rPr>
              <a:t>IOCs</a:t>
            </a:r>
            <a:r>
              <a:rPr lang="ru-RU" sz="1200" b="0" i="0" kern="1200" dirty="0">
                <a:solidFill>
                  <a:schemeClr val="tx1"/>
                </a:solidFill>
                <a:effectLst/>
                <a:latin typeface="+mn-lt"/>
                <a:ea typeface="+mn-ea"/>
                <a:cs typeface="+mn-cs"/>
              </a:rPr>
              <a:t> автоматически загружаются в SIEM, IDS/IPS или антивирусы для блокировки.</a:t>
            </a:r>
          </a:p>
          <a:p>
            <a:r>
              <a:rPr lang="ru-RU" sz="1200" b="1" i="0" kern="1200" dirty="0">
                <a:solidFill>
                  <a:schemeClr val="tx1"/>
                </a:solidFill>
                <a:effectLst/>
                <a:latin typeface="+mn-lt"/>
                <a:ea typeface="+mn-ea"/>
                <a:cs typeface="+mn-cs"/>
              </a:rPr>
              <a:t>4. Технический уровень:</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Для кого:</a:t>
            </a:r>
            <a:r>
              <a:rPr lang="ru-RU" sz="1200" b="0" i="0" kern="1200" dirty="0">
                <a:solidFill>
                  <a:schemeClr val="tx1"/>
                </a:solidFill>
                <a:effectLst/>
                <a:latin typeface="+mn-lt"/>
                <a:ea typeface="+mn-ea"/>
                <a:cs typeface="+mn-cs"/>
              </a:rPr>
              <a:t> Системы безопасности, средства автоматизации (SOAR).</a:t>
            </a:r>
          </a:p>
          <a:p>
            <a:r>
              <a:rPr lang="ru-RU" sz="1200" b="1" i="0" kern="1200" dirty="0">
                <a:solidFill>
                  <a:schemeClr val="tx1"/>
                </a:solidFill>
                <a:effectLst/>
                <a:latin typeface="+mn-lt"/>
                <a:ea typeface="+mn-ea"/>
                <a:cs typeface="+mn-cs"/>
              </a:rPr>
              <a:t>Цель:</a:t>
            </a:r>
            <a:r>
              <a:rPr lang="ru-RU" sz="1200" b="0" i="0" kern="1200" dirty="0">
                <a:solidFill>
                  <a:schemeClr val="tx1"/>
                </a:solidFill>
                <a:effectLst/>
                <a:latin typeface="+mn-lt"/>
                <a:ea typeface="+mn-ea"/>
                <a:cs typeface="+mn-cs"/>
              </a:rPr>
              <a:t> Автоматизация защиты. Это «топливо» для систем безопасности.</a:t>
            </a:r>
          </a:p>
          <a:p>
            <a:r>
              <a:rPr lang="ru-RU" sz="1200" b="1" i="0" kern="1200" dirty="0">
                <a:solidFill>
                  <a:schemeClr val="tx1"/>
                </a:solidFill>
                <a:effectLst/>
                <a:latin typeface="+mn-lt"/>
                <a:ea typeface="+mn-ea"/>
                <a:cs typeface="+mn-cs"/>
              </a:rPr>
              <a:t>Пример:</a:t>
            </a:r>
            <a:r>
              <a:rPr lang="ru-RU" sz="1200" b="0" i="0" kern="1200" dirty="0">
                <a:solidFill>
                  <a:schemeClr val="tx1"/>
                </a:solidFill>
                <a:effectLst/>
                <a:latin typeface="+mn-lt"/>
                <a:ea typeface="+mn-ea"/>
                <a:cs typeface="+mn-cs"/>
              </a:rPr>
              <a:t> Платформа SOAR получает из внешнего источника данные о новом вредоносном домене и автоматически создает задачу на его блокировку во всех межсетевых экранах.</a:t>
            </a:r>
          </a:p>
          <a:p>
            <a:br>
              <a:rPr lang="ru-RU" dirty="0"/>
            </a:br>
            <a:endParaRPr lang="ru-RU" dirty="0"/>
          </a:p>
          <a:p>
            <a:r>
              <a:rPr lang="ru-RU" sz="1200" b="1" kern="1200" dirty="0">
                <a:solidFill>
                  <a:schemeClr val="tx1"/>
                </a:solidFill>
                <a:effectLst/>
                <a:latin typeface="+mn-lt"/>
                <a:ea typeface="+mn-ea"/>
                <a:cs typeface="+mn-cs"/>
              </a:rPr>
              <a:t>Какие бывают системы и платформы?</a:t>
            </a:r>
          </a:p>
          <a:p>
            <a:r>
              <a:rPr lang="ru-RU" sz="1200" b="1" i="0" kern="1200" dirty="0">
                <a:solidFill>
                  <a:schemeClr val="tx1"/>
                </a:solidFill>
                <a:effectLst/>
                <a:latin typeface="+mn-lt"/>
                <a:ea typeface="+mn-ea"/>
                <a:cs typeface="+mn-cs"/>
              </a:rPr>
              <a:t>1. TIP (</a:t>
            </a:r>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 Intelligence Platform) — Платформы для работы с разведкой угроз:</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Назначение:</a:t>
            </a:r>
            <a:r>
              <a:rPr lang="ru-RU" sz="1200" b="0" i="0" kern="1200" dirty="0">
                <a:solidFill>
                  <a:schemeClr val="tx1"/>
                </a:solidFill>
                <a:effectLst/>
                <a:latin typeface="+mn-lt"/>
                <a:ea typeface="+mn-ea"/>
                <a:cs typeface="+mn-cs"/>
              </a:rPr>
              <a:t> Агрегация, корреляция, обогащение и управление данными об угрозах из множества источников.</a:t>
            </a:r>
          </a:p>
          <a:p>
            <a:r>
              <a:rPr lang="ru-RU" sz="1200" b="1" i="0" kern="1200" dirty="0">
                <a:solidFill>
                  <a:schemeClr val="tx1"/>
                </a:solidFill>
                <a:effectLst/>
                <a:latin typeface="+mn-lt"/>
                <a:ea typeface="+mn-ea"/>
                <a:cs typeface="+mn-cs"/>
              </a:rPr>
              <a:t>Примеры: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Anomali</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ThreatStream</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Recorded</a:t>
            </a:r>
            <a:r>
              <a:rPr lang="ru-RU" sz="1200" b="0" i="0" kern="1200" dirty="0">
                <a:solidFill>
                  <a:schemeClr val="tx1"/>
                </a:solidFill>
                <a:effectLst/>
                <a:latin typeface="+mn-lt"/>
                <a:ea typeface="+mn-ea"/>
                <a:cs typeface="+mn-cs"/>
              </a:rPr>
              <a:t> Future, </a:t>
            </a:r>
            <a:r>
              <a:rPr lang="ru-RU" sz="1200" b="0" i="0" kern="1200" dirty="0" err="1">
                <a:solidFill>
                  <a:schemeClr val="tx1"/>
                </a:solidFill>
                <a:effectLst/>
                <a:latin typeface="+mn-lt"/>
                <a:ea typeface="+mn-ea"/>
                <a:cs typeface="+mn-cs"/>
              </a:rPr>
              <a:t>ThreatConnect</a:t>
            </a:r>
            <a:r>
              <a:rPr lang="ru-RU" sz="1200" b="0" i="0" kern="1200" dirty="0">
                <a:solidFill>
                  <a:schemeClr val="tx1"/>
                </a:solidFill>
                <a:effectLst/>
                <a:latin typeface="+mn-lt"/>
                <a:ea typeface="+mn-ea"/>
                <a:cs typeface="+mn-cs"/>
              </a:rPr>
              <a:t>, MISP (Open Source).</a:t>
            </a:r>
          </a:p>
          <a:p>
            <a:r>
              <a:rPr lang="ru-RU" sz="1200" b="1" i="0" kern="1200" dirty="0">
                <a:solidFill>
                  <a:schemeClr val="tx1"/>
                </a:solidFill>
                <a:effectLst/>
                <a:latin typeface="+mn-lt"/>
                <a:ea typeface="+mn-ea"/>
                <a:cs typeface="+mn-cs"/>
              </a:rPr>
              <a:t>Что делают:</a:t>
            </a:r>
            <a:r>
              <a:rPr lang="ru-RU" sz="1200" b="0" i="0" kern="1200" dirty="0">
                <a:solidFill>
                  <a:schemeClr val="tx1"/>
                </a:solidFill>
                <a:effectLst/>
                <a:latin typeface="+mn-lt"/>
                <a:ea typeface="+mn-ea"/>
                <a:cs typeface="+mn-cs"/>
              </a:rPr>
              <a:t> Собирают </a:t>
            </a:r>
            <a:r>
              <a:rPr lang="ru-RU" sz="1200" b="0" i="0" kern="1200" dirty="0" err="1">
                <a:solidFill>
                  <a:schemeClr val="tx1"/>
                </a:solidFill>
                <a:effectLst/>
                <a:latin typeface="+mn-lt"/>
                <a:ea typeface="+mn-ea"/>
                <a:cs typeface="+mn-cs"/>
              </a:rPr>
              <a:t>IOCs</a:t>
            </a:r>
            <a:r>
              <a:rPr lang="ru-RU" sz="1200" b="0" i="0" kern="1200" dirty="0">
                <a:solidFill>
                  <a:schemeClr val="tx1"/>
                </a:solidFill>
                <a:effectLst/>
                <a:latin typeface="+mn-lt"/>
                <a:ea typeface="+mn-ea"/>
                <a:cs typeface="+mn-cs"/>
              </a:rPr>
              <a:t> из различных каналов, обогащают их контекстом (например, к какой хакерской группе относится, какие </a:t>
            </a:r>
            <a:r>
              <a:rPr lang="ru-RU" sz="1200" b="0" i="0" kern="1200" dirty="0" err="1">
                <a:solidFill>
                  <a:schemeClr val="tx1"/>
                </a:solidFill>
                <a:effectLst/>
                <a:latin typeface="+mn-lt"/>
                <a:ea typeface="+mn-ea"/>
                <a:cs typeface="+mn-cs"/>
              </a:rPr>
              <a:t>TTPs</a:t>
            </a:r>
            <a:r>
              <a:rPr lang="ru-RU" sz="1200" b="0" i="0" kern="1200" dirty="0">
                <a:solidFill>
                  <a:schemeClr val="tx1"/>
                </a:solidFill>
                <a:effectLst/>
                <a:latin typeface="+mn-lt"/>
                <a:ea typeface="+mn-ea"/>
                <a:cs typeface="+mn-cs"/>
              </a:rPr>
              <a:t> использует), позволяют аналитикам работать с данными и автоматически передавать их в другие системы (SIEM, файрволы).</a:t>
            </a:r>
          </a:p>
          <a:p>
            <a:r>
              <a:rPr lang="ru-RU" sz="1200" b="1" i="0" kern="1200" dirty="0">
                <a:solidFill>
                  <a:schemeClr val="tx1"/>
                </a:solidFill>
                <a:effectLst/>
                <a:latin typeface="+mn-lt"/>
                <a:ea typeface="+mn-ea"/>
                <a:cs typeface="+mn-cs"/>
              </a:rPr>
              <a:t>2. Системы для анализа и обогащения данных:</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Назначение:</a:t>
            </a:r>
            <a:r>
              <a:rPr lang="ru-RU" sz="1200" b="0" i="0" kern="1200" dirty="0">
                <a:solidFill>
                  <a:schemeClr val="tx1"/>
                </a:solidFill>
                <a:effectLst/>
                <a:latin typeface="+mn-lt"/>
                <a:ea typeface="+mn-ea"/>
                <a:cs typeface="+mn-cs"/>
              </a:rPr>
              <a:t> Глубокий анализ образцов вредоносного ПО, файлов, URL.</a:t>
            </a:r>
          </a:p>
          <a:p>
            <a:r>
              <a:rPr lang="ru-RU" sz="1200" b="1" i="0" kern="1200" dirty="0">
                <a:solidFill>
                  <a:schemeClr val="tx1"/>
                </a:solidFill>
                <a:effectLst/>
                <a:latin typeface="+mn-lt"/>
                <a:ea typeface="+mn-ea"/>
                <a:cs typeface="+mn-cs"/>
              </a:rPr>
              <a:t>Примеры: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VirusTotal</a:t>
            </a:r>
            <a:r>
              <a:rPr lang="ru-RU" sz="1200" b="0" i="0" kern="1200" dirty="0">
                <a:solidFill>
                  <a:schemeClr val="tx1"/>
                </a:solidFill>
                <a:effectLst/>
                <a:latin typeface="+mn-lt"/>
                <a:ea typeface="+mn-ea"/>
                <a:cs typeface="+mn-cs"/>
              </a:rPr>
              <a:t>, ANY.RUN, Hybrid Analysis, </a:t>
            </a:r>
            <a:r>
              <a:rPr lang="ru-RU" sz="1200" b="0" i="0" kern="1200" dirty="0" err="1">
                <a:solidFill>
                  <a:schemeClr val="tx1"/>
                </a:solidFill>
                <a:effectLst/>
                <a:latin typeface="+mn-lt"/>
                <a:ea typeface="+mn-ea"/>
                <a:cs typeface="+mn-cs"/>
              </a:rPr>
              <a:t>Joe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Sandbox</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Что делают:</a:t>
            </a:r>
            <a:r>
              <a:rPr lang="ru-RU" sz="1200" b="0" i="0" kern="1200" dirty="0">
                <a:solidFill>
                  <a:schemeClr val="tx1"/>
                </a:solidFill>
                <a:effectLst/>
                <a:latin typeface="+mn-lt"/>
                <a:ea typeface="+mn-ea"/>
                <a:cs typeface="+mn-cs"/>
              </a:rPr>
              <a:t> Позволяют загрузить подозрительный файл и получить детальный отчет о его поведении: что он делает в системе, с какими серверами связывается, какие файлы изменяет.</a:t>
            </a:r>
          </a:p>
          <a:p>
            <a:r>
              <a:rPr lang="ru-RU" sz="1200" b="1" i="0" kern="1200" dirty="0">
                <a:solidFill>
                  <a:schemeClr val="tx1"/>
                </a:solidFill>
                <a:effectLst/>
                <a:latin typeface="+mn-lt"/>
                <a:ea typeface="+mn-ea"/>
                <a:cs typeface="+mn-cs"/>
              </a:rPr>
              <a:t>3. Источники данных (также могут быть платформами):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Коммерческие:</a:t>
            </a:r>
            <a:r>
              <a:rPr lang="ru-RU" sz="1200" b="0" i="0" kern="1200" dirty="0">
                <a:solidFill>
                  <a:schemeClr val="tx1"/>
                </a:solidFill>
                <a:effectLst/>
                <a:latin typeface="+mn-lt"/>
                <a:ea typeface="+mn-ea"/>
                <a:cs typeface="+mn-cs"/>
              </a:rPr>
              <a:t> Поставщики платной разведки (</a:t>
            </a:r>
            <a:r>
              <a:rPr lang="ru-RU" sz="1200" b="0" i="0" kern="1200" dirty="0" err="1">
                <a:solidFill>
                  <a:schemeClr val="tx1"/>
                </a:solidFill>
                <a:effectLst/>
                <a:latin typeface="+mn-lt"/>
                <a:ea typeface="+mn-ea"/>
                <a:cs typeface="+mn-cs"/>
              </a:rPr>
              <a:t>CrowdStrike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FireEye</a:t>
            </a:r>
            <a:r>
              <a:rPr lang="ru-RU" sz="1200" b="0" i="0" kern="1200" dirty="0">
                <a:solidFill>
                  <a:schemeClr val="tx1"/>
                </a:solidFill>
                <a:effectLst/>
                <a:latin typeface="+mn-lt"/>
                <a:ea typeface="+mn-ea"/>
                <a:cs typeface="+mn-cs"/>
              </a:rPr>
              <a:t>, Kaspersky), которые предоставляют доступ к своим базам данных и отчетам через порталы или API.</a:t>
            </a:r>
          </a:p>
          <a:p>
            <a:r>
              <a:rPr lang="ru-RU" sz="1200" b="1" i="0" kern="1200" dirty="0">
                <a:solidFill>
                  <a:schemeClr val="tx1"/>
                </a:solidFill>
                <a:effectLst/>
                <a:latin typeface="+mn-lt"/>
                <a:ea typeface="+mn-ea"/>
                <a:cs typeface="+mn-cs"/>
              </a:rPr>
              <a:t>Правительственные и отраслевые:</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CERTs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ISACs</a:t>
            </a:r>
            <a:r>
              <a:rPr lang="ru-RU" sz="1200" b="0" i="0" kern="1200" dirty="0">
                <a:solidFill>
                  <a:schemeClr val="tx1"/>
                </a:solidFill>
                <a:effectLst/>
                <a:latin typeface="+mn-lt"/>
                <a:ea typeface="+mn-ea"/>
                <a:cs typeface="+mn-cs"/>
              </a:rPr>
              <a:t> (Information </a:t>
            </a:r>
            <a:r>
              <a:rPr lang="ru-RU" sz="1200" b="0" i="0" kern="1200" dirty="0" err="1">
                <a:solidFill>
                  <a:schemeClr val="tx1"/>
                </a:solidFill>
                <a:effectLst/>
                <a:latin typeface="+mn-lt"/>
                <a:ea typeface="+mn-ea"/>
                <a:cs typeface="+mn-cs"/>
              </a:rPr>
              <a:t>Sharing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and</a:t>
            </a:r>
            <a:r>
              <a:rPr lang="ru-RU" sz="1200" b="0" i="0" kern="1200" dirty="0">
                <a:solidFill>
                  <a:schemeClr val="tx1"/>
                </a:solidFill>
                <a:effectLst/>
                <a:latin typeface="+mn-lt"/>
                <a:ea typeface="+mn-ea"/>
                <a:cs typeface="+mn-cs"/>
              </a:rPr>
              <a:t> Analysis Center — центры обмена информацией внутри отраслей, например, FS-ISAC для финансового сектора).</a:t>
            </a:r>
          </a:p>
          <a:p>
            <a:r>
              <a:rPr lang="ru-RU" sz="1200" b="1" i="0" kern="1200" dirty="0">
                <a:solidFill>
                  <a:schemeClr val="tx1"/>
                </a:solidFill>
                <a:effectLst/>
                <a:latin typeface="+mn-lt"/>
                <a:ea typeface="+mn-ea"/>
                <a:cs typeface="+mn-cs"/>
              </a:rPr>
              <a:t>Открытые (Open Source):</a:t>
            </a:r>
            <a:r>
              <a:rPr lang="ru-RU" sz="1200" b="0" i="0" kern="1200" dirty="0">
                <a:solidFill>
                  <a:schemeClr val="tx1"/>
                </a:solidFill>
                <a:effectLst/>
                <a:latin typeface="+mn-lt"/>
                <a:ea typeface="+mn-ea"/>
                <a:cs typeface="+mn-cs"/>
              </a:rPr>
              <a:t> Блоги по безопасности, </a:t>
            </a:r>
            <a:r>
              <a:rPr lang="ru-RU" sz="1200" b="0" i="0" kern="1200" dirty="0" err="1">
                <a:solidFill>
                  <a:schemeClr val="tx1"/>
                </a:solidFill>
                <a:effectLst/>
                <a:latin typeface="+mn-lt"/>
                <a:ea typeface="+mn-ea"/>
                <a:cs typeface="+mn-cs"/>
              </a:rPr>
              <a:t>GitHub</a:t>
            </a:r>
            <a:r>
              <a:rPr lang="ru-RU" sz="1200" b="0" i="0" kern="1200" dirty="0">
                <a:solidFill>
                  <a:schemeClr val="tx1"/>
                </a:solidFill>
                <a:effectLst/>
                <a:latin typeface="+mn-lt"/>
                <a:ea typeface="+mn-ea"/>
                <a:cs typeface="+mn-cs"/>
              </a:rPr>
              <a:t>, Twitter исследователей, открытые базы данных (CVE, MITRE ATT&amp;CK).</a:t>
            </a:r>
          </a:p>
          <a:p>
            <a:br>
              <a:rPr lang="ru-RU" dirty="0"/>
            </a:br>
            <a:endParaRPr lang="ru-RU" dirty="0"/>
          </a:p>
          <a:p>
            <a:r>
              <a:rPr lang="ru-RU" sz="1200" b="1" kern="1200" dirty="0">
                <a:solidFill>
                  <a:schemeClr val="tx1"/>
                </a:solidFill>
                <a:effectLst/>
                <a:latin typeface="+mn-lt"/>
                <a:ea typeface="+mn-ea"/>
                <a:cs typeface="+mn-cs"/>
              </a:rPr>
              <a:t>Применение Искусственного Интеллекта (ИИ) в </a:t>
            </a:r>
            <a:r>
              <a:rPr lang="ru-RU" sz="1200" b="1" kern="1200" dirty="0" err="1">
                <a:solidFill>
                  <a:schemeClr val="tx1"/>
                </a:solidFill>
                <a:effectLst/>
                <a:latin typeface="+mn-lt"/>
                <a:ea typeface="+mn-ea"/>
                <a:cs typeface="+mn-cs"/>
              </a:rPr>
              <a:t>Threat</a:t>
            </a:r>
            <a:r>
              <a:rPr lang="ru-RU" sz="1200" b="1" kern="1200" dirty="0">
                <a:solidFill>
                  <a:schemeClr val="tx1"/>
                </a:solidFill>
                <a:effectLst/>
                <a:latin typeface="+mn-lt"/>
                <a:ea typeface="+mn-ea"/>
                <a:cs typeface="+mn-cs"/>
              </a:rPr>
              <a:t> Intelligence</a:t>
            </a:r>
          </a:p>
          <a:p>
            <a:r>
              <a:rPr lang="ru-RU" sz="1200" b="0" i="0" kern="1200" dirty="0">
                <a:solidFill>
                  <a:schemeClr val="tx1"/>
                </a:solidFill>
                <a:effectLst/>
                <a:latin typeface="+mn-lt"/>
                <a:ea typeface="+mn-ea"/>
                <a:cs typeface="+mn-cs"/>
              </a:rPr>
              <a:t>ИИ, и в частности Машинное обучение (ML) и Обработка естественного языка (NLP), революционизируют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Intelligence, решая ключевую проблему — </a:t>
            </a:r>
            <a:r>
              <a:rPr lang="ru-RU" sz="1200" b="1" i="0" kern="1200" dirty="0">
                <a:solidFill>
                  <a:schemeClr val="tx1"/>
                </a:solidFill>
                <a:effectLst/>
                <a:latin typeface="+mn-lt"/>
                <a:ea typeface="+mn-ea"/>
                <a:cs typeface="+mn-cs"/>
              </a:rPr>
              <a:t>информационную перегрузку</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1. Автоматическое извлечение </a:t>
            </a:r>
            <a:r>
              <a:rPr lang="ru-RU" sz="1200" b="1" i="0" kern="1200" dirty="0" err="1">
                <a:solidFill>
                  <a:schemeClr val="tx1"/>
                </a:solidFill>
                <a:effectLst/>
                <a:latin typeface="+mn-lt"/>
                <a:ea typeface="+mn-ea"/>
                <a:cs typeface="+mn-cs"/>
              </a:rPr>
              <a:t>IOCs</a:t>
            </a:r>
            <a:r>
              <a:rPr lang="ru-RU" sz="1200" b="1" i="0" kern="1200" dirty="0">
                <a:solidFill>
                  <a:schemeClr val="tx1"/>
                </a:solidFill>
                <a:effectLst/>
                <a:latin typeface="+mn-lt"/>
                <a:ea typeface="+mn-ea"/>
                <a:cs typeface="+mn-cs"/>
              </a:rPr>
              <a:t> и </a:t>
            </a:r>
            <a:r>
              <a:rPr lang="ru-RU" sz="1200" b="1" i="0" kern="1200" dirty="0" err="1">
                <a:solidFill>
                  <a:schemeClr val="tx1"/>
                </a:solidFill>
                <a:effectLst/>
                <a:latin typeface="+mn-lt"/>
                <a:ea typeface="+mn-ea"/>
                <a:cs typeface="+mn-cs"/>
              </a:rPr>
              <a:t>TTPs</a:t>
            </a:r>
            <a:r>
              <a:rPr lang="ru-RU" sz="1200" b="1" i="0" kern="1200" dirty="0">
                <a:solidFill>
                  <a:schemeClr val="tx1"/>
                </a:solidFill>
                <a:effectLst/>
                <a:latin typeface="+mn-lt"/>
                <a:ea typeface="+mn-ea"/>
                <a:cs typeface="+mn-cs"/>
              </a:rPr>
              <a:t> из неструктурированных данных (NLP):</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Проблема:</a:t>
            </a:r>
            <a:r>
              <a:rPr lang="ru-RU" sz="1200" b="0" i="0" kern="1200" dirty="0">
                <a:solidFill>
                  <a:schemeClr val="tx1"/>
                </a:solidFill>
                <a:effectLst/>
                <a:latin typeface="+mn-lt"/>
                <a:ea typeface="+mn-ea"/>
                <a:cs typeface="+mn-cs"/>
              </a:rPr>
              <a:t> 80% разведданных содержатся в текстовых отчетах, блогах, твитах на естественном языке. Человеку потребовались бы часы, чтобы их проанализировать.</a:t>
            </a:r>
          </a:p>
          <a:p>
            <a:r>
              <a:rPr lang="ru-RU" sz="1200" b="1" i="0" kern="1200" dirty="0">
                <a:solidFill>
                  <a:schemeClr val="tx1"/>
                </a:solidFill>
                <a:effectLst/>
                <a:latin typeface="+mn-lt"/>
                <a:ea typeface="+mn-ea"/>
                <a:cs typeface="+mn-cs"/>
              </a:rPr>
              <a:t>Решение ИИ:</a:t>
            </a:r>
            <a:r>
              <a:rPr lang="ru-RU" sz="1200" b="0" i="0" kern="1200" dirty="0">
                <a:solidFill>
                  <a:schemeClr val="tx1"/>
                </a:solidFill>
                <a:effectLst/>
                <a:latin typeface="+mn-lt"/>
                <a:ea typeface="+mn-ea"/>
                <a:cs typeface="+mn-cs"/>
              </a:rPr>
              <a:t> Модели NLP (как </a:t>
            </a:r>
            <a:r>
              <a:rPr lang="ru-RU" sz="1200" b="0" i="0" kern="1200" dirty="0" err="1">
                <a:solidFill>
                  <a:schemeClr val="tx1"/>
                </a:solidFill>
                <a:effectLst/>
                <a:latin typeface="+mn-lt"/>
                <a:ea typeface="+mn-ea"/>
                <a:cs typeface="+mn-cs"/>
              </a:rPr>
              <a:t>SecRoBERTa</a:t>
            </a:r>
            <a:r>
              <a:rPr lang="ru-RU" sz="1200" b="0" i="0" kern="1200" dirty="0">
                <a:solidFill>
                  <a:schemeClr val="tx1"/>
                </a:solidFill>
                <a:effectLst/>
                <a:latin typeface="+mn-lt"/>
                <a:ea typeface="+mn-ea"/>
                <a:cs typeface="+mn-cs"/>
              </a:rPr>
              <a:t> из разобранной статьи) автоматически «читают» тексты и извлекают из них структурированные данные:</a:t>
            </a:r>
          </a:p>
          <a:p>
            <a:pPr lvl="1"/>
            <a:r>
              <a:rPr lang="ru-RU" sz="1200" b="1" i="0" kern="1200" dirty="0">
                <a:solidFill>
                  <a:schemeClr val="tx1"/>
                </a:solidFill>
                <a:effectLst/>
                <a:latin typeface="+mn-lt"/>
                <a:ea typeface="+mn-ea"/>
                <a:cs typeface="+mn-cs"/>
              </a:rPr>
              <a:t>Извлечение сущностей (NER):</a:t>
            </a:r>
            <a:r>
              <a:rPr lang="ru-RU" sz="1200" b="0" i="0" kern="1200" dirty="0">
                <a:solidFill>
                  <a:schemeClr val="tx1"/>
                </a:solidFill>
                <a:effectLst/>
                <a:latin typeface="+mn-lt"/>
                <a:ea typeface="+mn-ea"/>
                <a:cs typeface="+mn-cs"/>
              </a:rPr>
              <a:t> Находит в тексте IP-адреса, домены, хэши, названия вредоносных программ.</a:t>
            </a:r>
          </a:p>
          <a:p>
            <a:pPr lvl="1"/>
            <a:r>
              <a:rPr lang="ru-RU" sz="1200" b="1" i="0" kern="1200" dirty="0">
                <a:solidFill>
                  <a:schemeClr val="tx1"/>
                </a:solidFill>
                <a:effectLst/>
                <a:latin typeface="+mn-lt"/>
                <a:ea typeface="+mn-ea"/>
                <a:cs typeface="+mn-cs"/>
              </a:rPr>
              <a:t>Классификация и связывание:</a:t>
            </a:r>
            <a:r>
              <a:rPr lang="ru-RU" sz="1200" b="0" i="0" kern="1200" dirty="0">
                <a:solidFill>
                  <a:schemeClr val="tx1"/>
                </a:solidFill>
                <a:effectLst/>
                <a:latin typeface="+mn-lt"/>
                <a:ea typeface="+mn-ea"/>
                <a:cs typeface="+mn-cs"/>
              </a:rPr>
              <a:t> Определяет, к какой тактике MITRE ATT&amp;CK относится описанная атака, связывает IOC с конкретной хакерской группировкой (APT).</a:t>
            </a:r>
          </a:p>
          <a:p>
            <a:r>
              <a:rPr lang="ru-RU" sz="1200" b="1" i="0" kern="1200" dirty="0">
                <a:solidFill>
                  <a:schemeClr val="tx1"/>
                </a:solidFill>
                <a:effectLst/>
                <a:latin typeface="+mn-lt"/>
                <a:ea typeface="+mn-ea"/>
                <a:cs typeface="+mn-cs"/>
              </a:rPr>
              <a:t>2. Кластеризация и таксономия угроз:</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Проблема:</a:t>
            </a:r>
            <a:r>
              <a:rPr lang="ru-RU" sz="1200" b="0" i="0" kern="1200" dirty="0">
                <a:solidFill>
                  <a:schemeClr val="tx1"/>
                </a:solidFill>
                <a:effectLst/>
                <a:latin typeface="+mn-lt"/>
                <a:ea typeface="+mn-ea"/>
                <a:cs typeface="+mn-cs"/>
              </a:rPr>
              <a:t> Ежедневно появляются тысячи новых образцов вредоносного ПО. Вручную их группировать невозможно.</a:t>
            </a:r>
          </a:p>
          <a:p>
            <a:r>
              <a:rPr lang="ru-RU" sz="1200" b="1" i="0" kern="1200" dirty="0">
                <a:solidFill>
                  <a:schemeClr val="tx1"/>
                </a:solidFill>
                <a:effectLst/>
                <a:latin typeface="+mn-lt"/>
                <a:ea typeface="+mn-ea"/>
                <a:cs typeface="+mn-cs"/>
              </a:rPr>
              <a:t>Решение ИИ:</a:t>
            </a:r>
            <a:r>
              <a:rPr lang="ru-RU" sz="1200" b="0" i="0" kern="1200" dirty="0">
                <a:solidFill>
                  <a:schemeClr val="tx1"/>
                </a:solidFill>
                <a:effectLst/>
                <a:latin typeface="+mn-lt"/>
                <a:ea typeface="+mn-ea"/>
                <a:cs typeface="+mn-cs"/>
              </a:rPr>
              <a:t> Алгоритмы машинного обучения (например, кластеризация) анализируют поведение вредоносных программ (по данным из песочниц) и автоматически объединяют их в семейства. Это помогает увидеть кампанию, а не разрозненные атаки.</a:t>
            </a:r>
          </a:p>
          <a:p>
            <a:r>
              <a:rPr lang="ru-RU" sz="1200" b="1" i="0" kern="1200" dirty="0">
                <a:solidFill>
                  <a:schemeClr val="tx1"/>
                </a:solidFill>
                <a:effectLst/>
                <a:latin typeface="+mn-lt"/>
                <a:ea typeface="+mn-ea"/>
                <a:cs typeface="+mn-cs"/>
              </a:rPr>
              <a:t>3. Прогнозирование и проактивная защита:</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Проблема:</a:t>
            </a:r>
            <a:r>
              <a:rPr lang="ru-RU" sz="1200" b="0" i="0" kern="1200" dirty="0">
                <a:solidFill>
                  <a:schemeClr val="tx1"/>
                </a:solidFill>
                <a:effectLst/>
                <a:latin typeface="+mn-lt"/>
                <a:ea typeface="+mn-ea"/>
                <a:cs typeface="+mn-cs"/>
              </a:rPr>
              <a:t> Как предугадать, кто и как будет атаковать?</a:t>
            </a:r>
          </a:p>
          <a:p>
            <a:r>
              <a:rPr lang="ru-RU" sz="1200" b="1" i="0" kern="1200" dirty="0">
                <a:solidFill>
                  <a:schemeClr val="tx1"/>
                </a:solidFill>
                <a:effectLst/>
                <a:latin typeface="+mn-lt"/>
                <a:ea typeface="+mn-ea"/>
                <a:cs typeface="+mn-cs"/>
              </a:rPr>
              <a:t>Решение ИИ:</a:t>
            </a:r>
            <a:r>
              <a:rPr lang="ru-RU" sz="1200" b="0" i="0" kern="1200" dirty="0">
                <a:solidFill>
                  <a:schemeClr val="tx1"/>
                </a:solidFill>
                <a:effectLst/>
                <a:latin typeface="+mn-lt"/>
                <a:ea typeface="+mn-ea"/>
                <a:cs typeface="+mn-cs"/>
              </a:rPr>
              <a:t> Анализируя исторические данные о атаках, модели ML могут:</a:t>
            </a:r>
          </a:p>
          <a:p>
            <a:pPr lvl="1"/>
            <a:r>
              <a:rPr lang="ru-RU" sz="1200" b="1" i="0" kern="1200" dirty="0">
                <a:solidFill>
                  <a:schemeClr val="tx1"/>
                </a:solidFill>
                <a:effectLst/>
                <a:latin typeface="+mn-lt"/>
                <a:ea typeface="+mn-ea"/>
                <a:cs typeface="+mn-cs"/>
              </a:rPr>
              <a:t>Предсказывать целевые отрасли:</a:t>
            </a:r>
            <a:r>
              <a:rPr lang="ru-RU" sz="1200" b="0" i="0" kern="1200" dirty="0">
                <a:solidFill>
                  <a:schemeClr val="tx1"/>
                </a:solidFill>
                <a:effectLst/>
                <a:latin typeface="+mn-lt"/>
                <a:ea typeface="+mn-ea"/>
                <a:cs typeface="+mn-cs"/>
              </a:rPr>
              <a:t> Какая индустрия будет следующей целью для определенной APT-группы.</a:t>
            </a:r>
          </a:p>
          <a:p>
            <a:pPr lvl="1"/>
            <a:r>
              <a:rPr lang="ru-RU" sz="1200" b="1" i="0" kern="1200" dirty="0">
                <a:solidFill>
                  <a:schemeClr val="tx1"/>
                </a:solidFill>
                <a:effectLst/>
                <a:latin typeface="+mn-lt"/>
                <a:ea typeface="+mn-ea"/>
                <a:cs typeface="+mn-cs"/>
              </a:rPr>
              <a:t>Прогнозировать эволюцию </a:t>
            </a:r>
            <a:r>
              <a:rPr lang="ru-RU" sz="1200" b="1" i="0" kern="1200" dirty="0" err="1">
                <a:solidFill>
                  <a:schemeClr val="tx1"/>
                </a:solidFill>
                <a:effectLst/>
                <a:latin typeface="+mn-lt"/>
                <a:ea typeface="+mn-ea"/>
                <a:cs typeface="+mn-cs"/>
              </a:rPr>
              <a:t>TTPs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Как могут измениться методы атакующего в ответ на новые средства защиты.</a:t>
            </a:r>
          </a:p>
          <a:p>
            <a:r>
              <a:rPr lang="ru-RU" sz="1200" b="1" i="0" kern="1200" dirty="0">
                <a:solidFill>
                  <a:schemeClr val="tx1"/>
                </a:solidFill>
                <a:effectLst/>
                <a:latin typeface="+mn-lt"/>
                <a:ea typeface="+mn-ea"/>
                <a:cs typeface="+mn-cs"/>
              </a:rPr>
              <a:t>4. Обнаружение аномалий и неизвестных угроз:</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Проблема:</a:t>
            </a:r>
            <a:r>
              <a:rPr lang="ru-RU" sz="1200" b="0" i="0" kern="1200" dirty="0">
                <a:solidFill>
                  <a:schemeClr val="tx1"/>
                </a:solidFill>
                <a:effectLst/>
                <a:latin typeface="+mn-lt"/>
                <a:ea typeface="+mn-ea"/>
                <a:cs typeface="+mn-cs"/>
              </a:rPr>
              <a:t> Сигнатурные методы не </a:t>
            </a:r>
            <a:r>
              <a:rPr lang="ru-RU" sz="1200" b="0" i="0" kern="1200" dirty="0" err="1">
                <a:solidFill>
                  <a:schemeClr val="tx1"/>
                </a:solidFill>
                <a:effectLst/>
                <a:latin typeface="+mn-lt"/>
                <a:ea typeface="+mn-ea"/>
                <a:cs typeface="+mn-cs"/>
              </a:rPr>
              <a:t>detect-ят</a:t>
            </a:r>
            <a:r>
              <a:rPr lang="ru-RU" sz="1200" b="0" i="0" kern="1200" dirty="0">
                <a:solidFill>
                  <a:schemeClr val="tx1"/>
                </a:solidFill>
                <a:effectLst/>
                <a:latin typeface="+mn-lt"/>
                <a:ea typeface="+mn-ea"/>
                <a:cs typeface="+mn-cs"/>
              </a:rPr>
              <a:t> неизвестные (</a:t>
            </a:r>
            <a:r>
              <a:rPr lang="ru-RU" sz="1200" b="0" i="0" kern="1200" dirty="0" err="1">
                <a:solidFill>
                  <a:schemeClr val="tx1"/>
                </a:solidFill>
                <a:effectLst/>
                <a:latin typeface="+mn-lt"/>
                <a:ea typeface="+mn-ea"/>
                <a:cs typeface="+mn-cs"/>
              </a:rPr>
              <a:t>zero-day</a:t>
            </a:r>
            <a:r>
              <a:rPr lang="ru-RU" sz="1200" b="0" i="0" kern="1200" dirty="0">
                <a:solidFill>
                  <a:schemeClr val="tx1"/>
                </a:solidFill>
                <a:effectLst/>
                <a:latin typeface="+mn-lt"/>
                <a:ea typeface="+mn-ea"/>
                <a:cs typeface="+mn-cs"/>
              </a:rPr>
              <a:t>) угрозы.</a:t>
            </a:r>
          </a:p>
          <a:p>
            <a:r>
              <a:rPr lang="ru-RU" sz="1200" b="1" i="0" kern="1200" dirty="0">
                <a:solidFill>
                  <a:schemeClr val="tx1"/>
                </a:solidFill>
                <a:effectLst/>
                <a:latin typeface="+mn-lt"/>
                <a:ea typeface="+mn-ea"/>
                <a:cs typeface="+mn-cs"/>
              </a:rPr>
              <a:t>Решение ИИ:</a:t>
            </a:r>
            <a:r>
              <a:rPr lang="ru-RU" sz="1200" b="0" i="0" kern="1200" dirty="0">
                <a:solidFill>
                  <a:schemeClr val="tx1"/>
                </a:solidFill>
                <a:effectLst/>
                <a:latin typeface="+mn-lt"/>
                <a:ea typeface="+mn-ea"/>
                <a:cs typeface="+mn-cs"/>
              </a:rPr>
              <a:t> Модели машинного обучения, обученные на нормальном поведении сети (трафик, активность пользователей), могут обнаруживать малейшие отклонения, которые могут указывать на сложную, целенаправленную атаку.</a:t>
            </a:r>
          </a:p>
          <a:p>
            <a:r>
              <a:rPr lang="ru-RU" sz="1200" b="1" i="0" kern="1200" dirty="0">
                <a:solidFill>
                  <a:schemeClr val="tx1"/>
                </a:solidFill>
                <a:effectLst/>
                <a:latin typeface="+mn-lt"/>
                <a:ea typeface="+mn-ea"/>
                <a:cs typeface="+mn-cs"/>
              </a:rPr>
              <a:t>5. Автоматизация реагирования (ИИ + SOAR):</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Проблема:</a:t>
            </a:r>
            <a:r>
              <a:rPr lang="ru-RU" sz="1200" b="0" i="0" kern="1200" dirty="0">
                <a:solidFill>
                  <a:schemeClr val="tx1"/>
                </a:solidFill>
                <a:effectLst/>
                <a:latin typeface="+mn-lt"/>
                <a:ea typeface="+mn-ea"/>
                <a:cs typeface="+mn-cs"/>
              </a:rPr>
              <a:t> Скорость атак превышает человеческие возможности по реагированию.</a:t>
            </a:r>
          </a:p>
          <a:p>
            <a:r>
              <a:rPr lang="ru-RU" sz="1200" b="1" i="0" kern="1200" dirty="0">
                <a:solidFill>
                  <a:schemeClr val="tx1"/>
                </a:solidFill>
                <a:effectLst/>
                <a:latin typeface="+mn-lt"/>
                <a:ea typeface="+mn-ea"/>
                <a:cs typeface="+mn-cs"/>
              </a:rPr>
              <a:t>Решение ИИ:</a:t>
            </a:r>
            <a:r>
              <a:rPr lang="ru-RU" sz="1200" b="0" i="0" kern="1200" dirty="0">
                <a:solidFill>
                  <a:schemeClr val="tx1"/>
                </a:solidFill>
                <a:effectLst/>
                <a:latin typeface="+mn-lt"/>
                <a:ea typeface="+mn-ea"/>
                <a:cs typeface="+mn-cs"/>
              </a:rPr>
              <a:t> ИИ оценивает уровень риска инцидента, автоматически определяет наиболее вероятный сценарий атаки (на основе </a:t>
            </a:r>
            <a:r>
              <a:rPr lang="ru-RU" sz="1200" b="0" i="0" kern="1200" dirty="0" err="1">
                <a:solidFill>
                  <a:schemeClr val="tx1"/>
                </a:solidFill>
                <a:effectLst/>
                <a:latin typeface="+mn-lt"/>
                <a:ea typeface="+mn-ea"/>
                <a:cs typeface="+mn-cs"/>
              </a:rPr>
              <a:t>TTPs</a:t>
            </a:r>
            <a:r>
              <a:rPr lang="ru-RU" sz="1200" b="0" i="0" kern="1200" dirty="0">
                <a:solidFill>
                  <a:schemeClr val="tx1"/>
                </a:solidFill>
                <a:effectLst/>
                <a:latin typeface="+mn-lt"/>
                <a:ea typeface="+mn-ea"/>
                <a:cs typeface="+mn-cs"/>
              </a:rPr>
              <a:t>) и предлагает или даже самостоятельно запускает сценарии реагирования в SOAR-платформе (например, изоляция зараженного хоста, блокировка вредоносного IP).</a:t>
            </a:r>
          </a:p>
          <a:p>
            <a:r>
              <a:rPr lang="ru-RU" sz="1200" b="1" kern="1200" dirty="0">
                <a:solidFill>
                  <a:schemeClr val="tx1"/>
                </a:solidFill>
                <a:effectLst/>
                <a:latin typeface="+mn-lt"/>
                <a:ea typeface="+mn-ea"/>
                <a:cs typeface="+mn-cs"/>
              </a:rPr>
              <a:t>Итог</a:t>
            </a:r>
          </a:p>
          <a:p>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 Intelligence</a:t>
            </a:r>
            <a:r>
              <a:rPr lang="ru-RU" sz="1200" b="0" i="0" kern="1200" dirty="0">
                <a:solidFill>
                  <a:schemeClr val="tx1"/>
                </a:solidFill>
                <a:effectLst/>
                <a:latin typeface="+mn-lt"/>
                <a:ea typeface="+mn-ea"/>
                <a:cs typeface="+mn-cs"/>
              </a:rPr>
              <a:t> — это критически важная дисциплина, которая превращает данные в знания, а знания — в действия. Современные системы эволюционируют от простых «списков для блокировки» к сложным когнитивным платформам, где </a:t>
            </a:r>
            <a:r>
              <a:rPr lang="ru-RU" sz="1200" b="1" i="0" kern="1200" dirty="0">
                <a:solidFill>
                  <a:schemeClr val="tx1"/>
                </a:solidFill>
                <a:effectLst/>
                <a:latin typeface="+mn-lt"/>
                <a:ea typeface="+mn-ea"/>
                <a:cs typeface="+mn-cs"/>
              </a:rPr>
              <a:t>искусственный интеллект выступает в роли силы-умножителя для аналитиков</a:t>
            </a:r>
            <a:r>
              <a:rPr lang="ru-RU" sz="1200" b="0" i="0" kern="1200" dirty="0">
                <a:solidFill>
                  <a:schemeClr val="tx1"/>
                </a:solidFill>
                <a:effectLst/>
                <a:latin typeface="+mn-lt"/>
                <a:ea typeface="+mn-ea"/>
                <a:cs typeface="+mn-cs"/>
              </a:rPr>
              <a:t>, беря на себя рутину по обработке информации и позволяя людям сосредоточиться на стратегических задачах и расследовании самых сложных инцидентов. Симбиоз человека и ИИ — это будущее кибербезопасности.</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5</a:t>
            </a:fld>
            <a:endParaRPr lang="ru-RU"/>
          </a:p>
        </p:txBody>
      </p:sp>
    </p:spTree>
    <p:extLst>
      <p:ext uri="{BB962C8B-B14F-4D97-AF65-F5344CB8AC3E}">
        <p14:creationId xmlns:p14="http://schemas.microsoft.com/office/powerpoint/2010/main" val="2836360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Давайте представим себе типичную проблему аналитика по безопасности: ежедневно приходят десятки текстовых отчетов о новых угрозах, они написаны на естественном языке, их трудно быстро проанализировать и понять, какая именно опасность грозит конкретно вашей сети. Традиционные базы знаний, вроде MITRE ATT&amp;CK, бесценны, но они часто отстают от жизни, так как обновляются вручную. Авторы этой работы предлагают решение, основанное на трёх китах: больших языковых моделях, графах знаний и автоматическом планировании.</a:t>
            </a:r>
          </a:p>
          <a:p>
            <a:r>
              <a:rPr lang="ru-RU" sz="1200" b="0" i="0" kern="1200" dirty="0">
                <a:solidFill>
                  <a:schemeClr val="tx1"/>
                </a:solidFill>
                <a:effectLst/>
                <a:latin typeface="+mn-lt"/>
                <a:ea typeface="+mn-ea"/>
                <a:cs typeface="+mn-cs"/>
              </a:rPr>
              <a:t>Суть их подхода заключается в создании архитектуры, которая имитирует работу аналитика, но делает это быстрее, </a:t>
            </a:r>
            <a:r>
              <a:rPr lang="ru-RU" sz="1200" b="0" i="0" kern="1200" dirty="0" err="1">
                <a:solidFill>
                  <a:schemeClr val="tx1"/>
                </a:solidFill>
                <a:effectLst/>
                <a:latin typeface="+mn-lt"/>
                <a:ea typeface="+mn-ea"/>
                <a:cs typeface="+mn-cs"/>
              </a:rPr>
              <a:t>масштабируемее</a:t>
            </a:r>
            <a:r>
              <a:rPr lang="ru-RU" sz="1200" b="0" i="0" kern="1200" dirty="0">
                <a:solidFill>
                  <a:schemeClr val="tx1"/>
                </a:solidFill>
                <a:effectLst/>
                <a:latin typeface="+mn-lt"/>
                <a:ea typeface="+mn-ea"/>
                <a:cs typeface="+mn-cs"/>
              </a:rPr>
              <a:t> и автоматизированно. Всё начинается с автоматического анализатора, который играет роль "мозга", умеющего читать и понимать технические тексты. Для этого используется не обычная языковая модель, а специально </a:t>
            </a:r>
            <a:r>
              <a:rPr lang="ru-RU" sz="1200" b="0" i="0" kern="1200" dirty="0" err="1">
                <a:solidFill>
                  <a:schemeClr val="tx1"/>
                </a:solidFill>
                <a:effectLst/>
                <a:latin typeface="+mn-lt"/>
                <a:ea typeface="+mn-ea"/>
                <a:cs typeface="+mn-cs"/>
              </a:rPr>
              <a:t>дообученная</a:t>
            </a:r>
            <a:r>
              <a:rPr lang="ru-RU" sz="1200" b="0" i="0" kern="1200" dirty="0">
                <a:solidFill>
                  <a:schemeClr val="tx1"/>
                </a:solidFill>
                <a:effectLst/>
                <a:latin typeface="+mn-lt"/>
                <a:ea typeface="+mn-ea"/>
                <a:cs typeface="+mn-cs"/>
              </a:rPr>
              <a:t> — </a:t>
            </a:r>
            <a:r>
              <a:rPr lang="ru-RU" sz="1200" b="0" i="0" kern="1200" dirty="0" err="1">
                <a:solidFill>
                  <a:schemeClr val="tx1"/>
                </a:solidFill>
                <a:effectLst/>
                <a:latin typeface="+mn-lt"/>
                <a:ea typeface="+mn-ea"/>
                <a:cs typeface="+mn-cs"/>
              </a:rPr>
              <a:t>SecRoBERTa</a:t>
            </a:r>
            <a:r>
              <a:rPr lang="ru-RU" sz="1200" b="0" i="0" kern="1200" dirty="0">
                <a:solidFill>
                  <a:schemeClr val="tx1"/>
                </a:solidFill>
                <a:effectLst/>
                <a:latin typeface="+mn-lt"/>
                <a:ea typeface="+mn-ea"/>
                <a:cs typeface="+mn-cs"/>
              </a:rPr>
              <a:t>. Её обучают на двух типах данных. Во-первых, это документация по хакерским инструментам, таким как </a:t>
            </a:r>
            <a:r>
              <a:rPr lang="ru-RU" sz="1200" b="0" i="0" kern="1200" dirty="0" err="1">
                <a:solidFill>
                  <a:schemeClr val="tx1"/>
                </a:solidFill>
                <a:effectLst/>
                <a:latin typeface="+mn-lt"/>
                <a:ea typeface="+mn-ea"/>
                <a:cs typeface="+mn-cs"/>
              </a:rPr>
              <a:t>Metasploit</a:t>
            </a:r>
            <a:r>
              <a:rPr lang="ru-RU" sz="1200" b="0" i="0" kern="1200" dirty="0">
                <a:solidFill>
                  <a:schemeClr val="tx1"/>
                </a:solidFill>
                <a:effectLst/>
                <a:latin typeface="+mn-lt"/>
                <a:ea typeface="+mn-ea"/>
                <a:cs typeface="+mn-cs"/>
              </a:rPr>
              <a:t> и Atomic Red Team. Модель учат извлекать из сырых описаний ключевые параметры: что нужно для выполнения атаки — это предусловия, например, наличие прав администратора или определённого файла на диске, и что меняется после её выполнения — это эффекты, например, кража данных или создание бэкдора. Во-вторых, модель обучают анализировать текстовые отчёты об угрозах, чтобы находить в них упоминания конкретных тактик и техник из фреймворка MITRE ATT&amp;CK. Здесь применяют два подхода: макро-разметку, когда одно предложение может относиться к нескольким техникам, и микро-разметку, когда каждая небольшая фраза сопоставляется с одной конкретной техникой. Поскольку языковая модель выдает пред- и пост-условия в виде свободного текста, возникает задача стандартизации. Для этого авторы используют хитрый трюк: текстовые описания превращаются в числовые векторы, которые затем группируются в кластеры по смыслу, и уже для каждого кластера языковая модель генерирует единый, четкий логический предикат, например, </a:t>
            </a:r>
            <a:r>
              <a:rPr lang="ru-RU" sz="1200" b="0" i="0" kern="1200" dirty="0" err="1">
                <a:solidFill>
                  <a:schemeClr val="tx1"/>
                </a:solidFill>
                <a:effectLst/>
                <a:latin typeface="+mn-lt"/>
                <a:ea typeface="+mn-ea"/>
                <a:cs typeface="+mn-cs"/>
              </a:rPr>
              <a:t>has_administrator_privileges</a:t>
            </a:r>
            <a:r>
              <a:rPr lang="ru-RU" sz="1200" b="0" i="0" kern="1200" dirty="0">
                <a:solidFill>
                  <a:schemeClr val="tx1"/>
                </a:solidFill>
                <a:effectLst/>
                <a:latin typeface="+mn-lt"/>
                <a:ea typeface="+mn-ea"/>
                <a:cs typeface="+mn-cs"/>
              </a:rPr>
              <a:t>. Эти предикаты становятся универсальным языком для следующего этапа.</a:t>
            </a:r>
          </a:p>
          <a:p>
            <a:r>
              <a:rPr lang="ru-RU" sz="1200" b="0" i="0" kern="1200" dirty="0">
                <a:solidFill>
                  <a:schemeClr val="tx1"/>
                </a:solidFill>
                <a:effectLst/>
                <a:latin typeface="+mn-lt"/>
                <a:ea typeface="+mn-ea"/>
                <a:cs typeface="+mn-cs"/>
              </a:rPr>
              <a:t>Следующий "кит" — это </a:t>
            </a:r>
            <a:r>
              <a:rPr lang="ru-RU" sz="1200" b="0" i="0" kern="1200" dirty="0" err="1">
                <a:solidFill>
                  <a:schemeClr val="tx1"/>
                </a:solidFill>
                <a:effectLst/>
                <a:latin typeface="+mn-lt"/>
                <a:ea typeface="+mn-ea"/>
                <a:cs typeface="+mn-cs"/>
              </a:rPr>
              <a:t>кибербезопасностный</a:t>
            </a:r>
            <a:r>
              <a:rPr lang="ru-RU" sz="1200" b="0" i="0" kern="1200" dirty="0">
                <a:solidFill>
                  <a:schemeClr val="tx1"/>
                </a:solidFill>
                <a:effectLst/>
                <a:latin typeface="+mn-lt"/>
                <a:ea typeface="+mn-ea"/>
                <a:cs typeface="+mn-cs"/>
              </a:rPr>
              <a:t> граф знаний. Это единая база знаний, которая связывает всю информацию в единую операционную картину. Авторы предлагают строить три типа графов. Граф первого типа — это, по сути, цифровой двойник вашей сетевой инфраструктуры: серверы, рабочие станции, маршрутизаторы и связи между ними. Граф второго типа — это энциклопедия знаний об угрозах: все известные уязвимости, техники атак, методы защиты из MITRE ATT&amp;CK и D3FEND. Самый главный и интеллектуальный — граф третьего типа, который получается путем интеграции первых двух. Он отвечает на самый важный вопрос: "Какие из известных угроз актуальны для моей конкретной сети?". Он накладывает энциклопедию угроз на карту инфраструктуры и показывает, что, например, ваш веб-сервер с определённой версией ПО уязвим к конкретной атаке, описанной в свежем отчёте.</a:t>
            </a:r>
          </a:p>
          <a:p>
            <a:r>
              <a:rPr lang="ru-RU" sz="1200" b="0" i="0" kern="1200" dirty="0">
                <a:solidFill>
                  <a:schemeClr val="tx1"/>
                </a:solidFill>
                <a:effectLst/>
                <a:latin typeface="+mn-lt"/>
                <a:ea typeface="+mn-ea"/>
                <a:cs typeface="+mn-cs"/>
              </a:rPr>
              <a:t>И, наконец, третий "кит" — генератор цепочек атак, который работает как автоматический стратег. Используя данные интегрированного графа, он строит последовательность шагов, которую злоумышленник может предпринять для достижения цели. Для этого используется язык автоматического планирования PDDL. Создаётся описание домена — файл, где перечислены все возможные действия атакующего с их предусловиями и эффектами, и описание проблемы — файл, где задано начальное состояние атакующего и его цель. Специальный решатель автоматически перебирает возможные последовательности действий и находит оптимальный путь от начальной точки к цели, формируя реалистичную цепочку атак. Важный нюанс — авторы вводят функцию стоимости: действия, которые упоминаются в актуальных отчётах и применимы к текущей системе, имеют меньшую "цену", что заставляет планировщик выбирать наиболее вероятные и релевантные сценарии атак.</a:t>
            </a:r>
          </a:p>
          <a:p>
            <a:r>
              <a:rPr lang="ru-RU" sz="1200" b="1" i="0" kern="1200" dirty="0">
                <a:solidFill>
                  <a:schemeClr val="tx1"/>
                </a:solidFill>
                <a:effectLst/>
                <a:latin typeface="+mn-lt"/>
                <a:ea typeface="+mn-ea"/>
                <a:cs typeface="+mn-cs"/>
              </a:rPr>
              <a:t>1. Фаза анализа и извлечения знаний (Компоненты 1 и 2)</a:t>
            </a:r>
            <a:endParaRPr lang="ru-RU" sz="1200" b="0" i="0" kern="1200" dirty="0">
              <a:solidFill>
                <a:schemeClr val="tx1"/>
              </a:solidFill>
              <a:effectLst/>
              <a:latin typeface="+mn-lt"/>
              <a:ea typeface="+mn-ea"/>
              <a:cs typeface="+mn-cs"/>
            </a:endParaRPr>
          </a:p>
          <a:p>
            <a:r>
              <a:rPr lang="ru-RU" sz="1200" b="1" i="0" kern="1200" dirty="0" err="1">
                <a:solidFill>
                  <a:schemeClr val="tx1"/>
                </a:solidFill>
                <a:effectLst/>
                <a:latin typeface="+mn-lt"/>
                <a:ea typeface="+mn-ea"/>
                <a:cs typeface="+mn-cs"/>
              </a:rPr>
              <a:t>Attack</a:t>
            </a:r>
            <a:r>
              <a:rPr lang="ru-RU" sz="1200" b="1" i="0" kern="1200" dirty="0">
                <a:solidFill>
                  <a:schemeClr val="tx1"/>
                </a:solidFill>
                <a:effectLst/>
                <a:latin typeface="+mn-lt"/>
                <a:ea typeface="+mn-ea"/>
                <a:cs typeface="+mn-cs"/>
              </a:rPr>
              <a:t> Tool </a:t>
            </a:r>
            <a:r>
              <a:rPr lang="ru-RU" sz="1200" b="1" i="0" kern="1200" dirty="0" err="1">
                <a:solidFill>
                  <a:schemeClr val="tx1"/>
                </a:solidFill>
                <a:effectLst/>
                <a:latin typeface="+mn-lt"/>
                <a:ea typeface="+mn-ea"/>
                <a:cs typeface="+mn-cs"/>
              </a:rPr>
              <a:t>Analyser</a:t>
            </a:r>
            <a:r>
              <a:rPr lang="ru-RU" sz="1200" b="1" i="0" kern="1200" dirty="0">
                <a:solidFill>
                  <a:schemeClr val="tx1"/>
                </a:solidFill>
                <a:effectLst/>
                <a:latin typeface="+mn-lt"/>
                <a:ea typeface="+mn-ea"/>
                <a:cs typeface="+mn-cs"/>
              </a:rPr>
              <a:t> (Анализатор Инструментов Атак):</a:t>
            </a:r>
            <a:r>
              <a:rPr lang="ru-RU" sz="1200" b="0" i="0" kern="1200" dirty="0">
                <a:solidFill>
                  <a:schemeClr val="tx1"/>
                </a:solidFill>
                <a:effectLst/>
                <a:latin typeface="+mn-lt"/>
                <a:ea typeface="+mn-ea"/>
                <a:cs typeface="+mn-cs"/>
              </a:rPr>
              <a:t> Это "база действий" злоумышленника. Специально обученная модель </a:t>
            </a:r>
            <a:r>
              <a:rPr lang="ru-RU" sz="1200" b="0" i="0" kern="1200" dirty="0" err="1">
                <a:solidFill>
                  <a:schemeClr val="tx1"/>
                </a:solidFill>
                <a:effectLst/>
                <a:latin typeface="+mn-lt"/>
                <a:ea typeface="+mn-ea"/>
                <a:cs typeface="+mn-cs"/>
              </a:rPr>
              <a:t>SecRoBERTa</a:t>
            </a:r>
            <a:r>
              <a:rPr lang="ru-RU" sz="1200" b="0" i="0" kern="1200" dirty="0">
                <a:solidFill>
                  <a:schemeClr val="tx1"/>
                </a:solidFill>
                <a:effectLst/>
                <a:latin typeface="+mn-lt"/>
                <a:ea typeface="+mn-ea"/>
                <a:cs typeface="+mn-cs"/>
              </a:rPr>
              <a:t> "читает" документацию инструментов вроде </a:t>
            </a:r>
            <a:r>
              <a:rPr lang="ru-RU" sz="1200" b="0" i="0" kern="1200" dirty="0" err="1">
                <a:solidFill>
                  <a:schemeClr val="tx1"/>
                </a:solidFill>
                <a:effectLst/>
                <a:latin typeface="+mn-lt"/>
                <a:ea typeface="+mn-ea"/>
                <a:cs typeface="+mn-cs"/>
              </a:rPr>
              <a:t>Metasploit</a:t>
            </a:r>
            <a:r>
              <a:rPr lang="ru-RU" sz="1200" b="0" i="0" kern="1200" dirty="0">
                <a:solidFill>
                  <a:schemeClr val="tx1"/>
                </a:solidFill>
                <a:effectLst/>
                <a:latin typeface="+mn-lt"/>
                <a:ea typeface="+mn-ea"/>
                <a:cs typeface="+mn-cs"/>
              </a:rPr>
              <a:t> и извлекает из них структурированные данные: </a:t>
            </a:r>
            <a:r>
              <a:rPr lang="ru-RU" sz="1200" b="1" i="0" kern="1200" dirty="0">
                <a:solidFill>
                  <a:schemeClr val="tx1"/>
                </a:solidFill>
                <a:effectLst/>
                <a:latin typeface="+mn-lt"/>
                <a:ea typeface="+mn-ea"/>
                <a:cs typeface="+mn-cs"/>
              </a:rPr>
              <a:t>что нужно для атаки</a:t>
            </a:r>
            <a:r>
              <a:rPr lang="ru-RU" sz="1200" b="0" i="0" kern="1200" dirty="0">
                <a:solidFill>
                  <a:schemeClr val="tx1"/>
                </a:solidFill>
                <a:effectLst/>
                <a:latin typeface="+mn-lt"/>
                <a:ea typeface="+mn-ea"/>
                <a:cs typeface="+mn-cs"/>
              </a:rPr>
              <a:t> (предусловия: платформа, права доступа, файлы) и </a:t>
            </a:r>
            <a:r>
              <a:rPr lang="ru-RU" sz="1200" b="1" i="0" kern="1200" dirty="0">
                <a:solidFill>
                  <a:schemeClr val="tx1"/>
                </a:solidFill>
                <a:effectLst/>
                <a:latin typeface="+mn-lt"/>
                <a:ea typeface="+mn-ea"/>
                <a:cs typeface="+mn-cs"/>
              </a:rPr>
              <a:t>что она меняет</a:t>
            </a:r>
            <a:r>
              <a:rPr lang="ru-RU" sz="1200" b="0" i="0" kern="1200" dirty="0">
                <a:solidFill>
                  <a:schemeClr val="tx1"/>
                </a:solidFill>
                <a:effectLst/>
                <a:latin typeface="+mn-lt"/>
                <a:ea typeface="+mn-ea"/>
                <a:cs typeface="+mn-cs"/>
              </a:rPr>
              <a:t> (эффекты: украдены данные, получены привилегии). Это создает библиотеку всех возможных атомарных атак.</a:t>
            </a:r>
          </a:p>
          <a:p>
            <a:r>
              <a:rPr lang="ru-RU" sz="1200" b="1" i="0" kern="1200" dirty="0">
                <a:solidFill>
                  <a:schemeClr val="tx1"/>
                </a:solidFill>
                <a:effectLst/>
                <a:latin typeface="+mn-lt"/>
                <a:ea typeface="+mn-ea"/>
                <a:cs typeface="+mn-cs"/>
              </a:rPr>
              <a:t>CTI Report </a:t>
            </a:r>
            <a:r>
              <a:rPr lang="ru-RU" sz="1200" b="1" i="0" kern="1200" dirty="0" err="1">
                <a:solidFill>
                  <a:schemeClr val="tx1"/>
                </a:solidFill>
                <a:effectLst/>
                <a:latin typeface="+mn-lt"/>
                <a:ea typeface="+mn-ea"/>
                <a:cs typeface="+mn-cs"/>
              </a:rPr>
              <a:t>Analyser</a:t>
            </a:r>
            <a:r>
              <a:rPr lang="ru-RU" sz="1200" b="1" i="0" kern="1200" dirty="0">
                <a:solidFill>
                  <a:schemeClr val="tx1"/>
                </a:solidFill>
                <a:effectLst/>
                <a:latin typeface="+mn-lt"/>
                <a:ea typeface="+mn-ea"/>
                <a:cs typeface="+mn-cs"/>
              </a:rPr>
              <a:t> (Анализатор Отчетов об Угрозах):</a:t>
            </a:r>
            <a:r>
              <a:rPr lang="ru-RU" sz="1200" b="0" i="0" kern="1200" dirty="0">
                <a:solidFill>
                  <a:schemeClr val="tx1"/>
                </a:solidFill>
                <a:effectLst/>
                <a:latin typeface="+mn-lt"/>
                <a:ea typeface="+mn-ea"/>
                <a:cs typeface="+mn-cs"/>
              </a:rPr>
              <a:t> Это "понимание текущей угрозы". Другая модель </a:t>
            </a:r>
            <a:r>
              <a:rPr lang="ru-RU" sz="1200" b="0" i="0" kern="1200" dirty="0" err="1">
                <a:solidFill>
                  <a:schemeClr val="tx1"/>
                </a:solidFill>
                <a:effectLst/>
                <a:latin typeface="+mn-lt"/>
                <a:ea typeface="+mn-ea"/>
                <a:cs typeface="+mn-cs"/>
              </a:rPr>
              <a:t>SecRoBERTa</a:t>
            </a:r>
            <a:r>
              <a:rPr lang="ru-RU" sz="1200" b="0" i="0" kern="1200" dirty="0">
                <a:solidFill>
                  <a:schemeClr val="tx1"/>
                </a:solidFill>
                <a:effectLst/>
                <a:latin typeface="+mn-lt"/>
                <a:ea typeface="+mn-ea"/>
                <a:cs typeface="+mn-cs"/>
              </a:rPr>
              <a:t> анализирует текстовые отчеты (CTI) и выделяет в них конкретные тактики и техники MITRE ATT&amp;CK. На рисунке показан пример: из текста про Side-</a:t>
            </a:r>
            <a:r>
              <a:rPr lang="ru-RU" sz="1200" b="0" i="0" kern="1200" dirty="0" err="1">
                <a:solidFill>
                  <a:schemeClr val="tx1"/>
                </a:solidFill>
                <a:effectLst/>
                <a:latin typeface="+mn-lt"/>
                <a:ea typeface="+mn-ea"/>
                <a:cs typeface="+mn-cs"/>
              </a:rPr>
              <a:t>Loading</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Mimikatz</a:t>
            </a:r>
            <a:r>
              <a:rPr lang="ru-RU" sz="1200" b="0" i="0" kern="1200" dirty="0">
                <a:solidFill>
                  <a:schemeClr val="tx1"/>
                </a:solidFill>
                <a:effectLst/>
                <a:latin typeface="+mn-lt"/>
                <a:ea typeface="+mn-ea"/>
                <a:cs typeface="+mn-cs"/>
              </a:rPr>
              <a:t> извлекаются теги T1003.001 (</a:t>
            </a:r>
            <a:r>
              <a:rPr lang="ru-RU" sz="1200" b="0" i="0" kern="1200" dirty="0" err="1">
                <a:solidFill>
                  <a:schemeClr val="tx1"/>
                </a:solidFill>
                <a:effectLst/>
                <a:latin typeface="+mn-lt"/>
                <a:ea typeface="+mn-ea"/>
                <a:cs typeface="+mn-cs"/>
              </a:rPr>
              <a:t>Dump</a:t>
            </a:r>
            <a:r>
              <a:rPr lang="ru-RU" sz="1200" b="0" i="0" kern="1200" dirty="0">
                <a:solidFill>
                  <a:schemeClr val="tx1"/>
                </a:solidFill>
                <a:effectLst/>
                <a:latin typeface="+mn-lt"/>
                <a:ea typeface="+mn-ea"/>
                <a:cs typeface="+mn-cs"/>
              </a:rPr>
              <a:t> LSASS), T1056.001 (</a:t>
            </a:r>
            <a:r>
              <a:rPr lang="ru-RU" sz="1200" b="0" i="0" kern="1200" dirty="0" err="1">
                <a:solidFill>
                  <a:schemeClr val="tx1"/>
                </a:solidFill>
                <a:effectLst/>
                <a:latin typeface="+mn-lt"/>
                <a:ea typeface="+mn-ea"/>
                <a:cs typeface="+mn-cs"/>
              </a:rPr>
              <a:t>Keylogging</a:t>
            </a:r>
            <a:r>
              <a:rPr lang="ru-RU" sz="1200" b="0" i="0" kern="1200" dirty="0">
                <a:solidFill>
                  <a:schemeClr val="tx1"/>
                </a:solidFill>
                <a:effectLst/>
                <a:latin typeface="+mn-lt"/>
                <a:ea typeface="+mn-ea"/>
                <a:cs typeface="+mn-cs"/>
              </a:rPr>
              <a:t>) и другие.</a:t>
            </a:r>
          </a:p>
          <a:p>
            <a:r>
              <a:rPr lang="ru-RU" sz="1200" b="1" i="0" kern="1200" dirty="0">
                <a:solidFill>
                  <a:schemeClr val="tx1"/>
                </a:solidFill>
                <a:effectLst/>
                <a:latin typeface="+mn-lt"/>
                <a:ea typeface="+mn-ea"/>
                <a:cs typeface="+mn-cs"/>
              </a:rPr>
              <a:t>2. Фаза интеграции знаний и построения контекста (Компонент 3 и База Знаний)</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Cyber Security </a:t>
            </a:r>
            <a:r>
              <a:rPr lang="ru-RU" sz="1200" b="1" i="0" kern="1200" dirty="0" err="1">
                <a:solidFill>
                  <a:schemeClr val="tx1"/>
                </a:solidFill>
                <a:effectLst/>
                <a:latin typeface="+mn-lt"/>
                <a:ea typeface="+mn-ea"/>
                <a:cs typeface="+mn-cs"/>
              </a:rPr>
              <a:t>Knowledge</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Graph</a:t>
            </a:r>
            <a:r>
              <a:rPr lang="ru-RU" sz="1200" b="1" i="0" kern="1200" dirty="0">
                <a:solidFill>
                  <a:schemeClr val="tx1"/>
                </a:solidFill>
                <a:effectLst/>
                <a:latin typeface="+mn-lt"/>
                <a:ea typeface="+mn-ea"/>
                <a:cs typeface="+mn-cs"/>
              </a:rPr>
              <a:t> (CSKG):</a:t>
            </a:r>
            <a:r>
              <a:rPr lang="ru-RU" sz="1200" b="0" i="0" kern="1200" dirty="0">
                <a:solidFill>
                  <a:schemeClr val="tx1"/>
                </a:solidFill>
                <a:effectLst/>
                <a:latin typeface="+mn-lt"/>
                <a:ea typeface="+mn-ea"/>
                <a:cs typeface="+mn-cs"/>
              </a:rPr>
              <a:t> Здесь данные объединяются в единую интеллектуальную модель. Это "мозг" системы.</a:t>
            </a:r>
          </a:p>
          <a:p>
            <a:pPr lvl="1"/>
            <a:r>
              <a:rPr lang="ru-RU" sz="1200" b="1" i="0" kern="1200" dirty="0">
                <a:solidFill>
                  <a:schemeClr val="tx1"/>
                </a:solidFill>
                <a:effectLst/>
                <a:latin typeface="+mn-lt"/>
                <a:ea typeface="+mn-ea"/>
                <a:cs typeface="+mn-cs"/>
              </a:rPr>
              <a:t>Type I </a:t>
            </a:r>
            <a:r>
              <a:rPr lang="ru-RU" sz="1200" b="1" i="0" kern="1200" dirty="0" err="1">
                <a:solidFill>
                  <a:schemeClr val="tx1"/>
                </a:solidFill>
                <a:effectLst/>
                <a:latin typeface="+mn-lt"/>
                <a:ea typeface="+mn-ea"/>
                <a:cs typeface="+mn-cs"/>
              </a:rPr>
              <a:t>Graph</a:t>
            </a:r>
            <a:r>
              <a:rPr lang="ru-RU" sz="1200" b="1" i="0" kern="1200" dirty="0">
                <a:solidFill>
                  <a:schemeClr val="tx1"/>
                </a:solidFill>
                <a:effectLst/>
                <a:latin typeface="+mn-lt"/>
                <a:ea typeface="+mn-ea"/>
                <a:cs typeface="+mn-cs"/>
              </a:rPr>
              <a:t> (Инфраструктура):</a:t>
            </a:r>
            <a:r>
              <a:rPr lang="ru-RU" sz="1200" b="0" i="0" kern="1200" dirty="0">
                <a:solidFill>
                  <a:schemeClr val="tx1"/>
                </a:solidFill>
                <a:effectLst/>
                <a:latin typeface="+mn-lt"/>
                <a:ea typeface="+mn-ea"/>
                <a:cs typeface="+mn-cs"/>
              </a:rPr>
              <a:t> Это цифровой двойник вашей сети, построенный на основе логов (OpenC2). Он отвечает на вопрос "</a:t>
            </a:r>
            <a:r>
              <a:rPr lang="ru-RU" sz="1200" b="1" i="0" kern="1200" dirty="0">
                <a:solidFill>
                  <a:schemeClr val="tx1"/>
                </a:solidFill>
                <a:effectLst/>
                <a:latin typeface="+mn-lt"/>
                <a:ea typeface="+mn-ea"/>
                <a:cs typeface="+mn-cs"/>
              </a:rPr>
              <a:t>Что у меня есть?</a:t>
            </a:r>
            <a:r>
              <a:rPr lang="ru-RU" sz="1200" b="0" i="0" kern="1200" dirty="0">
                <a:solidFill>
                  <a:schemeClr val="tx1"/>
                </a:solidFill>
                <a:effectLst/>
                <a:latin typeface="+mn-lt"/>
                <a:ea typeface="+mn-ea"/>
                <a:cs typeface="+mn-cs"/>
              </a:rPr>
              <a:t>" — серверы, компьютеры, их конфигурации и связи.</a:t>
            </a:r>
          </a:p>
          <a:p>
            <a:pPr lvl="1"/>
            <a:r>
              <a:rPr lang="ru-RU" sz="1200" b="1" i="0" kern="1200" dirty="0">
                <a:solidFill>
                  <a:schemeClr val="tx1"/>
                </a:solidFill>
                <a:effectLst/>
                <a:latin typeface="+mn-lt"/>
                <a:ea typeface="+mn-ea"/>
                <a:cs typeface="+mn-cs"/>
              </a:rPr>
              <a:t>Type II </a:t>
            </a:r>
            <a:r>
              <a:rPr lang="ru-RU" sz="1200" b="1" i="0" kern="1200" dirty="0" err="1">
                <a:solidFill>
                  <a:schemeClr val="tx1"/>
                </a:solidFill>
                <a:effectLst/>
                <a:latin typeface="+mn-lt"/>
                <a:ea typeface="+mn-ea"/>
                <a:cs typeface="+mn-cs"/>
              </a:rPr>
              <a:t>Graph</a:t>
            </a:r>
            <a:r>
              <a:rPr lang="ru-RU" sz="1200" b="1" i="0" kern="1200" dirty="0">
                <a:solidFill>
                  <a:schemeClr val="tx1"/>
                </a:solidFill>
                <a:effectLst/>
                <a:latin typeface="+mn-lt"/>
                <a:ea typeface="+mn-ea"/>
                <a:cs typeface="+mn-cs"/>
              </a:rPr>
              <a:t> (Угрозы):</a:t>
            </a:r>
            <a:r>
              <a:rPr lang="ru-RU" sz="1200" b="0" i="0" kern="1200" dirty="0">
                <a:solidFill>
                  <a:schemeClr val="tx1"/>
                </a:solidFill>
                <a:effectLst/>
                <a:latin typeface="+mn-lt"/>
                <a:ea typeface="+mn-ea"/>
                <a:cs typeface="+mn-cs"/>
              </a:rPr>
              <a:t> Это структурированная база знаний об атаках, созданная из результатов Анализаторов. Она отвечает на вопрос "</a:t>
            </a:r>
            <a:r>
              <a:rPr lang="ru-RU" sz="1200" b="1" i="0" kern="1200" dirty="0">
                <a:solidFill>
                  <a:schemeClr val="tx1"/>
                </a:solidFill>
                <a:effectLst/>
                <a:latin typeface="+mn-lt"/>
                <a:ea typeface="+mn-ea"/>
                <a:cs typeface="+mn-cs"/>
              </a:rPr>
              <a:t>Что могут сделать злоумышленники?</a:t>
            </a:r>
            <a:r>
              <a:rPr lang="ru-RU" sz="1200" b="0" i="0" kern="1200" dirty="0">
                <a:solidFill>
                  <a:schemeClr val="tx1"/>
                </a:solidFill>
                <a:effectLst/>
                <a:latin typeface="+mn-lt"/>
                <a:ea typeface="+mn-ea"/>
                <a:cs typeface="+mn-cs"/>
              </a:rPr>
              <a:t>".</a:t>
            </a:r>
          </a:p>
          <a:p>
            <a:pPr lvl="1"/>
            <a:r>
              <a:rPr lang="ru-RU" sz="1200" b="1" i="0" kern="1200" dirty="0">
                <a:solidFill>
                  <a:schemeClr val="tx1"/>
                </a:solidFill>
                <a:effectLst/>
                <a:latin typeface="+mn-lt"/>
                <a:ea typeface="+mn-ea"/>
                <a:cs typeface="+mn-cs"/>
              </a:rPr>
              <a:t>Type III </a:t>
            </a:r>
            <a:r>
              <a:rPr lang="ru-RU" sz="1200" b="1" i="0" kern="1200" dirty="0" err="1">
                <a:solidFill>
                  <a:schemeClr val="tx1"/>
                </a:solidFill>
                <a:effectLst/>
                <a:latin typeface="+mn-lt"/>
                <a:ea typeface="+mn-ea"/>
                <a:cs typeface="+mn-cs"/>
              </a:rPr>
              <a:t>Graph</a:t>
            </a:r>
            <a:r>
              <a:rPr lang="ru-RU" sz="1200" b="1" i="0" kern="1200" dirty="0">
                <a:solidFill>
                  <a:schemeClr val="tx1"/>
                </a:solidFill>
                <a:effectLst/>
                <a:latin typeface="+mn-lt"/>
                <a:ea typeface="+mn-ea"/>
                <a:cs typeface="+mn-cs"/>
              </a:rPr>
              <a:t> (Анализ Рисков):</a:t>
            </a:r>
            <a:r>
              <a:rPr lang="ru-RU" sz="1200" b="0" i="0" kern="1200" dirty="0">
                <a:solidFill>
                  <a:schemeClr val="tx1"/>
                </a:solidFill>
                <a:effectLst/>
                <a:latin typeface="+mn-lt"/>
                <a:ea typeface="+mn-ea"/>
                <a:cs typeface="+mn-cs"/>
              </a:rPr>
              <a:t> Это самый важный граф. Он получается путем сопоставления графов Типа I и Типа II. Он отвечает на вопрос "</a:t>
            </a:r>
            <a:r>
              <a:rPr lang="ru-RU" sz="1200" b="1" i="0" kern="1200" dirty="0">
                <a:solidFill>
                  <a:schemeClr val="tx1"/>
                </a:solidFill>
                <a:effectLst/>
                <a:latin typeface="+mn-lt"/>
                <a:ea typeface="+mn-ea"/>
                <a:cs typeface="+mn-cs"/>
              </a:rPr>
              <a:t>Какие угрозы из Type II актуальны для моей инфраструктуры из Type I?</a:t>
            </a:r>
            <a:r>
              <a:rPr lang="ru-RU" sz="1200" b="0" i="0" kern="1200" dirty="0">
                <a:solidFill>
                  <a:schemeClr val="tx1"/>
                </a:solidFill>
                <a:effectLst/>
                <a:latin typeface="+mn-lt"/>
                <a:ea typeface="+mn-ea"/>
                <a:cs typeface="+mn-cs"/>
              </a:rPr>
              <a:t>". Например, он связывает уязвимость в конкретном ПО на вашем сервере (из Type I) с техникой атаки, которая эту уязвимость использует (из Type II).</a:t>
            </a:r>
          </a:p>
          <a:p>
            <a:r>
              <a:rPr lang="ru-RU" sz="1200" b="1" i="0" kern="1200" dirty="0">
                <a:solidFill>
                  <a:schemeClr val="tx1"/>
                </a:solidFill>
                <a:effectLst/>
                <a:latin typeface="+mn-lt"/>
                <a:ea typeface="+mn-ea"/>
                <a:cs typeface="+mn-cs"/>
              </a:rPr>
              <a:t>3. Фаза планирования и генерации (Компонент 4)</a:t>
            </a:r>
            <a:endParaRPr lang="ru-RU" sz="1200" b="0" i="0" kern="1200" dirty="0">
              <a:solidFill>
                <a:schemeClr val="tx1"/>
              </a:solidFill>
              <a:effectLst/>
              <a:latin typeface="+mn-lt"/>
              <a:ea typeface="+mn-ea"/>
              <a:cs typeface="+mn-cs"/>
            </a:endParaRPr>
          </a:p>
          <a:p>
            <a:r>
              <a:rPr lang="ru-RU" sz="1200" b="1" i="0" kern="1200" dirty="0" err="1">
                <a:solidFill>
                  <a:schemeClr val="tx1"/>
                </a:solidFill>
                <a:effectLst/>
                <a:latin typeface="+mn-lt"/>
                <a:ea typeface="+mn-ea"/>
                <a:cs typeface="+mn-cs"/>
              </a:rPr>
              <a:t>Attack</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Chain</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Generator</a:t>
            </a:r>
            <a:r>
              <a:rPr lang="ru-RU" sz="1200" b="1" i="0" kern="1200" dirty="0">
                <a:solidFill>
                  <a:schemeClr val="tx1"/>
                </a:solidFill>
                <a:effectLst/>
                <a:latin typeface="+mn-lt"/>
                <a:ea typeface="+mn-ea"/>
                <a:cs typeface="+mn-cs"/>
              </a:rPr>
              <a:t> (Генератор Цепочек Атак):</a:t>
            </a:r>
            <a:r>
              <a:rPr lang="ru-RU" sz="1200" b="0" i="0" kern="1200" dirty="0">
                <a:solidFill>
                  <a:schemeClr val="tx1"/>
                </a:solidFill>
                <a:effectLst/>
                <a:latin typeface="+mn-lt"/>
                <a:ea typeface="+mn-ea"/>
                <a:cs typeface="+mn-cs"/>
              </a:rPr>
              <a:t> Это "стратег", который превращает знания в действие. Он использует интегрированную картину из Type III графа и делает следующее:</a:t>
            </a:r>
          </a:p>
          <a:p>
            <a:pPr lvl="1"/>
            <a:r>
              <a:rPr lang="ru-RU" sz="1200" b="1" i="0" kern="1200" dirty="0">
                <a:solidFill>
                  <a:schemeClr val="tx1"/>
                </a:solidFill>
                <a:effectLst/>
                <a:latin typeface="+mn-lt"/>
                <a:ea typeface="+mn-ea"/>
                <a:cs typeface="+mn-cs"/>
              </a:rPr>
              <a:t>Определяет состояние системы:</a:t>
            </a:r>
            <a:r>
              <a:rPr lang="ru-RU" sz="1200" b="0" i="0" kern="1200" dirty="0">
                <a:solidFill>
                  <a:schemeClr val="tx1"/>
                </a:solidFill>
                <a:effectLst/>
                <a:latin typeface="+mn-lt"/>
                <a:ea typeface="+mn-ea"/>
                <a:cs typeface="+mn-cs"/>
              </a:rPr>
              <a:t> Через мониторинг логов (поток данных на схеме) он понимает текущее состояние сети.</a:t>
            </a:r>
          </a:p>
          <a:p>
            <a:pPr lvl="1"/>
            <a:r>
              <a:rPr lang="ru-RU" sz="1200" b="1" i="0" kern="1200" dirty="0">
                <a:solidFill>
                  <a:schemeClr val="tx1"/>
                </a:solidFill>
                <a:effectLst/>
                <a:latin typeface="+mn-lt"/>
                <a:ea typeface="+mn-ea"/>
                <a:cs typeface="+mn-cs"/>
              </a:rPr>
              <a:t>Создает PDDL-модель:</a:t>
            </a:r>
            <a:endParaRPr lang="ru-RU" sz="1200" b="0" i="0" kern="1200" dirty="0">
              <a:solidFill>
                <a:schemeClr val="tx1"/>
              </a:solidFill>
              <a:effectLst/>
              <a:latin typeface="+mn-lt"/>
              <a:ea typeface="+mn-ea"/>
              <a:cs typeface="+mn-cs"/>
            </a:endParaRPr>
          </a:p>
          <a:p>
            <a:pPr lvl="2"/>
            <a:r>
              <a:rPr lang="ru-RU" sz="1200" b="1" i="0" kern="1200" dirty="0">
                <a:solidFill>
                  <a:schemeClr val="tx1"/>
                </a:solidFill>
                <a:effectLst/>
                <a:latin typeface="+mn-lt"/>
                <a:ea typeface="+mn-ea"/>
                <a:cs typeface="+mn-cs"/>
              </a:rPr>
              <a:t>Домен (Domain File):</a:t>
            </a:r>
            <a:r>
              <a:rPr lang="ru-RU" sz="1200" b="0" i="0" kern="1200" dirty="0">
                <a:solidFill>
                  <a:schemeClr val="tx1"/>
                </a:solidFill>
                <a:effectLst/>
                <a:latin typeface="+mn-lt"/>
                <a:ea typeface="+mn-ea"/>
                <a:cs typeface="+mn-cs"/>
              </a:rPr>
              <a:t> Описывает все возможные атаки (из </a:t>
            </a:r>
            <a:r>
              <a:rPr lang="ru-RU" sz="1200" b="0" i="0" kern="1200" dirty="0" err="1">
                <a:solidFill>
                  <a:schemeClr val="tx1"/>
                </a:solidFill>
                <a:effectLst/>
                <a:latin typeface="+mn-lt"/>
                <a:ea typeface="+mn-ea"/>
                <a:cs typeface="+mn-cs"/>
              </a:rPr>
              <a:t>Attack</a:t>
            </a:r>
            <a:r>
              <a:rPr lang="ru-RU" sz="1200" b="0" i="0" kern="1200" dirty="0">
                <a:solidFill>
                  <a:schemeClr val="tx1"/>
                </a:solidFill>
                <a:effectLst/>
                <a:latin typeface="+mn-lt"/>
                <a:ea typeface="+mn-ea"/>
                <a:cs typeface="+mn-cs"/>
              </a:rPr>
              <a:t> Tool </a:t>
            </a:r>
            <a:r>
              <a:rPr lang="ru-RU" sz="1200" b="0" i="0" kern="1200" dirty="0" err="1">
                <a:solidFill>
                  <a:schemeClr val="tx1"/>
                </a:solidFill>
                <a:effectLst/>
                <a:latin typeface="+mn-lt"/>
                <a:ea typeface="+mn-ea"/>
                <a:cs typeface="+mn-cs"/>
              </a:rPr>
              <a:t>Analyser</a:t>
            </a:r>
            <a:r>
              <a:rPr lang="ru-RU" sz="1200" b="0" i="0" kern="1200" dirty="0">
                <a:solidFill>
                  <a:schemeClr val="tx1"/>
                </a:solidFill>
                <a:effectLst/>
                <a:latin typeface="+mn-lt"/>
                <a:ea typeface="+mn-ea"/>
                <a:cs typeface="+mn-cs"/>
              </a:rPr>
              <a:t>) в виде формальных действий с их предусловиями и эффектами.</a:t>
            </a:r>
          </a:p>
          <a:p>
            <a:pPr lvl="2"/>
            <a:r>
              <a:rPr lang="ru-RU" sz="1200" b="1" i="0" kern="1200" dirty="0">
                <a:solidFill>
                  <a:schemeClr val="tx1"/>
                </a:solidFill>
                <a:effectLst/>
                <a:latin typeface="+mn-lt"/>
                <a:ea typeface="+mn-ea"/>
                <a:cs typeface="+mn-cs"/>
              </a:rPr>
              <a:t>Проблема (</a:t>
            </a:r>
            <a:r>
              <a:rPr lang="ru-RU" sz="1200" b="1" i="0" kern="1200" dirty="0" err="1">
                <a:solidFill>
                  <a:schemeClr val="tx1"/>
                </a:solidFill>
                <a:effectLst/>
                <a:latin typeface="+mn-lt"/>
                <a:ea typeface="+mn-ea"/>
                <a:cs typeface="+mn-cs"/>
              </a:rPr>
              <a:t>Problem</a:t>
            </a:r>
            <a:r>
              <a:rPr lang="ru-RU" sz="1200" b="1" i="0" kern="1200" dirty="0">
                <a:solidFill>
                  <a:schemeClr val="tx1"/>
                </a:solidFill>
                <a:effectLst/>
                <a:latin typeface="+mn-lt"/>
                <a:ea typeface="+mn-ea"/>
                <a:cs typeface="+mn-cs"/>
              </a:rPr>
              <a:t> File):</a:t>
            </a:r>
            <a:r>
              <a:rPr lang="ru-RU" sz="1200" b="0" i="0" kern="1200" dirty="0">
                <a:solidFill>
                  <a:schemeClr val="tx1"/>
                </a:solidFill>
                <a:effectLst/>
                <a:latin typeface="+mn-lt"/>
                <a:ea typeface="+mn-ea"/>
                <a:cs typeface="+mn-cs"/>
              </a:rPr>
              <a:t> Определяет </a:t>
            </a:r>
            <a:r>
              <a:rPr lang="ru-RU" sz="1200" b="1" i="0" kern="1200" dirty="0">
                <a:solidFill>
                  <a:schemeClr val="tx1"/>
                </a:solidFill>
                <a:effectLst/>
                <a:latin typeface="+mn-lt"/>
                <a:ea typeface="+mn-ea"/>
                <a:cs typeface="+mn-cs"/>
              </a:rPr>
              <a:t>начальное состояние</a:t>
            </a:r>
            <a:r>
              <a:rPr lang="ru-RU" sz="1200" b="0" i="0" kern="1200" dirty="0">
                <a:solidFill>
                  <a:schemeClr val="tx1"/>
                </a:solidFill>
                <a:effectLst/>
                <a:latin typeface="+mn-lt"/>
                <a:ea typeface="+mn-ea"/>
                <a:cs typeface="+mn-cs"/>
              </a:rPr>
              <a:t> (что уже есть у атакующего) и </a:t>
            </a:r>
            <a:r>
              <a:rPr lang="ru-RU" sz="1200" b="1" i="0" kern="1200" dirty="0">
                <a:solidFill>
                  <a:schemeClr val="tx1"/>
                </a:solidFill>
                <a:effectLst/>
                <a:latin typeface="+mn-lt"/>
                <a:ea typeface="+mn-ea"/>
                <a:cs typeface="+mn-cs"/>
              </a:rPr>
              <a:t>целевое состояние</a:t>
            </a:r>
            <a:r>
              <a:rPr lang="ru-RU" sz="1200" b="0" i="0" kern="1200" dirty="0">
                <a:solidFill>
                  <a:schemeClr val="tx1"/>
                </a:solidFill>
                <a:effectLst/>
                <a:latin typeface="+mn-lt"/>
                <a:ea typeface="+mn-ea"/>
                <a:cs typeface="+mn-cs"/>
              </a:rPr>
              <a:t> (чего он хочет достичь, например, </a:t>
            </a:r>
            <a:r>
              <a:rPr lang="ru-RU" sz="1200" b="0" i="0" kern="1200" dirty="0" err="1">
                <a:solidFill>
                  <a:schemeClr val="tx1"/>
                </a:solidFill>
                <a:effectLst/>
                <a:latin typeface="+mn-lt"/>
                <a:ea typeface="+mn-ea"/>
                <a:cs typeface="+mn-cs"/>
              </a:rPr>
              <a:t>has_exfiltrated_sensitive_data</a:t>
            </a:r>
            <a:r>
              <a:rPr lang="ru-RU" sz="1200" b="0" i="0" kern="1200" dirty="0">
                <a:solidFill>
                  <a:schemeClr val="tx1"/>
                </a:solidFill>
                <a:effectLst/>
                <a:latin typeface="+mn-lt"/>
                <a:ea typeface="+mn-ea"/>
                <a:cs typeface="+mn-cs"/>
              </a:rPr>
              <a:t>).</a:t>
            </a:r>
          </a:p>
          <a:p>
            <a:pPr lvl="1"/>
            <a:r>
              <a:rPr lang="ru-RU" sz="1200" b="1" i="0" kern="1200" dirty="0">
                <a:solidFill>
                  <a:schemeClr val="tx1"/>
                </a:solidFill>
                <a:effectLst/>
                <a:latin typeface="+mn-lt"/>
                <a:ea typeface="+mn-ea"/>
                <a:cs typeface="+mn-cs"/>
              </a:rPr>
              <a:t>Применяет стоимостную функцию:</a:t>
            </a:r>
            <a:r>
              <a:rPr lang="ru-RU" sz="1200" b="0" i="0" kern="1200" dirty="0">
                <a:solidFill>
                  <a:schemeClr val="tx1"/>
                </a:solidFill>
                <a:effectLst/>
                <a:latin typeface="+mn-lt"/>
                <a:ea typeface="+mn-ea"/>
                <a:cs typeface="+mn-cs"/>
              </a:rPr>
              <a:t> Действия, которые упоминаются в актуальных CTI-отчетах и применимы к текущей системе, получают более низкий "вес", что делает атаки на их основе более приоритетными и реалистичными.</a:t>
            </a:r>
          </a:p>
          <a:p>
            <a:pPr lvl="1"/>
            <a:r>
              <a:rPr lang="ru-RU" sz="1200" b="1" i="0" kern="1200" dirty="0">
                <a:solidFill>
                  <a:schemeClr val="tx1"/>
                </a:solidFill>
                <a:effectLst/>
                <a:latin typeface="+mn-lt"/>
                <a:ea typeface="+mn-ea"/>
                <a:cs typeface="+mn-cs"/>
              </a:rPr>
              <a:t>Запускает PDDL-решатель:</a:t>
            </a:r>
            <a:r>
              <a:rPr lang="ru-RU" sz="1200" b="0" i="0" kern="1200" dirty="0">
                <a:solidFill>
                  <a:schemeClr val="tx1"/>
                </a:solidFill>
                <a:effectLst/>
                <a:latin typeface="+mn-lt"/>
                <a:ea typeface="+mn-ea"/>
                <a:cs typeface="+mn-cs"/>
              </a:rPr>
              <a:t> Автоматический планировщик (решатель) находит оптимальную последовательность действий, которая </a:t>
            </a:r>
            <a:r>
              <a:rPr lang="ru-RU" sz="1200" b="0" i="0" kern="1200" dirty="0" err="1">
                <a:solidFill>
                  <a:schemeClr val="tx1"/>
                </a:solidFill>
                <a:effectLst/>
                <a:latin typeface="+mn-lt"/>
                <a:ea typeface="+mn-ea"/>
                <a:cs typeface="+mn-cs"/>
              </a:rPr>
              <a:t>leads</a:t>
            </a:r>
            <a:r>
              <a:rPr lang="ru-RU" sz="1200" b="0" i="0" kern="1200" dirty="0">
                <a:solidFill>
                  <a:schemeClr val="tx1"/>
                </a:solidFill>
                <a:effectLst/>
                <a:latin typeface="+mn-lt"/>
                <a:ea typeface="+mn-ea"/>
                <a:cs typeface="+mn-cs"/>
              </a:rPr>
              <a:t> от начального состояния к целевому. Это и есть сгенерированная, готовая к исполнению цепочка атаки.</a:t>
            </a:r>
          </a:p>
          <a:p>
            <a:r>
              <a:rPr lang="ru-RU" sz="1200" b="1" i="0" kern="1200" dirty="0">
                <a:solidFill>
                  <a:schemeClr val="tx1"/>
                </a:solidFill>
                <a:effectLst/>
                <a:latin typeface="+mn-lt"/>
                <a:ea typeface="+mn-ea"/>
                <a:cs typeface="+mn-cs"/>
              </a:rPr>
              <a:t>Итог:</a:t>
            </a:r>
            <a:r>
              <a:rPr lang="ru-RU" sz="1200" b="0" i="0" kern="1200" dirty="0">
                <a:solidFill>
                  <a:schemeClr val="tx1"/>
                </a:solidFill>
                <a:effectLst/>
                <a:latin typeface="+mn-lt"/>
                <a:ea typeface="+mn-ea"/>
                <a:cs typeface="+mn-cs"/>
              </a:rPr>
              <a:t> Данное текстовое описание и схема вместе иллюстрируют мощный замкнутый цикл. Система автоматически переваривает разрозненные данные (логи, отчеты, описание инструментов), строит из них связную модель знаний о системе и угрозах и использует эту модель для автоматического создания реалистичных и актуальных сценариев для проверки обороны. Это переход от реагирования на инциденты к проактивному их моделированию и предотвращению.</a:t>
            </a:r>
          </a:p>
          <a:p>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6</a:t>
            </a:fld>
            <a:endParaRPr lang="ru-RU"/>
          </a:p>
        </p:txBody>
      </p:sp>
    </p:spTree>
    <p:extLst>
      <p:ext uri="{BB962C8B-B14F-4D97-AF65-F5344CB8AC3E}">
        <p14:creationId xmlns:p14="http://schemas.microsoft.com/office/powerpoint/2010/main" val="1742972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Для начала — несколько слов о TI и её роли в обеспечении киберзащиты информационных объектов. Это относительно новое направление, ориентированное на сбор, обработку и анализ данных об актуальных рисках нарушения безопасности в цифровой среде (готовящиеся таргетированные атаки, фишинговые кампании, появление нового вредоносного ПО и эксплойтов, выявленные уязвимости ПО, сведения о компрометации корпоративных аккаунтов, краже учетных данных и т. д.). Основная цель TI — </a:t>
            </a:r>
            <a:r>
              <a:rPr lang="ru-RU" sz="1200" b="1" i="0" kern="1200" dirty="0">
                <a:solidFill>
                  <a:schemeClr val="tx1"/>
                </a:solidFill>
                <a:effectLst/>
                <a:latin typeface="+mn-lt"/>
                <a:ea typeface="+mn-ea"/>
                <a:cs typeface="+mn-cs"/>
              </a:rPr>
              <a:t>видеть угрозы до того, как они станут инцидентами</a:t>
            </a:r>
            <a:r>
              <a:rPr lang="ru-RU" sz="1200" b="0" i="0" kern="1200" dirty="0">
                <a:solidFill>
                  <a:schemeClr val="tx1"/>
                </a:solidFill>
                <a:effectLst/>
                <a:latin typeface="+mn-lt"/>
                <a:ea typeface="+mn-ea"/>
                <a:cs typeface="+mn-cs"/>
              </a:rPr>
              <a:t>, и выстраивать защиту информационных активов более осмысленно.</a:t>
            </a:r>
          </a:p>
          <a:p>
            <a:r>
              <a:rPr lang="ru-RU" sz="1200" b="0" i="0" kern="1200" dirty="0">
                <a:solidFill>
                  <a:schemeClr val="tx1"/>
                </a:solidFill>
                <a:effectLst/>
                <a:latin typeface="+mn-lt"/>
                <a:ea typeface="+mn-ea"/>
                <a:cs typeface="+mn-cs"/>
              </a:rPr>
              <a:t>В мировом </a:t>
            </a:r>
            <a:r>
              <a:rPr lang="ru-RU" sz="1200" b="0" i="0" kern="1200" dirty="0" err="1">
                <a:solidFill>
                  <a:schemeClr val="tx1"/>
                </a:solidFill>
                <a:effectLst/>
                <a:latin typeface="+mn-lt"/>
                <a:ea typeface="+mn-ea"/>
                <a:cs typeface="+mn-cs"/>
              </a:rPr>
              <a:t>кибербезе</a:t>
            </a:r>
            <a:r>
              <a:rPr lang="ru-RU" sz="1200" b="0" i="0" kern="1200" dirty="0">
                <a:solidFill>
                  <a:schemeClr val="tx1"/>
                </a:solidFill>
                <a:effectLst/>
                <a:latin typeface="+mn-lt"/>
                <a:ea typeface="+mn-ea"/>
                <a:cs typeface="+mn-cs"/>
              </a:rPr>
              <a:t> TI активно развивается с начала 2010-х годов, но в России это направление пока не является широкой практикой. Вместе с тем, стремительный рост целевых атак (в том числе на объекты КИИ) и уход западных вендоров стимулировали переход на отечественные решения, в том числе в сфере ИБ. Крупные российские ИБ‑компании начали активно развивать и продвигать собственные TI‑решения — платформы, порталы, а также дополнительные сервисы в составе комплексных продуктов. В результате, рынок киберразведки в России за последние два года удвоился — это </a:t>
            </a:r>
            <a:r>
              <a:rPr lang="ru-RU" sz="1200" b="0" i="0" u="none" strike="noStrike" kern="1200" dirty="0">
                <a:solidFill>
                  <a:schemeClr val="tx1"/>
                </a:solidFill>
                <a:effectLst/>
                <a:latin typeface="+mn-lt"/>
                <a:ea typeface="+mn-ea"/>
                <a:cs typeface="+mn-cs"/>
                <a:hlinkClick r:id="rId3"/>
              </a:rPr>
              <a:t>отмечают</a:t>
            </a:r>
            <a:r>
              <a:rPr lang="ru-RU" sz="1200" b="0" i="0" kern="1200" dirty="0">
                <a:solidFill>
                  <a:schemeClr val="tx1"/>
                </a:solidFill>
                <a:effectLst/>
                <a:latin typeface="+mn-lt"/>
                <a:ea typeface="+mn-ea"/>
                <a:cs typeface="+mn-cs"/>
              </a:rPr>
              <a:t> как аналитики, так и ведущие вендоры TI. И это связано не только с замещением ушедших западных продуктов, но и с растущей потребностью компаний в более зрелых и эффективных системах защиты информации.</a:t>
            </a:r>
          </a:p>
          <a:p>
            <a:r>
              <a:rPr lang="ru-RU" sz="1200" b="0" i="0" kern="1200" dirty="0">
                <a:solidFill>
                  <a:schemeClr val="tx1"/>
                </a:solidFill>
                <a:effectLst/>
                <a:latin typeface="+mn-lt"/>
                <a:ea typeface="+mn-ea"/>
                <a:cs typeface="+mn-cs"/>
              </a:rPr>
              <a:t>На сегодняшний день грамотно выстроенная система TI помогает службам ИБ не только реагировать, но и предвидеть атаки. Таким образом, переход от «реактивной» ИБ к более осознанной и проактивной модели — это логичная необходимость.</a:t>
            </a:r>
          </a:p>
          <a:p>
            <a:r>
              <a:rPr lang="ru-RU" sz="1200" b="0" i="0" kern="1200" dirty="0">
                <a:solidFill>
                  <a:schemeClr val="tx1"/>
                </a:solidFill>
                <a:effectLst/>
                <a:latin typeface="+mn-lt"/>
                <a:ea typeface="+mn-ea"/>
                <a:cs typeface="+mn-cs"/>
              </a:rPr>
              <a:t>В настоящее время в качестве базовых TI‑платформ организаций довольно широко распространены </a:t>
            </a:r>
            <a:r>
              <a:rPr lang="ru-RU" sz="1200" b="0" i="0" kern="1200" dirty="0" err="1">
                <a:solidFill>
                  <a:schemeClr val="tx1"/>
                </a:solidFill>
                <a:effectLst/>
                <a:latin typeface="+mn-lt"/>
                <a:ea typeface="+mn-ea"/>
                <a:cs typeface="+mn-cs"/>
              </a:rPr>
              <a:t>open‑source</a:t>
            </a:r>
            <a:r>
              <a:rPr lang="ru-RU" sz="1200" b="0" i="0" kern="1200" dirty="0">
                <a:solidFill>
                  <a:schemeClr val="tx1"/>
                </a:solidFill>
                <a:effectLst/>
                <a:latin typeface="+mn-lt"/>
                <a:ea typeface="+mn-ea"/>
                <a:cs typeface="+mn-cs"/>
              </a:rPr>
              <a:t> решения типа MISP и </a:t>
            </a:r>
            <a:r>
              <a:rPr lang="ru-RU" sz="1200" b="0" i="0" kern="1200" dirty="0" err="1">
                <a:solidFill>
                  <a:schemeClr val="tx1"/>
                </a:solidFill>
                <a:effectLst/>
                <a:latin typeface="+mn-lt"/>
                <a:ea typeface="+mn-ea"/>
                <a:cs typeface="+mn-cs"/>
              </a:rPr>
              <a:t>OpenCTI</a:t>
            </a:r>
            <a:r>
              <a:rPr lang="ru-RU" sz="1200" b="0" i="0" kern="1200" dirty="0">
                <a:solidFill>
                  <a:schemeClr val="tx1"/>
                </a:solidFill>
                <a:effectLst/>
                <a:latin typeface="+mn-lt"/>
                <a:ea typeface="+mn-ea"/>
                <a:cs typeface="+mn-cs"/>
              </a:rPr>
              <a:t>, однако на практике есть ограничения. К примеру, коллеги отмечают, что MISP в типовой конфигурации начинает «задыхаться», когда поток превышает 50–100 тыс. индикаторов в сутки, а </a:t>
            </a:r>
            <a:r>
              <a:rPr lang="ru-RU" sz="1200" b="0" i="0" kern="1200" dirty="0" err="1">
                <a:solidFill>
                  <a:schemeClr val="tx1"/>
                </a:solidFill>
                <a:effectLst/>
                <a:latin typeface="+mn-lt"/>
                <a:ea typeface="+mn-ea"/>
                <a:cs typeface="+mn-cs"/>
              </a:rPr>
              <a:t>OpenCTI</a:t>
            </a:r>
            <a:r>
              <a:rPr lang="ru-RU" sz="1200" b="0" i="0" kern="1200" dirty="0">
                <a:solidFill>
                  <a:schemeClr val="tx1"/>
                </a:solidFill>
                <a:effectLst/>
                <a:latin typeface="+mn-lt"/>
                <a:ea typeface="+mn-ea"/>
                <a:cs typeface="+mn-cs"/>
              </a:rPr>
              <a:t> достаточно ресурсоемка (длительная обработка больших объёмов индикаторов компрометации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проблемы с поддержкой).</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Кроме того, ни MISP, ни </a:t>
            </a:r>
            <a:r>
              <a:rPr lang="ru-RU" sz="1200" b="0" i="0" kern="1200" dirty="0" err="1">
                <a:solidFill>
                  <a:schemeClr val="tx1"/>
                </a:solidFill>
                <a:effectLst/>
                <a:latin typeface="+mn-lt"/>
                <a:ea typeface="+mn-ea"/>
                <a:cs typeface="+mn-cs"/>
              </a:rPr>
              <a:t>OpenCTI</a:t>
            </a:r>
            <a:r>
              <a:rPr lang="ru-RU" sz="1200" b="0" i="0" kern="1200" dirty="0">
                <a:solidFill>
                  <a:schemeClr val="tx1"/>
                </a:solidFill>
                <a:effectLst/>
                <a:latin typeface="+mn-lt"/>
                <a:ea typeface="+mn-ea"/>
                <a:cs typeface="+mn-cs"/>
              </a:rPr>
              <a:t> не являются отечественными продуктами, не сертифицированы в России и не входят в реестр ПО Минцифры, что для субъектов КИИ критически важно. Потому и госструктуры, и частные компании начали всё чаще смотреть в сторону отечественных TI‑решений с понятной техподдержкой, удобной интеграцией с отечественными ИБ‑продуктами (такими как SIEM, SOAR, XDR, NGFW) и, что особенно важно, с фокусом на местный, российский ландшафт угроз (т. е. типичные атаки, группировки, уязвимости ПО, актуальные именно для России).</a:t>
            </a:r>
          </a:p>
          <a:p>
            <a:r>
              <a:rPr lang="ru-RU" sz="1200" b="0" i="0" kern="1200" dirty="0">
                <a:solidFill>
                  <a:schemeClr val="tx1"/>
                </a:solidFill>
                <a:effectLst/>
                <a:latin typeface="+mn-lt"/>
                <a:ea typeface="+mn-ea"/>
                <a:cs typeface="+mn-cs"/>
              </a:rPr>
              <a:t>В этом материале я поставил перед собой цель сделать </a:t>
            </a:r>
            <a:r>
              <a:rPr lang="ru-RU" sz="1200" b="1" i="0" kern="1200" dirty="0">
                <a:solidFill>
                  <a:schemeClr val="tx1"/>
                </a:solidFill>
                <a:effectLst/>
                <a:latin typeface="+mn-lt"/>
                <a:ea typeface="+mn-ea"/>
                <a:cs typeface="+mn-cs"/>
              </a:rPr>
              <a:t>информативный обзор ключевых отечественных TI‑решений</a:t>
            </a:r>
            <a:r>
              <a:rPr lang="ru-RU" sz="1200" b="0" i="0" kern="1200" dirty="0">
                <a:solidFill>
                  <a:schemeClr val="tx1"/>
                </a:solidFill>
                <a:effectLst/>
                <a:latin typeface="+mn-lt"/>
                <a:ea typeface="+mn-ea"/>
                <a:cs typeface="+mn-cs"/>
              </a:rPr>
              <a:t>, отметить их основные особенности, немного поразмышлять о перспективах развития — особенно в контексте защиты КИИ, как одной из приоритетных задач обеспечения цифрового суверенитета нашей страны. Надеюсь, этот обзор будет профессионально полезным и одновременно лёгким для восприятия.</a:t>
            </a:r>
          </a:p>
          <a:p>
            <a:r>
              <a:rPr lang="ru-RU" sz="1200" b="0" i="0" kern="1200" dirty="0">
                <a:solidFill>
                  <a:schemeClr val="tx1"/>
                </a:solidFill>
                <a:effectLst/>
                <a:latin typeface="+mn-lt"/>
                <a:ea typeface="+mn-ea"/>
                <a:cs typeface="+mn-cs"/>
              </a:rPr>
              <a:t>MISP (</a:t>
            </a:r>
            <a:r>
              <a:rPr lang="ru-RU" sz="1200" b="0" i="0" kern="1200" dirty="0" err="1">
                <a:solidFill>
                  <a:schemeClr val="tx1"/>
                </a:solidFill>
                <a:effectLst/>
                <a:latin typeface="+mn-lt"/>
                <a:ea typeface="+mn-ea"/>
                <a:cs typeface="+mn-cs"/>
              </a:rPr>
              <a:t>Malware</a:t>
            </a:r>
            <a:r>
              <a:rPr lang="ru-RU" sz="1200" b="0" i="0" kern="1200" dirty="0">
                <a:solidFill>
                  <a:schemeClr val="tx1"/>
                </a:solidFill>
                <a:effectLst/>
                <a:latin typeface="+mn-lt"/>
                <a:ea typeface="+mn-ea"/>
                <a:cs typeface="+mn-cs"/>
              </a:rPr>
              <a:t> Information </a:t>
            </a:r>
            <a:r>
              <a:rPr lang="ru-RU" sz="1200" b="0" i="0" kern="1200" dirty="0" err="1">
                <a:solidFill>
                  <a:schemeClr val="tx1"/>
                </a:solidFill>
                <a:effectLst/>
                <a:latin typeface="+mn-lt"/>
                <a:ea typeface="+mn-ea"/>
                <a:cs typeface="+mn-cs"/>
              </a:rPr>
              <a:t>Sharing</a:t>
            </a:r>
            <a:r>
              <a:rPr lang="ru-RU" sz="1200" b="0" i="0" kern="1200" dirty="0">
                <a:solidFill>
                  <a:schemeClr val="tx1"/>
                </a:solidFill>
                <a:effectLst/>
                <a:latin typeface="+mn-lt"/>
                <a:ea typeface="+mn-ea"/>
                <a:cs typeface="+mn-cs"/>
              </a:rPr>
              <a:t> Platform &amp;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Sharing</a:t>
            </a:r>
            <a:r>
              <a:rPr lang="ru-RU" sz="1200" b="0" i="0" kern="1200" dirty="0">
                <a:solidFill>
                  <a:schemeClr val="tx1"/>
                </a:solidFill>
                <a:effectLst/>
                <a:latin typeface="+mn-lt"/>
                <a:ea typeface="+mn-ea"/>
                <a:cs typeface="+mn-cs"/>
              </a:rPr>
              <a:t>) представляет собой открытую программную платформу для сбора, обработки, анализа и распределенного обмена оперативной и тактической информацией о киберугрозах. Ключевым функционалом платформы является управление индикаторами компрометации (IOC), включая их структурированное хранение, категоризацию и корреляцию. Платформа поддерживает работу с разнородными типами индикаторов, такими как IP-адреса, доменные имена, хэш-суммы файлов, сигнатуры вредоносного ПО, а также тактиками и техниками из фреймворка MITRE ATT&amp;CK. Все данные организуются в виде событий (</a:t>
            </a:r>
            <a:r>
              <a:rPr lang="ru-RU" sz="1200" b="0" i="0" kern="1200" dirty="0" err="1">
                <a:solidFill>
                  <a:schemeClr val="tx1"/>
                </a:solidFill>
                <a:effectLst/>
                <a:latin typeface="+mn-lt"/>
                <a:ea typeface="+mn-ea"/>
                <a:cs typeface="+mn-cs"/>
              </a:rPr>
              <a:t>Events</a:t>
            </a:r>
            <a:r>
              <a:rPr lang="ru-RU" sz="1200" b="0" i="0" kern="1200" dirty="0">
                <a:solidFill>
                  <a:schemeClr val="tx1"/>
                </a:solidFill>
                <a:effectLst/>
                <a:latin typeface="+mn-lt"/>
                <a:ea typeface="+mn-ea"/>
                <a:cs typeface="+mn-cs"/>
              </a:rPr>
              <a:t>), которые агрегируют связанные атрибуты (</a:t>
            </a:r>
            <a:r>
              <a:rPr lang="ru-RU" sz="1200" b="0" i="0" kern="1200" dirty="0" err="1">
                <a:solidFill>
                  <a:schemeClr val="tx1"/>
                </a:solidFill>
                <a:effectLst/>
                <a:latin typeface="+mn-lt"/>
                <a:ea typeface="+mn-ea"/>
                <a:cs typeface="+mn-cs"/>
              </a:rPr>
              <a:t>Attributes</a:t>
            </a:r>
            <a:r>
              <a:rPr lang="ru-RU" sz="1200" b="0" i="0" kern="1200" dirty="0">
                <a:solidFill>
                  <a:schemeClr val="tx1"/>
                </a:solidFill>
                <a:effectLst/>
                <a:latin typeface="+mn-lt"/>
                <a:ea typeface="+mn-ea"/>
                <a:cs typeface="+mn-cs"/>
              </a:rPr>
              <a:t>) в рамках единого контекста, что обеспечивает сохранение семантической целостности информации об угрозах.</a:t>
            </a:r>
          </a:p>
          <a:p>
            <a:r>
              <a:rPr lang="ru-RU" sz="1200" b="0" i="0" kern="1200" dirty="0">
                <a:solidFill>
                  <a:schemeClr val="tx1"/>
                </a:solidFill>
                <a:effectLst/>
                <a:latin typeface="+mn-lt"/>
                <a:ea typeface="+mn-ea"/>
                <a:cs typeface="+mn-cs"/>
              </a:rPr>
              <a:t>Важнейшим аспектом MISP является поддержка модели распределённого доверия, позволяющей создавать изолированные или частично открытые сообщества для обмена данными. В рамках таких сообществ участники могут обмениваться событиями с гибко настраиваемым уровнем видимости: в пределах организации, внутри сообщества или между несколькими сообществами. Для унификации описания угроз применяется система таксономий и тегов, позволяющая единообразно классифицировать события по различным признакам, включая уровень конфиденциальности, тип угрозы, целевую отрасль и другие параметры. Это значительно ускоряет процесс фильтрации и поиска релевантных данных.</a:t>
            </a:r>
          </a:p>
          <a:p>
            <a:r>
              <a:rPr lang="ru-RU" sz="1200" b="0" i="0" kern="1200" dirty="0">
                <a:solidFill>
                  <a:schemeClr val="tx1"/>
                </a:solidFill>
                <a:effectLst/>
                <a:latin typeface="+mn-lt"/>
                <a:ea typeface="+mn-ea"/>
                <a:cs typeface="+mn-cs"/>
              </a:rPr>
              <a:t>Платформа обладает развитыми средствами автоматизации и интеграции с внешними системами. Через REST API обеспечивается программный доступ ко всем основным функциям MISP, включая загрузку событий, выгрузку индикаторов и выполнение сложных запросов. Поддержка формата STIX (</a:t>
            </a:r>
            <a:r>
              <a:rPr lang="ru-RU" sz="1200" b="0" i="0" kern="1200" dirty="0" err="1">
                <a:solidFill>
                  <a:schemeClr val="tx1"/>
                </a:solidFill>
                <a:effectLst/>
                <a:latin typeface="+mn-lt"/>
                <a:ea typeface="+mn-ea"/>
                <a:cs typeface="+mn-cs"/>
              </a:rPr>
              <a:t>Structured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Information </a:t>
            </a:r>
            <a:r>
              <a:rPr lang="ru-RU" sz="1200" b="0" i="0" kern="1200" dirty="0" err="1">
                <a:solidFill>
                  <a:schemeClr val="tx1"/>
                </a:solidFill>
                <a:effectLst/>
                <a:latin typeface="+mn-lt"/>
                <a:ea typeface="+mn-ea"/>
                <a:cs typeface="+mn-cs"/>
              </a:rPr>
              <a:t>Expression</a:t>
            </a:r>
            <a:r>
              <a:rPr lang="ru-RU" sz="1200" b="0" i="0" kern="1200" dirty="0">
                <a:solidFill>
                  <a:schemeClr val="tx1"/>
                </a:solidFill>
                <a:effectLst/>
                <a:latin typeface="+mn-lt"/>
                <a:ea typeface="+mn-ea"/>
                <a:cs typeface="+mn-cs"/>
              </a:rPr>
              <a:t>) позволяет осуществлять совместимый обмен данными с другими платформами и инструментами. MISP также поддерживает подключение к внешним источникам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Intelligence через механизм </a:t>
            </a:r>
            <a:r>
              <a:rPr lang="ru-RU" sz="1200" b="0" i="0" kern="1200" dirty="0" err="1">
                <a:solidFill>
                  <a:schemeClr val="tx1"/>
                </a:solidFill>
                <a:effectLst/>
                <a:latin typeface="+mn-lt"/>
                <a:ea typeface="+mn-ea"/>
                <a:cs typeface="+mn-cs"/>
              </a:rPr>
              <a:t>фидов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Feeds</a:t>
            </a:r>
            <a:r>
              <a:rPr lang="ru-RU" sz="1200" b="0" i="0" kern="1200" dirty="0">
                <a:solidFill>
                  <a:schemeClr val="tx1"/>
                </a:solidFill>
                <a:effectLst/>
                <a:latin typeface="+mn-lt"/>
                <a:ea typeface="+mn-ea"/>
                <a:cs typeface="+mn-cs"/>
              </a:rPr>
              <a:t>), что обеспечивает автоматическое пополнение базы индикаторов. Для интеграции с системами защиты, такими как SIEM, SOAR, межсетевые экраны и системы обнаружения вторжений, платформа предоставляет возможность экспорта данных в форматы, пригодные для непосредственного использования, включая JSON, CSV и специализированные форматы списков блокировки.</a:t>
            </a:r>
          </a:p>
          <a:p>
            <a:r>
              <a:rPr lang="ru-RU" sz="1200" b="0" i="0" kern="1200" dirty="0">
                <a:solidFill>
                  <a:schemeClr val="tx1"/>
                </a:solidFill>
                <a:effectLst/>
                <a:latin typeface="+mn-lt"/>
                <a:ea typeface="+mn-ea"/>
                <a:cs typeface="+mn-cs"/>
              </a:rPr>
              <a:t>Аналитические возможности MISP включают мощный механизм корреляции, который автоматически выявляет связи между различными событиями и атрибутами, и визуализацию этих связей в виде графов. Это позволяет аналитикам выявлять сложные многозвенные атаки и определять общие паттерны поведения злоумышленников. Использование предопределённых шаблонов событий (Event </a:t>
            </a:r>
            <a:r>
              <a:rPr lang="ru-RU" sz="1200" b="0" i="0" kern="1200" dirty="0" err="1">
                <a:solidFill>
                  <a:schemeClr val="tx1"/>
                </a:solidFill>
                <a:effectLst/>
                <a:latin typeface="+mn-lt"/>
                <a:ea typeface="+mn-ea"/>
                <a:cs typeface="+mn-cs"/>
              </a:rPr>
              <a:t>Templates</a:t>
            </a:r>
            <a:r>
              <a:rPr lang="ru-RU" sz="1200" b="0" i="0" kern="1200" dirty="0">
                <a:solidFill>
                  <a:schemeClr val="tx1"/>
                </a:solidFill>
                <a:effectLst/>
                <a:latin typeface="+mn-lt"/>
                <a:ea typeface="+mn-ea"/>
                <a:cs typeface="+mn-cs"/>
              </a:rPr>
              <a:t>) ускоряет процесс документирования новых инцидентов. Таким образом, MISP функционирует как центральный узел в инфраструктуре кибербезопасности, обеспечивающий не только хранение и обмен индикаторами, но и поддержку полного цикла работы с информацией о угрозах — от сбора и обогащения данных до их оперативного использования в системах активной защиты.</a:t>
            </a:r>
          </a:p>
          <a:p>
            <a:endParaRPr lang="ru-RU" sz="1200" b="0" i="0" kern="1200" dirty="0">
              <a:solidFill>
                <a:schemeClr val="tx1"/>
              </a:solidFill>
              <a:effectLst/>
              <a:latin typeface="+mn-lt"/>
              <a:ea typeface="+mn-ea"/>
              <a:cs typeface="+mn-cs"/>
            </a:endParaRPr>
          </a:p>
          <a:p>
            <a:endParaRPr lang="ru-RU" sz="1200" b="0" i="0" kern="1200" dirty="0">
              <a:solidFill>
                <a:schemeClr val="tx1"/>
              </a:solidFill>
              <a:effectLst/>
              <a:latin typeface="+mn-lt"/>
              <a:ea typeface="+mn-ea"/>
              <a:cs typeface="+mn-cs"/>
            </a:endParaRPr>
          </a:p>
          <a:p>
            <a:br>
              <a:rPr lang="ru-RU" dirty="0"/>
            </a:br>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7</a:t>
            </a:fld>
            <a:endParaRPr lang="ru-RU"/>
          </a:p>
        </p:txBody>
      </p:sp>
    </p:spTree>
    <p:extLst>
      <p:ext uri="{BB962C8B-B14F-4D97-AF65-F5344CB8AC3E}">
        <p14:creationId xmlns:p14="http://schemas.microsoft.com/office/powerpoint/2010/main" val="2003532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Примеры индикаторов компрометации</a:t>
            </a:r>
          </a:p>
          <a:p>
            <a:r>
              <a:rPr lang="ru-RU" sz="1200" b="1" kern="1200" dirty="0">
                <a:solidFill>
                  <a:schemeClr val="tx1"/>
                </a:solidFill>
                <a:effectLst/>
                <a:latin typeface="+mn-lt"/>
                <a:ea typeface="+mn-ea"/>
                <a:cs typeface="+mn-cs"/>
              </a:rPr>
              <a:t>1. Сетевые индикаторы:</a:t>
            </a:r>
          </a:p>
          <a:p>
            <a:r>
              <a:rPr lang="ru-RU" sz="1200" b="1" i="0" kern="1200" dirty="0">
                <a:solidFill>
                  <a:schemeClr val="tx1"/>
                </a:solidFill>
                <a:effectLst/>
                <a:latin typeface="+mn-lt"/>
                <a:ea typeface="+mn-ea"/>
                <a:cs typeface="+mn-cs"/>
              </a:rPr>
              <a:t>Злонамеренный IP-адрес:</a:t>
            </a:r>
            <a:r>
              <a:rPr lang="ru-RU" sz="1200" b="0" i="0" kern="1200" dirty="0">
                <a:solidFill>
                  <a:schemeClr val="tx1"/>
                </a:solidFill>
                <a:effectLst/>
                <a:latin typeface="+mn-lt"/>
                <a:ea typeface="+mn-ea"/>
                <a:cs typeface="+mn-cs"/>
              </a:rPr>
              <a:t> 185.159.82.218</a:t>
            </a:r>
          </a:p>
          <a:p>
            <a:r>
              <a:rPr lang="ru-RU" sz="1200" b="1" i="0" kern="1200" dirty="0">
                <a:solidFill>
                  <a:schemeClr val="tx1"/>
                </a:solidFill>
                <a:effectLst/>
                <a:latin typeface="+mn-lt"/>
                <a:ea typeface="+mn-ea"/>
                <a:cs typeface="+mn-cs"/>
              </a:rPr>
              <a:t>Фишинговый домен:</a:t>
            </a:r>
            <a:r>
              <a:rPr lang="ru-RU" sz="1200" b="0" i="0" kern="1200" dirty="0">
                <a:solidFill>
                  <a:schemeClr val="tx1"/>
                </a:solidFill>
                <a:effectLst/>
                <a:latin typeface="+mn-lt"/>
                <a:ea typeface="+mn-ea"/>
                <a:cs typeface="+mn-cs"/>
              </a:rPr>
              <a:t> example-phishing.com</a:t>
            </a:r>
          </a:p>
          <a:p>
            <a:r>
              <a:rPr lang="ru-RU" sz="1200" b="1" i="0" kern="1200" dirty="0">
                <a:solidFill>
                  <a:schemeClr val="tx1"/>
                </a:solidFill>
                <a:effectLst/>
                <a:latin typeface="+mn-lt"/>
                <a:ea typeface="+mn-ea"/>
                <a:cs typeface="+mn-cs"/>
              </a:rPr>
              <a:t>URL для скачивания вредоносного ПО:</a:t>
            </a:r>
            <a:r>
              <a:rPr lang="ru-RU" sz="1200" b="0" i="0" kern="1200" dirty="0">
                <a:solidFill>
                  <a:schemeClr val="tx1"/>
                </a:solidFill>
                <a:effectLst/>
                <a:latin typeface="+mn-lt"/>
                <a:ea typeface="+mn-ea"/>
                <a:cs typeface="+mn-cs"/>
              </a:rPr>
              <a:t> http://malicious-domain.com/trojan.exe</a:t>
            </a:r>
          </a:p>
          <a:p>
            <a:r>
              <a:rPr lang="ru-RU" sz="1200" b="1" kern="1200" dirty="0">
                <a:solidFill>
                  <a:schemeClr val="tx1"/>
                </a:solidFill>
                <a:effectLst/>
                <a:latin typeface="+mn-lt"/>
                <a:ea typeface="+mn-ea"/>
                <a:cs typeface="+mn-cs"/>
              </a:rPr>
              <a:t>2. Файловые индикаторы:</a:t>
            </a:r>
          </a:p>
          <a:p>
            <a:r>
              <a:rPr lang="ru-RU" sz="1200" b="1" i="0" kern="1200" dirty="0">
                <a:solidFill>
                  <a:schemeClr val="tx1"/>
                </a:solidFill>
                <a:effectLst/>
                <a:latin typeface="+mn-lt"/>
                <a:ea typeface="+mn-ea"/>
                <a:cs typeface="+mn-cs"/>
              </a:rPr>
              <a:t>Хэш-сумма вредоносного файла:</a:t>
            </a:r>
            <a:r>
              <a:rPr lang="ru-RU" sz="1200" b="0" i="0" kern="1200" dirty="0">
                <a:solidFill>
                  <a:schemeClr val="tx1"/>
                </a:solidFill>
                <a:effectLst/>
                <a:latin typeface="+mn-lt"/>
                <a:ea typeface="+mn-ea"/>
                <a:cs typeface="+mn-cs"/>
              </a:rPr>
              <a:t> a1b2c3d4e5f6789012345678901234567890</a:t>
            </a:r>
          </a:p>
          <a:p>
            <a:r>
              <a:rPr lang="ru-RU" sz="1200" b="1" i="0" kern="1200" dirty="0">
                <a:solidFill>
                  <a:schemeClr val="tx1"/>
                </a:solidFill>
                <a:effectLst/>
                <a:latin typeface="+mn-lt"/>
                <a:ea typeface="+mn-ea"/>
                <a:cs typeface="+mn-cs"/>
              </a:rPr>
              <a:t>Имя вредоносного процесса:</a:t>
            </a:r>
            <a:r>
              <a:rPr lang="ru-RU" sz="1200" b="0" i="0" kern="1200" dirty="0">
                <a:solidFill>
                  <a:schemeClr val="tx1"/>
                </a:solidFill>
                <a:effectLst/>
                <a:latin typeface="+mn-lt"/>
                <a:ea typeface="+mn-ea"/>
                <a:cs typeface="+mn-cs"/>
              </a:rPr>
              <a:t> svchost.exe (в нестандартной директории)</a:t>
            </a:r>
          </a:p>
          <a:p>
            <a:r>
              <a:rPr lang="ru-RU" sz="1200" b="1" kern="1200" dirty="0">
                <a:solidFill>
                  <a:schemeClr val="tx1"/>
                </a:solidFill>
                <a:effectLst/>
                <a:latin typeface="+mn-lt"/>
                <a:ea typeface="+mn-ea"/>
                <a:cs typeface="+mn-cs"/>
              </a:rPr>
              <a:t>3. Поведенческие индикаторы:</a:t>
            </a:r>
          </a:p>
          <a:p>
            <a:r>
              <a:rPr lang="ru-RU" sz="1200" b="1" i="0" kern="1200" dirty="0">
                <a:solidFill>
                  <a:schemeClr val="tx1"/>
                </a:solidFill>
                <a:effectLst/>
                <a:latin typeface="+mn-lt"/>
                <a:ea typeface="+mn-ea"/>
                <a:cs typeface="+mn-cs"/>
              </a:rPr>
              <a:t>Нестандартный порт для передачи данных:</a:t>
            </a:r>
            <a:r>
              <a:rPr lang="ru-RU" sz="1200" b="0" i="0" kern="1200" dirty="0">
                <a:solidFill>
                  <a:schemeClr val="tx1"/>
                </a:solidFill>
                <a:effectLst/>
                <a:latin typeface="+mn-lt"/>
                <a:ea typeface="+mn-ea"/>
                <a:cs typeface="+mn-cs"/>
              </a:rPr>
              <a:t> 4444</a:t>
            </a:r>
          </a:p>
          <a:p>
            <a:r>
              <a:rPr lang="ru-RU" sz="1200" b="1" i="0" kern="1200" dirty="0">
                <a:solidFill>
                  <a:schemeClr val="tx1"/>
                </a:solidFill>
                <a:effectLst/>
                <a:latin typeface="+mn-lt"/>
                <a:ea typeface="+mn-ea"/>
                <a:cs typeface="+mn-cs"/>
              </a:rPr>
              <a:t>Аномальная активность в логах:</a:t>
            </a:r>
            <a:r>
              <a:rPr lang="ru-RU" sz="1200" b="0" i="0" kern="1200" dirty="0">
                <a:solidFill>
                  <a:schemeClr val="tx1"/>
                </a:solidFill>
                <a:effectLst/>
                <a:latin typeface="+mn-lt"/>
                <a:ea typeface="+mn-ea"/>
                <a:cs typeface="+mn-cs"/>
              </a:rPr>
              <a:t> множественные </a:t>
            </a:r>
            <a:r>
              <a:rPr lang="ru-RU" sz="1200" b="0" i="0" kern="1200" dirty="0" err="1">
                <a:solidFill>
                  <a:schemeClr val="tx1"/>
                </a:solidFill>
                <a:effectLst/>
                <a:latin typeface="+mn-lt"/>
                <a:ea typeface="+mn-ea"/>
                <a:cs typeface="+mn-cs"/>
              </a:rPr>
              <a:t>failed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login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attempts</a:t>
            </a:r>
            <a:endParaRPr lang="ru-RU" sz="1200" b="0" i="0" kern="1200" dirty="0">
              <a:solidFill>
                <a:schemeClr val="tx1"/>
              </a:solidFill>
              <a:effectLst/>
              <a:latin typeface="+mn-lt"/>
              <a:ea typeface="+mn-ea"/>
              <a:cs typeface="+mn-cs"/>
            </a:endParaRPr>
          </a:p>
          <a:p>
            <a:br>
              <a:rPr lang="ru-RU" dirty="0"/>
            </a:br>
            <a:endParaRPr lang="ru-RU" dirty="0"/>
          </a:p>
          <a:p>
            <a:r>
              <a:rPr lang="ru-RU" sz="1200" b="1" kern="1200" dirty="0">
                <a:solidFill>
                  <a:schemeClr val="tx1"/>
                </a:solidFill>
                <a:effectLst/>
                <a:latin typeface="+mn-lt"/>
                <a:ea typeface="+mn-ea"/>
                <a:cs typeface="+mn-cs"/>
              </a:rPr>
              <a:t>Процесс работы с </a:t>
            </a:r>
            <a:r>
              <a:rPr lang="ru-RU" sz="1200" b="1" kern="1200" dirty="0" err="1">
                <a:solidFill>
                  <a:schemeClr val="tx1"/>
                </a:solidFill>
                <a:effectLst/>
                <a:latin typeface="+mn-lt"/>
                <a:ea typeface="+mn-ea"/>
                <a:cs typeface="+mn-cs"/>
              </a:rPr>
              <a:t>IoC</a:t>
            </a:r>
            <a:endParaRPr lang="ru-RU" sz="1200" b="1"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Сбор индикаторов</a:t>
            </a:r>
            <a:r>
              <a:rPr lang="ru-RU" sz="1200" b="0" i="0" kern="1200" dirty="0">
                <a:solidFill>
                  <a:schemeClr val="tx1"/>
                </a:solidFill>
                <a:effectLst/>
                <a:latin typeface="+mn-lt"/>
                <a:ea typeface="+mn-ea"/>
                <a:cs typeface="+mn-cs"/>
              </a:rPr>
              <a:t> из различных источников</a:t>
            </a:r>
          </a:p>
          <a:p>
            <a:r>
              <a:rPr lang="ru-RU" sz="1200" b="1" i="0" kern="1200" dirty="0">
                <a:solidFill>
                  <a:schemeClr val="tx1"/>
                </a:solidFill>
                <a:effectLst/>
                <a:latin typeface="+mn-lt"/>
                <a:ea typeface="+mn-ea"/>
                <a:cs typeface="+mn-cs"/>
              </a:rPr>
              <a:t>Агрегация и обогащение</a:t>
            </a:r>
            <a:r>
              <a:rPr lang="ru-RU" sz="1200" b="0" i="0" kern="1200" dirty="0">
                <a:solidFill>
                  <a:schemeClr val="tx1"/>
                </a:solidFill>
                <a:effectLst/>
                <a:latin typeface="+mn-lt"/>
                <a:ea typeface="+mn-ea"/>
                <a:cs typeface="+mn-cs"/>
              </a:rPr>
              <a:t> данных</a:t>
            </a:r>
          </a:p>
          <a:p>
            <a:r>
              <a:rPr lang="ru-RU" sz="1200" b="1" i="0" kern="1200" dirty="0">
                <a:solidFill>
                  <a:schemeClr val="tx1"/>
                </a:solidFill>
                <a:effectLst/>
                <a:latin typeface="+mn-lt"/>
                <a:ea typeface="+mn-ea"/>
                <a:cs typeface="+mn-cs"/>
              </a:rPr>
              <a:t>Интеграция</a:t>
            </a:r>
            <a:r>
              <a:rPr lang="ru-RU" sz="1200" b="0" i="0" kern="1200" dirty="0">
                <a:solidFill>
                  <a:schemeClr val="tx1"/>
                </a:solidFill>
                <a:effectLst/>
                <a:latin typeface="+mn-lt"/>
                <a:ea typeface="+mn-ea"/>
                <a:cs typeface="+mn-cs"/>
              </a:rPr>
              <a:t> в системы безопасности</a:t>
            </a:r>
          </a:p>
          <a:p>
            <a:r>
              <a:rPr lang="ru-RU" sz="1200" b="1" i="0" kern="1200" dirty="0">
                <a:solidFill>
                  <a:schemeClr val="tx1"/>
                </a:solidFill>
                <a:effectLst/>
                <a:latin typeface="+mn-lt"/>
                <a:ea typeface="+mn-ea"/>
                <a:cs typeface="+mn-cs"/>
              </a:rPr>
              <a:t>Обнаружение</a:t>
            </a:r>
            <a:r>
              <a:rPr lang="ru-RU" sz="1200" b="0" i="0" kern="1200" dirty="0">
                <a:solidFill>
                  <a:schemeClr val="tx1"/>
                </a:solidFill>
                <a:effectLst/>
                <a:latin typeface="+mn-lt"/>
                <a:ea typeface="+mn-ea"/>
                <a:cs typeface="+mn-cs"/>
              </a:rPr>
              <a:t> подозрительной активности</a:t>
            </a:r>
          </a:p>
          <a:p>
            <a:r>
              <a:rPr lang="ru-RU" sz="1200" b="1" i="0" kern="1200" dirty="0">
                <a:solidFill>
                  <a:schemeClr val="tx1"/>
                </a:solidFill>
                <a:effectLst/>
                <a:latin typeface="+mn-lt"/>
                <a:ea typeface="+mn-ea"/>
                <a:cs typeface="+mn-cs"/>
              </a:rPr>
              <a:t>Анализ</a:t>
            </a:r>
            <a:r>
              <a:rPr lang="ru-RU" sz="1200" b="0" i="0" kern="1200" dirty="0">
                <a:solidFill>
                  <a:schemeClr val="tx1"/>
                </a:solidFill>
                <a:effectLst/>
                <a:latin typeface="+mn-lt"/>
                <a:ea typeface="+mn-ea"/>
                <a:cs typeface="+mn-cs"/>
              </a:rPr>
              <a:t> инцидентов</a:t>
            </a:r>
          </a:p>
          <a:p>
            <a:r>
              <a:rPr lang="ru-RU" sz="1200" b="1" i="0" kern="1200" dirty="0">
                <a:solidFill>
                  <a:schemeClr val="tx1"/>
                </a:solidFill>
                <a:effectLst/>
                <a:latin typeface="+mn-lt"/>
                <a:ea typeface="+mn-ea"/>
                <a:cs typeface="+mn-cs"/>
              </a:rPr>
              <a:t>Реагирование</a:t>
            </a:r>
            <a:r>
              <a:rPr lang="ru-RU" sz="1200" b="0" i="0" kern="1200" dirty="0">
                <a:solidFill>
                  <a:schemeClr val="tx1"/>
                </a:solidFill>
                <a:effectLst/>
                <a:latin typeface="+mn-lt"/>
                <a:ea typeface="+mn-ea"/>
                <a:cs typeface="+mn-cs"/>
              </a:rPr>
              <a:t> и устранение угроз</a:t>
            </a:r>
          </a:p>
          <a:p>
            <a:r>
              <a:rPr lang="ru-RU" sz="1200" b="0" i="0" kern="1200" dirty="0">
                <a:solidFill>
                  <a:schemeClr val="tx1"/>
                </a:solidFill>
                <a:effectLst/>
                <a:latin typeface="+mn-lt"/>
                <a:ea typeface="+mn-ea"/>
                <a:cs typeface="+mn-cs"/>
              </a:rPr>
              <a:t>Индикаторы компрометации являются важным инструментом в арсенале специалистов по кибербезопасности, позволяя обнаруживать и предотвращать кибератаки на ранних стадиях.</a:t>
            </a:r>
          </a:p>
          <a:p>
            <a:pPr fontAlgn="base"/>
            <a:r>
              <a:rPr lang="ru-RU" sz="1200" b="1" i="0" kern="1200" dirty="0">
                <a:solidFill>
                  <a:schemeClr val="tx1"/>
                </a:solidFill>
                <a:effectLst/>
                <a:latin typeface="+mn-lt"/>
                <a:ea typeface="+mn-ea"/>
                <a:cs typeface="+mn-cs"/>
              </a:rPr>
              <a:t>Источник индикатора компрометации (</a:t>
            </a:r>
            <a:r>
              <a:rPr lang="ru-RU" sz="1200" b="1" i="0" kern="1200" dirty="0" err="1">
                <a:solidFill>
                  <a:schemeClr val="tx1"/>
                </a:solidFill>
                <a:effectLst/>
                <a:latin typeface="+mn-lt"/>
                <a:ea typeface="+mn-ea"/>
                <a:cs typeface="+mn-cs"/>
              </a:rPr>
              <a:t>IoC</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pPr fontAlgn="base"/>
            <a:r>
              <a:rPr lang="ru-RU" sz="1200" b="0" i="0" kern="1200" dirty="0">
                <a:solidFill>
                  <a:schemeClr val="tx1"/>
                </a:solidFill>
                <a:effectLst/>
                <a:latin typeface="+mn-lt"/>
                <a:ea typeface="+mn-ea"/>
                <a:cs typeface="+mn-cs"/>
              </a:rPr>
              <a:t>Признаки компрометации могут исходить из множества источников и делиться на две категории: внешние и внутренние.</a:t>
            </a:r>
          </a:p>
          <a:p>
            <a:pPr fontAlgn="base"/>
            <a:r>
              <a:rPr lang="ru-RU" sz="1200" b="1" i="0" kern="1200" dirty="0">
                <a:solidFill>
                  <a:schemeClr val="tx1"/>
                </a:solidFill>
                <a:effectLst/>
                <a:latin typeface="+mn-lt"/>
                <a:ea typeface="+mn-ea"/>
                <a:cs typeface="+mn-cs"/>
              </a:rPr>
              <a:t>Внешние агентства:</a:t>
            </a:r>
          </a:p>
          <a:p>
            <a:pPr fontAlgn="base"/>
            <a:r>
              <a:rPr lang="ru-RU" sz="1200" b="0" i="0" kern="1200" dirty="0">
                <a:solidFill>
                  <a:schemeClr val="tx1"/>
                </a:solidFill>
                <a:effectLst/>
                <a:latin typeface="+mn-lt"/>
                <a:ea typeface="+mn-ea"/>
                <a:cs typeface="+mn-cs"/>
              </a:rPr>
              <a:t>Внешними источниками могут быть коммерческие или отраслевые организации, а также бесплатные источники индикаторов компрометации, которые можно найти в интернете, например IOC </a:t>
            </a:r>
            <a:r>
              <a:rPr lang="ru-RU" sz="1200" b="0" i="0" kern="1200" dirty="0" err="1">
                <a:solidFill>
                  <a:schemeClr val="tx1"/>
                </a:solidFill>
                <a:effectLst/>
                <a:latin typeface="+mn-lt"/>
                <a:ea typeface="+mn-ea"/>
                <a:cs typeface="+mn-cs"/>
              </a:rPr>
              <a:t>bucket</a:t>
            </a:r>
            <a:r>
              <a:rPr lang="ru-RU" sz="1200" b="0" i="0" kern="1200" dirty="0">
                <a:solidFill>
                  <a:schemeClr val="tx1"/>
                </a:solidFill>
                <a:effectLst/>
                <a:latin typeface="+mn-lt"/>
                <a:ea typeface="+mn-ea"/>
                <a:cs typeface="+mn-cs"/>
              </a:rPr>
              <a:t> и MISP. Например. К коммерческим или отраслевым источникам индикаторов компрометации относятся поставщики антивирусного ПО и средств защиты от вредоносного ПО. Все они имеют обширную библиотеку или коллекцию индикаторов компрометации. Среди ключевых бесплатных источников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доступных нам, можно назвать </a:t>
            </a:r>
            <a:r>
              <a:rPr lang="ru-RU" sz="1200" b="0" i="0" u="none" strike="noStrike" kern="1200" dirty="0">
                <a:solidFill>
                  <a:schemeClr val="tx1"/>
                </a:solidFill>
                <a:effectLst/>
                <a:latin typeface="+mn-lt"/>
                <a:ea typeface="+mn-ea"/>
                <a:cs typeface="+mn-cs"/>
                <a:hlinkClick r:id="rId3"/>
              </a:rPr>
              <a:t>платформу обмена информацией о вредоносном ПО</a:t>
            </a:r>
            <a:r>
              <a:rPr lang="ru-RU" sz="1200" b="0" i="0" kern="1200" dirty="0">
                <a:solidFill>
                  <a:schemeClr val="tx1"/>
                </a:solidFill>
                <a:effectLst/>
                <a:latin typeface="+mn-lt"/>
                <a:ea typeface="+mn-ea"/>
                <a:cs typeface="+mn-cs"/>
              </a:rPr>
              <a:t> или MISP, а также </a:t>
            </a:r>
            <a:r>
              <a:rPr lang="ru-RU" sz="1200" b="0" i="0" u="none" strike="noStrike" kern="1200" dirty="0" err="1">
                <a:solidFill>
                  <a:schemeClr val="tx1"/>
                </a:solidFill>
                <a:effectLst/>
                <a:latin typeface="+mn-lt"/>
                <a:ea typeface="+mn-ea"/>
                <a:cs typeface="+mn-cs"/>
                <a:hlinkClick r:id="rId4"/>
              </a:rPr>
              <a:t>AlienVault</a:t>
            </a:r>
            <a:r>
              <a:rPr lang="ru-RU" sz="1200" b="0" i="0" u="none" strike="noStrike" kern="1200" dirty="0">
                <a:solidFill>
                  <a:schemeClr val="tx1"/>
                </a:solidFill>
                <a:effectLst/>
                <a:latin typeface="+mn-lt"/>
                <a:ea typeface="+mn-ea"/>
                <a:cs typeface="+mn-cs"/>
                <a:hlinkClick r:id="rId4"/>
              </a:rPr>
              <a:t> OTX</a:t>
            </a:r>
            <a:r>
              <a:rPr lang="ru-RU" sz="1200" b="0" i="0" kern="1200" dirty="0">
                <a:solidFill>
                  <a:schemeClr val="tx1"/>
                </a:solidFill>
                <a:effectLst/>
                <a:latin typeface="+mn-lt"/>
                <a:ea typeface="+mn-ea"/>
                <a:cs typeface="+mn-cs"/>
              </a:rPr>
              <a:t>, который является отличным ресурсом во многих областях. У нас также есть специальный раздел IOC, где вы можете создавать собственные индикаторы компрометации и делиться ими с сообществом. Кроме того, </a:t>
            </a:r>
            <a:r>
              <a:rPr lang="ru-RU" sz="1200" b="0" i="0" kern="1200" dirty="0" err="1">
                <a:solidFill>
                  <a:schemeClr val="tx1"/>
                </a:solidFill>
                <a:effectLst/>
                <a:latin typeface="+mn-lt"/>
                <a:ea typeface="+mn-ea"/>
                <a:cs typeface="+mn-cs"/>
              </a:rPr>
              <a:t>Blueliv</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Exchange Network — ещё один отличный пример бесплатного источника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a:t>
            </a:r>
          </a:p>
          <a:p>
            <a:pPr fontAlgn="base"/>
            <a:r>
              <a:rPr lang="ru-RU" sz="1200" b="1" i="0" kern="1200" dirty="0">
                <a:solidFill>
                  <a:schemeClr val="tx1"/>
                </a:solidFill>
                <a:effectLst/>
                <a:latin typeface="+mn-lt"/>
                <a:ea typeface="+mn-ea"/>
                <a:cs typeface="+mn-cs"/>
              </a:rPr>
              <a:t>Внутренние источники:</a:t>
            </a:r>
          </a:p>
          <a:p>
            <a:pPr fontAlgn="base"/>
            <a:r>
              <a:rPr lang="ru-RU" sz="1200" b="0" i="0" kern="1200" dirty="0">
                <a:solidFill>
                  <a:schemeClr val="tx1"/>
                </a:solidFill>
                <a:effectLst/>
                <a:latin typeface="+mn-lt"/>
                <a:ea typeface="+mn-ea"/>
                <a:cs typeface="+mn-cs"/>
              </a:rPr>
              <a:t>Существует несколько способов сбора журналов и событий, которые позволяют анализировать и выявлять индикаторы компрометации. Это могут быть как коммерческие, так и бесплатные системы. Например, внутренние журналы и средства просмотра событий. К ключевым индикаторам относятся необычный исходящий сетевой трафик и географические аномалии. Например, пользователи вашей учетной записи, которые входят в систему из других стран или выполняют какие-либо рискованные действия после входа в систему. Вы также можете заметить, что при нескольких неудачных попытках входа в систему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указывает на потенциальную атаку на одну из ваших учётных записей. Вы также можете заметить аномалии в трафике, например увеличение объёма чтения из базы данных или аномалии в размере HTML-ответов, необычные DNS-запросы, а также подозрительные изменения в файлах и реестре.</a:t>
            </a:r>
          </a:p>
          <a:p>
            <a:pPr fontAlgn="base"/>
            <a:r>
              <a:rPr lang="ru-RU" sz="1200" b="1" i="0" kern="1200" dirty="0">
                <a:solidFill>
                  <a:schemeClr val="tx1"/>
                </a:solidFill>
                <a:effectLst/>
                <a:latin typeface="+mn-lt"/>
                <a:ea typeface="+mn-ea"/>
                <a:cs typeface="+mn-cs"/>
              </a:rPr>
              <a:t>Как собирать, создавать, распространять и контролировать </a:t>
            </a:r>
            <a:r>
              <a:rPr lang="ru-RU" sz="1200" b="1" i="0" kern="1200" dirty="0" err="1">
                <a:solidFill>
                  <a:schemeClr val="tx1"/>
                </a:solidFill>
                <a:effectLst/>
                <a:latin typeface="+mn-lt"/>
                <a:ea typeface="+mn-ea"/>
                <a:cs typeface="+mn-cs"/>
              </a:rPr>
              <a:t>IoC</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pPr fontAlgn="base"/>
            <a:r>
              <a:rPr lang="ru-RU" sz="1200" b="0" i="0" kern="1200" dirty="0">
                <a:solidFill>
                  <a:schemeClr val="tx1"/>
                </a:solidFill>
                <a:effectLst/>
                <a:latin typeface="+mn-lt"/>
                <a:ea typeface="+mn-ea"/>
                <a:cs typeface="+mn-cs"/>
              </a:rPr>
              <a:t>Тем не менее этот список не является исчерпывающим, поэтому очень важно провести базовый мониторинг, прежде чем вы начнёте изучать свою сеть. После этого вам будет гораздо проще выявлять необычный трафик или любые другие аномалии. Вы можете создать собственные индикаторы компрометации. Как аналитик, вы можете создать их на основе собственных шаблонов или наблюдений за внутренней сетью. Это можно сделать с помощью платформы </a:t>
            </a:r>
            <a:r>
              <a:rPr lang="ru-RU" sz="1200" b="0" i="0" kern="1200" dirty="0" err="1">
                <a:solidFill>
                  <a:schemeClr val="tx1"/>
                </a:solidFill>
                <a:effectLst/>
                <a:latin typeface="+mn-lt"/>
                <a:ea typeface="+mn-ea"/>
                <a:cs typeface="+mn-cs"/>
              </a:rPr>
              <a:t>OpenIOC</a:t>
            </a:r>
            <a:r>
              <a:rPr lang="ru-RU" sz="1200" b="0" i="0" kern="1200" dirty="0">
                <a:solidFill>
                  <a:schemeClr val="tx1"/>
                </a:solidFill>
                <a:effectLst/>
                <a:latin typeface="+mn-lt"/>
                <a:ea typeface="+mn-ea"/>
                <a:cs typeface="+mn-cs"/>
              </a:rPr>
              <a:t>, которая использует расширяемую XML-схему для сканирования хостов.</a:t>
            </a:r>
            <a:br>
              <a:rPr lang="ru-RU" sz="1200" b="0" i="0" kern="1200" dirty="0">
                <a:solidFill>
                  <a:schemeClr val="tx1"/>
                </a:solidFill>
                <a:effectLst/>
                <a:latin typeface="+mn-lt"/>
                <a:ea typeface="+mn-ea"/>
                <a:cs typeface="+mn-cs"/>
              </a:rPr>
            </a:br>
            <a:r>
              <a:rPr lang="ru-RU" sz="1200" b="0" i="0" kern="1200" dirty="0">
                <a:solidFill>
                  <a:schemeClr val="tx1"/>
                </a:solidFill>
                <a:effectLst/>
                <a:latin typeface="+mn-lt"/>
                <a:ea typeface="+mn-ea"/>
                <a:cs typeface="+mn-cs"/>
              </a:rPr>
              <a:t>Преимущество этого подхода в том, что после его внедрения вы можете обмениваться данными между организациями. В этом вам помогут отличные онлайн-инструменты. К ним относятся редактор индикаторов компрометации, корзина индикаторов компрометации и </a:t>
            </a:r>
            <a:r>
              <a:rPr lang="ru-RU" sz="1200" b="0" i="0" kern="1200" dirty="0" err="1">
                <a:solidFill>
                  <a:schemeClr val="tx1"/>
                </a:solidFill>
                <a:effectLst/>
                <a:latin typeface="+mn-lt"/>
                <a:ea typeface="+mn-ea"/>
                <a:cs typeface="+mn-cs"/>
              </a:rPr>
              <a:t>ioc_writer</a:t>
            </a:r>
            <a:r>
              <a:rPr lang="ru-RU" sz="1200" b="0" i="0" kern="1200" dirty="0">
                <a:solidFill>
                  <a:schemeClr val="tx1"/>
                </a:solidFill>
                <a:effectLst/>
                <a:latin typeface="+mn-lt"/>
                <a:ea typeface="+mn-ea"/>
                <a:cs typeface="+mn-cs"/>
              </a:rPr>
              <a:t>. Сами индикаторы компрометации предоставят вам важную информацию, которая поможет прогнозировать будущие угрозы и атаки и, конечно же, может быть очень эффективной при работе с действующей системой или сетью. Чтобы эффективно использовать данные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необходимо в первую очередь определить цели их применения в вашей стратегии защиты. Затем вы можете определить релевантные и важные индикаторы компрометации на основе доступных вам ресурсов.</a:t>
            </a:r>
          </a:p>
          <a:p>
            <a:pPr fontAlgn="base"/>
            <a:r>
              <a:rPr lang="ru-RU" sz="1200" b="1" i="0" u="none" strike="noStrike" kern="1200" dirty="0">
                <a:solidFill>
                  <a:schemeClr val="tx1"/>
                </a:solidFill>
                <a:effectLst/>
                <a:latin typeface="+mn-lt"/>
                <a:ea typeface="+mn-ea"/>
                <a:cs typeface="+mn-cs"/>
                <a:hlinkClick r:id="rId5"/>
              </a:rPr>
              <a:t>См. также</a:t>
            </a:r>
            <a:r>
              <a:rPr lang="ru-RU" sz="1200" b="0" i="0" u="none" strike="noStrike" kern="1200" dirty="0">
                <a:solidFill>
                  <a:schemeClr val="tx1"/>
                </a:solidFill>
                <a:effectLst/>
                <a:latin typeface="+mn-lt"/>
                <a:ea typeface="+mn-ea"/>
                <a:cs typeface="+mn-cs"/>
                <a:hlinkClick r:id="rId5"/>
              </a:rPr>
              <a:t> Как устранить уязвимость Apache </a:t>
            </a:r>
            <a:r>
              <a:rPr lang="ru-RU" sz="1200" b="0" i="0" u="none" strike="noStrike" kern="1200" dirty="0" err="1">
                <a:solidFill>
                  <a:schemeClr val="tx1"/>
                </a:solidFill>
                <a:effectLst/>
                <a:latin typeface="+mn-lt"/>
                <a:ea typeface="+mn-ea"/>
                <a:cs typeface="+mn-cs"/>
                <a:hlinkClick r:id="rId5"/>
              </a:rPr>
              <a:t>Cassandra</a:t>
            </a:r>
            <a:r>
              <a:rPr lang="ru-RU" sz="1200" b="0" i="0" u="none" strike="noStrike" kern="1200" dirty="0">
                <a:solidFill>
                  <a:schemeClr val="tx1"/>
                </a:solidFill>
                <a:effectLst/>
                <a:latin typeface="+mn-lt"/>
                <a:ea typeface="+mn-ea"/>
                <a:cs typeface="+mn-cs"/>
                <a:hlinkClick r:id="rId5"/>
              </a:rPr>
              <a:t> RCE — CVE-2021-44521</a:t>
            </a:r>
            <a:endParaRPr lang="ru-RU" sz="1200" b="0" i="0" kern="1200" dirty="0">
              <a:solidFill>
                <a:schemeClr val="tx1"/>
              </a:solidFill>
              <a:effectLst/>
              <a:latin typeface="+mn-lt"/>
              <a:ea typeface="+mn-ea"/>
              <a:cs typeface="+mn-cs"/>
            </a:endParaRPr>
          </a:p>
          <a:p>
            <a:pPr fontAlgn="base"/>
            <a:r>
              <a:rPr lang="ru-RU" sz="1200" b="1" i="0" kern="1200" dirty="0">
                <a:solidFill>
                  <a:schemeClr val="tx1"/>
                </a:solidFill>
                <a:effectLst/>
                <a:latin typeface="+mn-lt"/>
                <a:ea typeface="+mn-ea"/>
                <a:cs typeface="+mn-cs"/>
              </a:rPr>
              <a:t>Типы индикаторов компромисса:</a:t>
            </a:r>
            <a:endParaRPr lang="ru-RU" sz="1200" b="0" i="0" kern="1200" dirty="0">
              <a:solidFill>
                <a:schemeClr val="tx1"/>
              </a:solidFill>
              <a:effectLst/>
              <a:latin typeface="+mn-lt"/>
              <a:ea typeface="+mn-ea"/>
              <a:cs typeface="+mn-cs"/>
            </a:endParaRPr>
          </a:p>
          <a:p>
            <a:pPr fontAlgn="base"/>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делятся на две основные категории:</a:t>
            </a:r>
          </a:p>
          <a:p>
            <a:pPr fontAlgn="base"/>
            <a:r>
              <a:rPr lang="ru-RU" sz="1200" b="1" i="0" kern="1200" dirty="0">
                <a:solidFill>
                  <a:schemeClr val="tx1"/>
                </a:solidFill>
                <a:effectLst/>
                <a:latin typeface="+mn-lt"/>
                <a:ea typeface="+mn-ea"/>
                <a:cs typeface="+mn-cs"/>
              </a:rPr>
              <a:t>Сетевые индикаторы</a:t>
            </a:r>
          </a:p>
          <a:p>
            <a:pPr fontAlgn="base"/>
            <a:r>
              <a:rPr lang="ru-RU" sz="1200" b="0" i="0" kern="1200" dirty="0">
                <a:solidFill>
                  <a:schemeClr val="tx1"/>
                </a:solidFill>
                <a:effectLst/>
                <a:latin typeface="+mn-lt"/>
                <a:ea typeface="+mn-ea"/>
                <a:cs typeface="+mn-cs"/>
              </a:rPr>
              <a:t>Сетевые индикаторы. К ним относится всё, что связано с сетевым подключением. URL-адрес веб-сайта является вредоносным индикатором. Домен также можно считать </a:t>
            </a:r>
            <a:r>
              <a:rPr lang="ru-RU" sz="1200" b="0" i="0" u="none" strike="noStrike" kern="1200" dirty="0">
                <a:solidFill>
                  <a:schemeClr val="tx1"/>
                </a:solidFill>
                <a:effectLst/>
                <a:latin typeface="+mn-lt"/>
                <a:ea typeface="+mn-ea"/>
                <a:cs typeface="+mn-cs"/>
                <a:hlinkClick r:id="rId6"/>
              </a:rPr>
              <a:t>индикатором компрометации</a:t>
            </a:r>
            <a:r>
              <a:rPr lang="ru-RU" sz="1200" b="0" i="0" kern="1200" dirty="0">
                <a:solidFill>
                  <a:schemeClr val="tx1"/>
                </a:solidFill>
                <a:effectLst/>
                <a:latin typeface="+mn-lt"/>
                <a:ea typeface="+mn-ea"/>
                <a:cs typeface="+mn-cs"/>
              </a:rPr>
              <a:t>. Сценарий заражения может включать в себя перенаправление всех запросов к определённому домену на вредоносный веб-сайт. В качестве альтернативы URL-адресам могут использоваться IP-адреса. Например, они могут быть встроены во вредоносные скрипты для загрузки вредоносного ПО второго этапа. Примеры:</a:t>
            </a:r>
          </a:p>
          <a:p>
            <a:pPr fontAlgn="base"/>
            <a:r>
              <a:rPr lang="ru-RU" sz="1200" b="0" i="0" kern="1200" dirty="0">
                <a:solidFill>
                  <a:schemeClr val="tx1"/>
                </a:solidFill>
                <a:effectLst/>
                <a:latin typeface="+mn-lt"/>
                <a:ea typeface="+mn-ea"/>
                <a:cs typeface="+mn-cs"/>
              </a:rPr>
              <a:t>URL -адрес</a:t>
            </a:r>
          </a:p>
          <a:p>
            <a:pPr fontAlgn="base"/>
            <a:r>
              <a:rPr lang="ru-RU" sz="1200" b="0" i="0" kern="1200" dirty="0">
                <a:solidFill>
                  <a:schemeClr val="tx1"/>
                </a:solidFill>
                <a:effectLst/>
                <a:latin typeface="+mn-lt"/>
                <a:ea typeface="+mn-ea"/>
                <a:cs typeface="+mn-cs"/>
              </a:rPr>
              <a:t>Веб-сайт</a:t>
            </a:r>
          </a:p>
          <a:p>
            <a:pPr fontAlgn="base"/>
            <a:r>
              <a:rPr lang="ru-RU" sz="1200" b="0" i="0" kern="1200" dirty="0">
                <a:solidFill>
                  <a:schemeClr val="tx1"/>
                </a:solidFill>
                <a:effectLst/>
                <a:latin typeface="+mn-lt"/>
                <a:ea typeface="+mn-ea"/>
                <a:cs typeface="+mn-cs"/>
              </a:rPr>
              <a:t>Домен</a:t>
            </a:r>
          </a:p>
          <a:p>
            <a:pPr fontAlgn="base"/>
            <a:r>
              <a:rPr lang="ru-RU" sz="1200" b="0" i="0" kern="1200" dirty="0">
                <a:solidFill>
                  <a:schemeClr val="tx1"/>
                </a:solidFill>
                <a:effectLst/>
                <a:latin typeface="+mn-lt"/>
                <a:ea typeface="+mn-ea"/>
                <a:cs typeface="+mn-cs"/>
              </a:rPr>
              <a:t>IP - адрес</a:t>
            </a:r>
          </a:p>
          <a:p>
            <a:pPr fontAlgn="base"/>
            <a:r>
              <a:rPr lang="ru-RU" sz="1200" b="1" i="0" kern="1200" dirty="0">
                <a:solidFill>
                  <a:schemeClr val="tx1"/>
                </a:solidFill>
                <a:effectLst/>
                <a:latin typeface="+mn-lt"/>
                <a:ea typeface="+mn-ea"/>
                <a:cs typeface="+mn-cs"/>
              </a:rPr>
              <a:t>Индикаторы на основе хоста</a:t>
            </a:r>
          </a:p>
          <a:p>
            <a:pPr fontAlgn="base"/>
            <a:r>
              <a:rPr lang="ru-RU" sz="1200" b="0" i="0" kern="1200" dirty="0">
                <a:solidFill>
                  <a:schemeClr val="tx1"/>
                </a:solidFill>
                <a:effectLst/>
                <a:latin typeface="+mn-lt"/>
                <a:ea typeface="+mn-ea"/>
                <a:cs typeface="+mn-cs"/>
              </a:rPr>
              <a:t>Вторая важная категория — это индикаторы на уровне хоста, то есть артефакты, которые можно найти в самой компьютерной системе. Простой пример — имя файла. Представьте себе компьютерный вирус, который записывает информацию о зараженном хосте в определенный файл. Это имя можно считать индикатором. Во-вторых, важен путь к файлу. Вредоносные программы для Windows используют определенные расположения, чтобы автоматически запускаться даже после перезагрузки компьютера. Особая категория индикаторов — это хэши файлов. Они помогают нам однозначно идентифицировать файлы на основе их </a:t>
            </a:r>
            <a:r>
              <a:rPr lang="ru-RU" sz="1200" b="0" i="0" kern="1200" dirty="0" err="1">
                <a:solidFill>
                  <a:schemeClr val="tx1"/>
                </a:solidFill>
                <a:effectLst/>
                <a:latin typeface="+mn-lt"/>
                <a:ea typeface="+mn-ea"/>
                <a:cs typeface="+mn-cs"/>
              </a:rPr>
              <a:t>содержимого.Примеры</a:t>
            </a:r>
            <a:r>
              <a:rPr lang="ru-RU" sz="1200" b="0" i="0" kern="1200" dirty="0">
                <a:solidFill>
                  <a:schemeClr val="tx1"/>
                </a:solidFill>
                <a:effectLst/>
                <a:latin typeface="+mn-lt"/>
                <a:ea typeface="+mn-ea"/>
                <a:cs typeface="+mn-cs"/>
              </a:rPr>
              <a:t>:</a:t>
            </a:r>
          </a:p>
          <a:p>
            <a:pPr fontAlgn="base"/>
            <a:r>
              <a:rPr lang="ru-RU" sz="1200" b="0" i="0" kern="1200" dirty="0">
                <a:solidFill>
                  <a:schemeClr val="tx1"/>
                </a:solidFill>
                <a:effectLst/>
                <a:latin typeface="+mn-lt"/>
                <a:ea typeface="+mn-ea"/>
                <a:cs typeface="+mn-cs"/>
              </a:rPr>
              <a:t>Имя файла</a:t>
            </a:r>
          </a:p>
          <a:p>
            <a:pPr fontAlgn="base"/>
            <a:r>
              <a:rPr lang="ru-RU" sz="1200" b="0" i="0" kern="1200" dirty="0">
                <a:solidFill>
                  <a:schemeClr val="tx1"/>
                </a:solidFill>
                <a:effectLst/>
                <a:latin typeface="+mn-lt"/>
                <a:ea typeface="+mn-ea"/>
                <a:cs typeface="+mn-cs"/>
              </a:rPr>
              <a:t>Путь</a:t>
            </a:r>
          </a:p>
          <a:p>
            <a:pPr fontAlgn="base"/>
            <a:r>
              <a:rPr lang="ru-RU" sz="1200" b="0" i="0" kern="1200" dirty="0">
                <a:solidFill>
                  <a:schemeClr val="tx1"/>
                </a:solidFill>
                <a:effectLst/>
                <a:latin typeface="+mn-lt"/>
                <a:ea typeface="+mn-ea"/>
                <a:cs typeface="+mn-cs"/>
              </a:rPr>
              <a:t>Отпечаток пальца или хэш файла</a:t>
            </a:r>
          </a:p>
          <a:p>
            <a:pPr fontAlgn="base"/>
            <a:r>
              <a:rPr lang="ru-RU" sz="1200" b="0" i="0" kern="1200" dirty="0">
                <a:solidFill>
                  <a:schemeClr val="tx1"/>
                </a:solidFill>
                <a:effectLst/>
                <a:latin typeface="+mn-lt"/>
                <a:ea typeface="+mn-ea"/>
                <a:cs typeface="+mn-cs"/>
              </a:rPr>
              <a:t>Расширение файла</a:t>
            </a:r>
          </a:p>
          <a:p>
            <a:pPr fontAlgn="base"/>
            <a:r>
              <a:rPr lang="ru-RU" sz="1200" b="0" i="0" kern="1200" dirty="0">
                <a:solidFill>
                  <a:schemeClr val="tx1"/>
                </a:solidFill>
                <a:effectLst/>
                <a:latin typeface="+mn-lt"/>
                <a:ea typeface="+mn-ea"/>
                <a:cs typeface="+mn-cs"/>
              </a:rPr>
              <a:t>Расположение файла</a:t>
            </a:r>
          </a:p>
          <a:p>
            <a:pPr fontAlgn="base"/>
            <a:r>
              <a:rPr lang="ru-RU" sz="1200" b="1" i="0" kern="1200" dirty="0">
                <a:solidFill>
                  <a:schemeClr val="tx1"/>
                </a:solidFill>
                <a:effectLst/>
                <a:latin typeface="+mn-lt"/>
                <a:ea typeface="+mn-ea"/>
                <a:cs typeface="+mn-cs"/>
              </a:rPr>
              <a:t>Индикаторы, основанные на счете</a:t>
            </a:r>
          </a:p>
          <a:p>
            <a:pPr fontAlgn="base"/>
            <a:r>
              <a:rPr lang="ru-RU" sz="1200" b="0" i="0" kern="1200" dirty="0">
                <a:solidFill>
                  <a:schemeClr val="tx1"/>
                </a:solidFill>
                <a:effectLst/>
                <a:latin typeface="+mn-lt"/>
                <a:ea typeface="+mn-ea"/>
                <a:cs typeface="+mn-cs"/>
              </a:rPr>
              <a:t>Информация об аккаунте также может служить индикатором. Например, вход в систему с разных устройств или из разных мест с использованием одного и того же аккаунта может вызвать подозрения. Пример:</a:t>
            </a:r>
          </a:p>
          <a:p>
            <a:pPr fontAlgn="base"/>
            <a:r>
              <a:rPr lang="ru-RU" sz="1200" b="0" i="0" kern="1200" dirty="0">
                <a:solidFill>
                  <a:schemeClr val="tx1"/>
                </a:solidFill>
                <a:effectLst/>
                <a:latin typeface="+mn-lt"/>
                <a:ea typeface="+mn-ea"/>
                <a:cs typeface="+mn-cs"/>
              </a:rPr>
              <a:t>Имя учетной записи</a:t>
            </a:r>
          </a:p>
          <a:p>
            <a:pPr fontAlgn="base"/>
            <a:r>
              <a:rPr lang="ru-RU" sz="1200" b="0" i="0" kern="1200" dirty="0">
                <a:solidFill>
                  <a:schemeClr val="tx1"/>
                </a:solidFill>
                <a:effectLst/>
                <a:latin typeface="+mn-lt"/>
                <a:ea typeface="+mn-ea"/>
                <a:cs typeface="+mn-cs"/>
              </a:rPr>
              <a:t>Время входа в систему</a:t>
            </a:r>
          </a:p>
          <a:p>
            <a:pPr fontAlgn="base"/>
            <a:r>
              <a:rPr lang="ru-RU" sz="1200" b="0" i="0" kern="1200" dirty="0">
                <a:solidFill>
                  <a:schemeClr val="tx1"/>
                </a:solidFill>
                <a:effectLst/>
                <a:latin typeface="+mn-lt"/>
                <a:ea typeface="+mn-ea"/>
                <a:cs typeface="+mn-cs"/>
              </a:rPr>
              <a:t>Привилегии учетной записи</a:t>
            </a:r>
          </a:p>
          <a:p>
            <a:pPr fontAlgn="base"/>
            <a:r>
              <a:rPr lang="ru-RU" sz="1200" b="0" i="0" kern="1200" dirty="0">
                <a:solidFill>
                  <a:schemeClr val="tx1"/>
                </a:solidFill>
                <a:effectLst/>
                <a:latin typeface="+mn-lt"/>
                <a:ea typeface="+mn-ea"/>
                <a:cs typeface="+mn-cs"/>
              </a:rPr>
              <a:t>Журналы Действий учетной записи</a:t>
            </a:r>
          </a:p>
          <a:p>
            <a:pPr fontAlgn="base"/>
            <a:r>
              <a:rPr lang="ru-RU" sz="1200" b="0" i="0" kern="1200" dirty="0">
                <a:solidFill>
                  <a:schemeClr val="tx1"/>
                </a:solidFill>
                <a:effectLst/>
                <a:latin typeface="+mn-lt"/>
                <a:ea typeface="+mn-ea"/>
                <a:cs typeface="+mn-cs"/>
              </a:rPr>
              <a:t>Местоположение учетной записи</a:t>
            </a:r>
          </a:p>
          <a:p>
            <a:pPr fontAlgn="base"/>
            <a:r>
              <a:rPr lang="ru-RU" sz="1200" b="0" i="0" kern="1200" dirty="0">
                <a:solidFill>
                  <a:schemeClr val="tx1"/>
                </a:solidFill>
                <a:effectLst/>
                <a:latin typeface="+mn-lt"/>
                <a:ea typeface="+mn-ea"/>
                <a:cs typeface="+mn-cs"/>
              </a:rPr>
              <a:t>Важно определить релевантные и важные индикаторы компрометации на основе доступных вам ресурсов. Вы также можете использовать индикаторы компрометации для определения ключевых точек на основе самих данных об индикаторах компрометации. Это поможет выявить уязвимые места в ваших системах и сетях. Вы также можете использовать аналитические инструменты для визуализации индикаторов компрометации. Это отличный способ анализа и составления отчетов. Как и в случае с любой другой отчётностью, очень важно знать, кто ваша целевая аудитория и кто ваше руководство. Поэтому вам нужно определить технический уровень и уровень распространения вашего конкретного отчёта. Что касается отчётности, то есть несколько аспектов, которые нас интересуют: качество вашего отчёта и его курирование, то есть то, кому он будет адресован, а также скорость и объём, то есть скорость, с которой вы составляете отчёт, и объём информации, которую вам нужно предоставить целевой аудитории.</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8</a:t>
            </a:fld>
            <a:endParaRPr lang="ru-RU"/>
          </a:p>
        </p:txBody>
      </p:sp>
    </p:spTree>
    <p:extLst>
      <p:ext uri="{BB962C8B-B14F-4D97-AF65-F5344CB8AC3E}">
        <p14:creationId xmlns:p14="http://schemas.microsoft.com/office/powerpoint/2010/main" val="4103667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r>
              <a:rPr lang="ru-RU" dirty="0"/>
              <a:t>### **1. По месту развертывания и мониторинга**</a:t>
            </a:r>
          </a:p>
          <a:p>
            <a:endParaRPr lang="ru-RU" dirty="0"/>
          </a:p>
          <a:p>
            <a:r>
              <a:rPr lang="ru-RU" dirty="0"/>
              <a:t>**Сетевые IDS (Network IDS, NIDS)**</a:t>
            </a:r>
          </a:p>
          <a:p>
            <a:r>
              <a:rPr lang="ru-RU" dirty="0"/>
              <a:t>**Определение:** Система, которая </a:t>
            </a:r>
            <a:r>
              <a:rPr lang="ru-RU" dirty="0" err="1"/>
              <a:t>monitors</a:t>
            </a:r>
            <a:r>
              <a:rPr lang="ru-RU" dirty="0"/>
              <a:t> сетевой трафик в режиме реального времени для выявления подозрительной активности. NIDS анализирует пакеты данных, передаваемых по сети, и сравнивает их с базой известных сигнатур атак или профилями нормального поведения. Обычно развертывается на ключевых точках сети, таких как периметр или критически важные сегменты.</a:t>
            </a:r>
          </a:p>
          <a:p>
            <a:endParaRPr lang="ru-RU" dirty="0"/>
          </a:p>
          <a:p>
            <a:r>
              <a:rPr lang="ru-RU" dirty="0"/>
              <a:t>**</a:t>
            </a:r>
            <a:r>
              <a:rPr lang="ru-RU" dirty="0" err="1"/>
              <a:t>Хостовые</a:t>
            </a:r>
            <a:r>
              <a:rPr lang="ru-RU" dirty="0"/>
              <a:t> IDS (Host-</a:t>
            </a:r>
            <a:r>
              <a:rPr lang="ru-RU" dirty="0" err="1"/>
              <a:t>based</a:t>
            </a:r>
            <a:r>
              <a:rPr lang="ru-RU" dirty="0"/>
              <a:t> IDS, HIDS)**</a:t>
            </a:r>
          </a:p>
          <a:p>
            <a:r>
              <a:rPr lang="ru-RU" dirty="0"/>
              <a:t>**Определение:** Система, которая </a:t>
            </a:r>
            <a:r>
              <a:rPr lang="ru-RU" dirty="0" err="1"/>
              <a:t>monitors</a:t>
            </a:r>
            <a:r>
              <a:rPr lang="ru-RU" dirty="0"/>
              <a:t> и анализирует внутреннюю активность на отдельном компьютере или сервере (хосте). HIDS отслеживает системные вызовы, журналы приложений, изменения в системных файлах, целостность реестра и другую активность на уровне операционной системы для выявления признаков компрометации.</a:t>
            </a:r>
          </a:p>
          <a:p>
            <a:endParaRPr lang="ru-RU" dirty="0"/>
          </a:p>
          <a:p>
            <a:r>
              <a:rPr lang="ru-RU" dirty="0"/>
              <a:t>**Гибридные IDS (Hybrid IDS)**</a:t>
            </a:r>
          </a:p>
          <a:p>
            <a:r>
              <a:rPr lang="ru-RU" dirty="0"/>
              <a:t>**Определение:** Интегрированная система, которая объединяет возможности как сетевых (NIDS), так и </a:t>
            </a:r>
            <a:r>
              <a:rPr lang="ru-RU" dirty="0" err="1"/>
              <a:t>хостовых</a:t>
            </a:r>
            <a:r>
              <a:rPr lang="ru-RU" dirty="0"/>
              <a:t> (HIDS) систем обнаружения вторжений. Она агрегирует и коррелирует данные с различных точек наблюдения (сеть и конечные узлы) для формирования более полной и контекстной картины кибератак.</a:t>
            </a:r>
          </a:p>
          <a:p>
            <a:endParaRPr lang="ru-RU" dirty="0"/>
          </a:p>
          <a:p>
            <a:r>
              <a:rPr lang="ru-RU" dirty="0"/>
              <a:t>---</a:t>
            </a:r>
          </a:p>
          <a:p>
            <a:endParaRPr lang="ru-RU" dirty="0"/>
          </a:p>
          <a:p>
            <a:r>
              <a:rPr lang="ru-RU" dirty="0"/>
              <a:t>### **2. По методам обнаружения**</a:t>
            </a:r>
          </a:p>
          <a:p>
            <a:endParaRPr lang="ru-RU" dirty="0"/>
          </a:p>
          <a:p>
            <a:r>
              <a:rPr lang="ru-RU" dirty="0"/>
              <a:t>**Сигнатурные IDS (</a:t>
            </a:r>
            <a:r>
              <a:rPr lang="ru-RU" dirty="0" err="1"/>
              <a:t>Signature-based</a:t>
            </a:r>
            <a:r>
              <a:rPr lang="ru-RU" dirty="0"/>
              <a:t> IDS)**</a:t>
            </a:r>
          </a:p>
          <a:p>
            <a:r>
              <a:rPr lang="ru-RU" dirty="0"/>
              <a:t>**Определение:** Система, которая обнаруживает атаки путем сравнения наблюдаемых событий или паттернов трафика с базой данных известных сигнатур (правил, шаблонов) атак. Каждая сигнатура описывает уникальные характеристики конкретной вредоносной активности. Этот метод аналогичен работе антивирусного ПО.</a:t>
            </a:r>
          </a:p>
          <a:p>
            <a:endParaRPr lang="ru-RU" dirty="0"/>
          </a:p>
          <a:p>
            <a:r>
              <a:rPr lang="ru-RU" dirty="0"/>
              <a:t>**</a:t>
            </a:r>
            <a:r>
              <a:rPr lang="ru-RU" dirty="0" err="1"/>
              <a:t>Аномалийные</a:t>
            </a:r>
            <a:r>
              <a:rPr lang="ru-RU" dirty="0"/>
              <a:t> IDS (</a:t>
            </a:r>
            <a:r>
              <a:rPr lang="ru-RU" dirty="0" err="1"/>
              <a:t>Anomaly-based</a:t>
            </a:r>
            <a:r>
              <a:rPr lang="ru-RU" dirty="0"/>
              <a:t> IDS)**</a:t>
            </a:r>
          </a:p>
          <a:p>
            <a:r>
              <a:rPr lang="ru-RU" dirty="0"/>
              <a:t>**Определение:** Система, которая обнаруживает вторжения путем выявления значительных отклонений в поведении системы, пользователя или сети от заранее определенного базового профиля «нормальной» активности. Для построения профиля и выявления аномалий часто используются статистические методы или машинное обучение.</a:t>
            </a:r>
          </a:p>
          <a:p>
            <a:endParaRPr lang="ru-RU" dirty="0"/>
          </a:p>
          <a:p>
            <a:r>
              <a:rPr lang="ru-RU" dirty="0"/>
              <a:t>**Поведенческие IDS / Проактивные системы (</a:t>
            </a:r>
            <a:r>
              <a:rPr lang="ru-RU" dirty="0" err="1"/>
              <a:t>Behavior-based</a:t>
            </a:r>
            <a:r>
              <a:rPr lang="ru-RU" dirty="0"/>
              <a:t> / </a:t>
            </a:r>
            <a:r>
              <a:rPr lang="ru-RU" dirty="0" err="1"/>
              <a:t>Proactive</a:t>
            </a:r>
            <a:r>
              <a:rPr lang="ru-RU" dirty="0"/>
              <a:t> IDS)**</a:t>
            </a:r>
          </a:p>
          <a:p>
            <a:r>
              <a:rPr lang="ru-RU" dirty="0"/>
              <a:t>**Определение:** Система, ориентированная на проактивный поиск угроз (</a:t>
            </a:r>
            <a:r>
              <a:rPr lang="ru-RU" dirty="0" err="1"/>
              <a:t>Threat</a:t>
            </a:r>
            <a:r>
              <a:rPr lang="ru-RU" dirty="0"/>
              <a:t> </a:t>
            </a:r>
            <a:r>
              <a:rPr lang="ru-RU" dirty="0" err="1"/>
              <a:t>Hunting</a:t>
            </a:r>
            <a:r>
              <a:rPr lang="ru-RU" dirty="0"/>
              <a:t>) и анализ тактик, техник и процедур (TTP) злоумышленников. Она не только реагирует на </a:t>
            </a:r>
            <a:r>
              <a:rPr lang="ru-RU" dirty="0" err="1"/>
              <a:t>alerts</a:t>
            </a:r>
            <a:r>
              <a:rPr lang="ru-RU" dirty="0"/>
              <a:t>, но и активно выдвигает гипотезы о возможных атаках, используя киберразведку (</a:t>
            </a:r>
            <a:r>
              <a:rPr lang="ru-RU" dirty="0" err="1"/>
              <a:t>Threat</a:t>
            </a:r>
            <a:r>
              <a:rPr lang="ru-RU" dirty="0"/>
              <a:t> Intelligence) и фреймворки вроде MITRE ATT&amp;CK.</a:t>
            </a:r>
          </a:p>
          <a:p>
            <a:endParaRPr lang="ru-RU" dirty="0"/>
          </a:p>
          <a:p>
            <a:r>
              <a:rPr lang="ru-RU" dirty="0"/>
              <a:t>---</a:t>
            </a:r>
          </a:p>
          <a:p>
            <a:endParaRPr lang="ru-RU" dirty="0"/>
          </a:p>
          <a:p>
            <a:r>
              <a:rPr lang="ru-RU" dirty="0"/>
              <a:t>### **3. По принципу реакции**</a:t>
            </a:r>
          </a:p>
          <a:p>
            <a:endParaRPr lang="ru-RU" dirty="0"/>
          </a:p>
          <a:p>
            <a:r>
              <a:rPr lang="ru-RU" dirty="0"/>
              <a:t>**Пассивные IDS (</a:t>
            </a:r>
            <a:r>
              <a:rPr lang="ru-RU" dirty="0" err="1"/>
              <a:t>Passive</a:t>
            </a:r>
            <a:r>
              <a:rPr lang="ru-RU" dirty="0"/>
              <a:t> IDS)**</a:t>
            </a:r>
          </a:p>
          <a:p>
            <a:r>
              <a:rPr lang="ru-RU" dirty="0"/>
              <a:t>**Определение:** Система, которая при обнаружении подозрительной активности регистрирует событие, генерирует оповещение для аналитика, но **не предпринимает автоматических действий** по блокированию атаки. Ее основная функция — информирование и сбор данных для последующего расследования.</a:t>
            </a:r>
          </a:p>
          <a:p>
            <a:endParaRPr lang="ru-RU" dirty="0"/>
          </a:p>
          <a:p>
            <a:r>
              <a:rPr lang="ru-RU" dirty="0"/>
              <a:t>**Активные IDS (</a:t>
            </a:r>
            <a:r>
              <a:rPr lang="ru-RU" dirty="0" err="1"/>
              <a:t>Intrusion</a:t>
            </a:r>
            <a:r>
              <a:rPr lang="ru-RU" dirty="0"/>
              <a:t> </a:t>
            </a:r>
            <a:r>
              <a:rPr lang="ru-RU" dirty="0" err="1"/>
              <a:t>Prevention</a:t>
            </a:r>
            <a:r>
              <a:rPr lang="ru-RU" dirty="0"/>
              <a:t> Systems, IPS)**</a:t>
            </a:r>
          </a:p>
          <a:p>
            <a:r>
              <a:rPr lang="ru-RU" dirty="0"/>
              <a:t>**Определение:** Система, которая не только обнаруживает, но и **автоматически предпринимает активные действия** для предотвращения атаки в реальном времени. Действия могут включать сброс подозрительного соединения, блокировку IP-адреса злоумышленника или динамическое обновление правил межсетевого экрана. Работает в режиме «</a:t>
            </a:r>
            <a:r>
              <a:rPr lang="ru-RU" dirty="0" err="1"/>
              <a:t>inline</a:t>
            </a:r>
            <a:r>
              <a:rPr lang="ru-RU" dirty="0"/>
              <a:t>» (на пути трафика).</a:t>
            </a:r>
          </a:p>
          <a:p>
            <a:endParaRPr lang="ru-RU" dirty="0"/>
          </a:p>
          <a:p>
            <a:r>
              <a:rPr lang="ru-RU" dirty="0"/>
              <a:t>---</a:t>
            </a:r>
          </a:p>
          <a:p>
            <a:endParaRPr lang="ru-RU" dirty="0"/>
          </a:p>
          <a:p>
            <a:r>
              <a:rPr lang="ru-RU" dirty="0"/>
              <a:t>### **4. По архитектуре**</a:t>
            </a:r>
          </a:p>
          <a:p>
            <a:endParaRPr lang="ru-RU" dirty="0"/>
          </a:p>
          <a:p>
            <a:r>
              <a:rPr lang="ru-RU" dirty="0"/>
              <a:t>**Централизованные IDS (</a:t>
            </a:r>
            <a:r>
              <a:rPr lang="ru-RU" dirty="0" err="1"/>
              <a:t>Centralized</a:t>
            </a:r>
            <a:r>
              <a:rPr lang="ru-RU" dirty="0"/>
              <a:t> IDS)**</a:t>
            </a:r>
          </a:p>
          <a:p>
            <a:r>
              <a:rPr lang="ru-RU" dirty="0"/>
              <a:t>**Определение:** Архитектура, при которой все данные от сенсоров и агентов передаются на единый центральный сервер для хранения, обработки, анализа и управления. Вся логика корреляции и принятия решений сосредоточена в одном месте.</a:t>
            </a:r>
          </a:p>
          <a:p>
            <a:endParaRPr lang="ru-RU" dirty="0"/>
          </a:p>
          <a:p>
            <a:r>
              <a:rPr lang="ru-RU" dirty="0"/>
              <a:t>**Распределенные IDS (</a:t>
            </a:r>
            <a:r>
              <a:rPr lang="ru-RU" dirty="0" err="1"/>
              <a:t>Distributed</a:t>
            </a:r>
            <a:r>
              <a:rPr lang="ru-RU" dirty="0"/>
              <a:t> IDS, DIDS)**</a:t>
            </a:r>
          </a:p>
          <a:p>
            <a:r>
              <a:rPr lang="ru-RU" dirty="0"/>
              <a:t>**Определение:** Архитектура, состоящая из множества независимых, но взаимодействующих компонентов (агентов), распределенных по защищаемой сети. Эти компоненты собирают и предварительно обрабатывают данные локально, а затем могут обмениваться ими для комплексного анализа, что повышает отказоустойчивость и масштабируемость.</a:t>
            </a:r>
          </a:p>
          <a:p>
            <a:endParaRPr lang="ru-RU" dirty="0"/>
          </a:p>
          <a:p>
            <a:r>
              <a:rPr lang="ru-RU" dirty="0"/>
              <a:t>---</a:t>
            </a:r>
          </a:p>
          <a:p>
            <a:endParaRPr lang="ru-RU" dirty="0"/>
          </a:p>
          <a:p>
            <a:r>
              <a:rPr lang="ru-RU" dirty="0"/>
              <a:t>### **5. Специализированные IDS**</a:t>
            </a:r>
          </a:p>
          <a:p>
            <a:endParaRPr lang="ru-RU" dirty="0"/>
          </a:p>
          <a:p>
            <a:r>
              <a:rPr lang="ru-RU" dirty="0"/>
              <a:t>**Беспроводные IDS (Wireless IDS, WIDS)**</a:t>
            </a:r>
          </a:p>
          <a:p>
            <a:r>
              <a:rPr lang="ru-RU" dirty="0"/>
              <a:t>**Определение:** Специализированная система, предназначенная для мониторинга и защиты беспроводных сетей (</a:t>
            </a:r>
            <a:r>
              <a:rPr lang="ru-RU" dirty="0" err="1"/>
              <a:t>Wi</a:t>
            </a:r>
            <a:r>
              <a:rPr lang="ru-RU" dirty="0"/>
              <a:t>-Fi). Обнаруживает атаки, специфичные для беспроводной среды, такие как поддельные точки доступа (</a:t>
            </a:r>
            <a:r>
              <a:rPr lang="ru-RU" dirty="0" err="1"/>
              <a:t>Rogue</a:t>
            </a:r>
            <a:r>
              <a:rPr lang="ru-RU" dirty="0"/>
              <a:t> AP), атаки на методы аутентификации (например, WPA/WEP) и несанкционированное подключение устройств.</a:t>
            </a:r>
          </a:p>
          <a:p>
            <a:endParaRPr lang="ru-RU" dirty="0"/>
          </a:p>
          <a:p>
            <a:r>
              <a:rPr lang="ru-RU" dirty="0"/>
              <a:t>**Системы анализа сетевого поведения (Network </a:t>
            </a:r>
            <a:r>
              <a:rPr lang="ru-RU" dirty="0" err="1"/>
              <a:t>Behavior</a:t>
            </a:r>
            <a:r>
              <a:rPr lang="ru-RU" dirty="0"/>
              <a:t> Analysis, NBA)**</a:t>
            </a:r>
          </a:p>
          <a:p>
            <a:r>
              <a:rPr lang="ru-RU" dirty="0"/>
              <a:t>**Определение:** Система, которая фокусируется на мониторинге сетевого трафика для выявления аномалий в его объемах и </a:t>
            </a:r>
            <a:r>
              <a:rPr lang="ru-RU" dirty="0" err="1"/>
              <a:t>patterns</a:t>
            </a:r>
            <a:r>
              <a:rPr lang="ru-RU" dirty="0"/>
              <a:t>. Анализирует метаданные потоков данных (</a:t>
            </a:r>
            <a:r>
              <a:rPr lang="ru-RU" dirty="0" err="1"/>
              <a:t>NetFlow</a:t>
            </a:r>
            <a:r>
              <a:rPr lang="ru-RU" dirty="0"/>
              <a:t>, IPFIX, </a:t>
            </a:r>
            <a:r>
              <a:rPr lang="ru-RU" dirty="0" err="1"/>
              <a:t>sFlow</a:t>
            </a:r>
            <a:r>
              <a:rPr lang="ru-RU" dirty="0"/>
              <a:t>) для обнаружения угроз, таких как </a:t>
            </a:r>
            <a:r>
              <a:rPr lang="ru-RU" dirty="0" err="1"/>
              <a:t>DDoS</a:t>
            </a:r>
            <a:r>
              <a:rPr lang="ru-RU" dirty="0"/>
              <a:t>-атаки, сканирование портов и распространение вредоносного ПО.</a:t>
            </a:r>
          </a:p>
          <a:p>
            <a:endParaRPr lang="ru-RU" dirty="0"/>
          </a:p>
          <a:p>
            <a:r>
              <a:rPr lang="ru-RU" dirty="0"/>
              <a:t>**IDS для виртуальных сред и облаков (Virtual/</a:t>
            </a:r>
            <a:r>
              <a:rPr lang="ru-RU" dirty="0" err="1"/>
              <a:t>Cloud</a:t>
            </a:r>
            <a:r>
              <a:rPr lang="ru-RU" dirty="0"/>
              <a:t> IDS)**</a:t>
            </a:r>
          </a:p>
          <a:p>
            <a:r>
              <a:rPr lang="ru-RU" dirty="0"/>
              <a:t>**Определение:** Специализированная система, разработанная для интеграции с виртуальной инфраструктурой и облачными платформами (AWS, Azure, GCP). Часто реализуется как виртуальный </a:t>
            </a:r>
            <a:r>
              <a:rPr lang="ru-RU" dirty="0" err="1"/>
              <a:t>appliance</a:t>
            </a:r>
            <a:r>
              <a:rPr lang="ru-RU" dirty="0"/>
              <a:t> или сервис, использующий программно-определяемые сети (SDN) для мониторинга трафика между виртуальными машинами и облачными </a:t>
            </a:r>
            <a:r>
              <a:rPr lang="ru-RU" dirty="0" err="1"/>
              <a:t>workload</a:t>
            </a:r>
            <a:r>
              <a:rPr lang="ru-RU" dirty="0"/>
              <a:t>.</a:t>
            </a:r>
          </a:p>
          <a:p>
            <a:endParaRPr lang="ru-RU" dirty="0"/>
          </a:p>
          <a:p>
            <a:r>
              <a:rPr lang="ru-RU" dirty="0"/>
              <a:t>**ICS/SCADA IDS (Industrial Control Systems / </a:t>
            </a:r>
            <a:r>
              <a:rPr lang="ru-RU" dirty="0" err="1"/>
              <a:t>Supervisory</a:t>
            </a:r>
            <a:r>
              <a:rPr lang="ru-RU" dirty="0"/>
              <a:t> Control </a:t>
            </a:r>
            <a:r>
              <a:rPr lang="ru-RU" dirty="0" err="1"/>
              <a:t>and</a:t>
            </a:r>
            <a:r>
              <a:rPr lang="ru-RU" dirty="0"/>
              <a:t> Data </a:t>
            </a:r>
            <a:r>
              <a:rPr lang="ru-RU" dirty="0" err="1"/>
              <a:t>Acquisition</a:t>
            </a:r>
            <a:r>
              <a:rPr lang="ru-RU" dirty="0"/>
              <a:t> IDS)**</a:t>
            </a:r>
          </a:p>
          <a:p>
            <a:r>
              <a:rPr lang="ru-RU" dirty="0"/>
              <a:t>**Определение:** Специализированная система, предназначенная для защиты критической промышленной инфраструктуры и систем управления технологическими процессами. Сфокусирована на анализе специализированных промышленных протоколов (например, </a:t>
            </a:r>
            <a:r>
              <a:rPr lang="ru-RU" dirty="0" err="1"/>
              <a:t>Modbus</a:t>
            </a:r>
            <a:r>
              <a:rPr lang="ru-RU" dirty="0"/>
              <a:t>, DNP3, PROFINET) и обнаружении аномалий, которые могут указывать на саботаж или нарушение работы физических процессов.</a:t>
            </a:r>
          </a:p>
        </p:txBody>
      </p:sp>
      <p:sp>
        <p:nvSpPr>
          <p:cNvPr id="4" name="Номер слайда 3"/>
          <p:cNvSpPr>
            <a:spLocks noGrp="1"/>
          </p:cNvSpPr>
          <p:nvPr>
            <p:ph type="sldNum" sz="quarter" idx="5"/>
          </p:nvPr>
        </p:nvSpPr>
        <p:spPr/>
        <p:txBody>
          <a:bodyPr/>
          <a:lstStyle/>
          <a:p>
            <a:fld id="{B031B7BB-A9A1-40FA-ABB3-45C29D47E728}" type="slidenum">
              <a:rPr lang="ru-RU" smtClean="0"/>
              <a:t>9</a:t>
            </a:fld>
            <a:endParaRPr lang="ru-RU"/>
          </a:p>
        </p:txBody>
      </p:sp>
    </p:spTree>
    <p:extLst>
      <p:ext uri="{BB962C8B-B14F-4D97-AF65-F5344CB8AC3E}">
        <p14:creationId xmlns:p14="http://schemas.microsoft.com/office/powerpoint/2010/main" val="2697319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7FE97-4DB2-43DF-E90B-09E7449DFF95}"/>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4BF8F94-CE37-DC5A-FBBC-3E16EEEE1A93}"/>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F7CE920-AA4E-2EA7-EE9B-CE4ED39FB20E}"/>
              </a:ext>
            </a:extLst>
          </p:cNvPr>
          <p:cNvSpPr>
            <a:spLocks noGrp="1"/>
          </p:cNvSpPr>
          <p:nvPr>
            <p:ph type="body" idx="1"/>
          </p:nvPr>
        </p:nvSpPr>
        <p:spPr/>
        <p:txBody>
          <a:bodyPr/>
          <a:lstStyle/>
          <a:p>
            <a:r>
              <a:rPr lang="ru-RU" sz="1200" b="1" kern="1200" dirty="0">
                <a:solidFill>
                  <a:schemeClr val="tx1"/>
                </a:solidFill>
                <a:effectLst/>
                <a:latin typeface="+mn-lt"/>
                <a:ea typeface="+mn-ea"/>
                <a:cs typeface="+mn-cs"/>
              </a:rPr>
              <a:t>Как разные методы ИИ используются для обнаружения атак</a:t>
            </a:r>
          </a:p>
          <a:p>
            <a:r>
              <a:rPr lang="ru-RU" sz="1200" b="1" kern="1200" dirty="0">
                <a:solidFill>
                  <a:schemeClr val="tx1"/>
                </a:solidFill>
                <a:effectLst/>
                <a:latin typeface="+mn-lt"/>
                <a:ea typeface="+mn-ea"/>
                <a:cs typeface="+mn-cs"/>
              </a:rPr>
              <a:t>1. Машинное обучение (ML) - "Классические и эффективные подходы"</a:t>
            </a:r>
          </a:p>
          <a:p>
            <a:r>
              <a:rPr lang="ru-RU" sz="1200" b="0" i="0" kern="1200" dirty="0">
                <a:solidFill>
                  <a:schemeClr val="tx1"/>
                </a:solidFill>
                <a:effectLst/>
                <a:latin typeface="+mn-lt"/>
                <a:ea typeface="+mn-ea"/>
                <a:cs typeface="+mn-cs"/>
              </a:rPr>
              <a:t>ML-методы хороши, когда у нас есть четко определенные признаки (</a:t>
            </a:r>
            <a:r>
              <a:rPr lang="ru-RU" sz="1200" b="0" i="0" kern="1200" dirty="0" err="1">
                <a:solidFill>
                  <a:schemeClr val="tx1"/>
                </a:solidFill>
                <a:effectLst/>
                <a:latin typeface="+mn-lt"/>
                <a:ea typeface="+mn-ea"/>
                <a:cs typeface="+mn-cs"/>
              </a:rPr>
              <a:t>features</a:t>
            </a:r>
            <a:r>
              <a:rPr lang="ru-RU" sz="1200" b="0" i="0" kern="1200" dirty="0">
                <a:solidFill>
                  <a:schemeClr val="tx1"/>
                </a:solidFill>
                <a:effectLst/>
                <a:latin typeface="+mn-lt"/>
                <a:ea typeface="+mn-ea"/>
                <a:cs typeface="+mn-cs"/>
              </a:rPr>
              <a:t>) и мы понимаем, что ищем.</a:t>
            </a:r>
          </a:p>
          <a:p>
            <a:r>
              <a:rPr lang="ru-RU" sz="1200" b="1" i="0" kern="1200" dirty="0">
                <a:solidFill>
                  <a:schemeClr val="tx1"/>
                </a:solidFill>
                <a:effectLst/>
                <a:latin typeface="+mn-lt"/>
                <a:ea typeface="+mn-ea"/>
                <a:cs typeface="+mn-cs"/>
              </a:rPr>
              <a:t>а) Обучение с учителем (</a:t>
            </a:r>
            <a:r>
              <a:rPr lang="ru-RU" sz="1200" b="1" i="0" kern="1200" dirty="0" err="1">
                <a:solidFill>
                  <a:schemeClr val="tx1"/>
                </a:solidFill>
                <a:effectLst/>
                <a:latin typeface="+mn-lt"/>
                <a:ea typeface="+mn-ea"/>
                <a:cs typeface="+mn-cs"/>
              </a:rPr>
              <a:t>Supervised</a:t>
            </a:r>
            <a:r>
              <a:rPr lang="ru-RU" sz="1200" b="1" i="0" kern="1200" dirty="0">
                <a:solidFill>
                  <a:schemeClr val="tx1"/>
                </a:solidFill>
                <a:effectLst/>
                <a:latin typeface="+mn-lt"/>
                <a:ea typeface="+mn-ea"/>
                <a:cs typeface="+mn-cs"/>
              </a:rPr>
              <a:t> Learning) - "Поиск по образцам"</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Как используется:</a:t>
            </a:r>
            <a:r>
              <a:rPr lang="ru-RU" sz="1200" b="0" i="0" kern="1200" dirty="0">
                <a:solidFill>
                  <a:schemeClr val="tx1"/>
                </a:solidFill>
                <a:effectLst/>
                <a:latin typeface="+mn-lt"/>
                <a:ea typeface="+mn-ea"/>
                <a:cs typeface="+mn-cs"/>
              </a:rPr>
              <a:t> Модель обучается на размеченных данных, где каждый пример подписан как "нормальный" или "атака" (и какой именно тип атаки).</a:t>
            </a:r>
          </a:p>
          <a:p>
            <a:r>
              <a:rPr lang="ru-RU" sz="1200" b="1" i="0" kern="1200" dirty="0">
                <a:solidFill>
                  <a:schemeClr val="tx1"/>
                </a:solidFill>
                <a:effectLst/>
                <a:latin typeface="+mn-lt"/>
                <a:ea typeface="+mn-ea"/>
                <a:cs typeface="+mn-cs"/>
              </a:rPr>
              <a:t>Типичные алгоритмы и их применение:</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K-</a:t>
            </a:r>
            <a:r>
              <a:rPr lang="ru-RU" sz="1200" b="1" i="0" kern="1200" dirty="0" err="1">
                <a:solidFill>
                  <a:schemeClr val="tx1"/>
                </a:solidFill>
                <a:effectLst/>
                <a:latin typeface="+mn-lt"/>
                <a:ea typeface="+mn-ea"/>
                <a:cs typeface="+mn-cs"/>
              </a:rPr>
              <a:t>Nearest</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Neighbors</a:t>
            </a:r>
            <a:r>
              <a:rPr lang="ru-RU" sz="1200" b="1" i="0" kern="1200" dirty="0">
                <a:solidFill>
                  <a:schemeClr val="tx1"/>
                </a:solidFill>
                <a:effectLst/>
                <a:latin typeface="+mn-lt"/>
                <a:ea typeface="+mn-ea"/>
                <a:cs typeface="+mn-cs"/>
              </a:rPr>
              <a:t> (K-NN):</a:t>
            </a:r>
            <a:r>
              <a:rPr lang="ru-RU" sz="1200" b="0" i="0" kern="1200" dirty="0">
                <a:solidFill>
                  <a:schemeClr val="tx1"/>
                </a:solidFill>
                <a:effectLst/>
                <a:latin typeface="+mn-lt"/>
                <a:ea typeface="+mn-ea"/>
                <a:cs typeface="+mn-cs"/>
              </a:rPr>
              <a:t> Ищет в данных "соседей" — похожие сетевые соединения. Если новое соединение похоже на известные атаки, оно классифицируется как угроза. </a:t>
            </a:r>
            <a:r>
              <a:rPr lang="ru-RU" sz="1200" b="0" i="1" kern="1200" dirty="0">
                <a:solidFill>
                  <a:schemeClr val="tx1"/>
                </a:solidFill>
                <a:effectLst/>
                <a:latin typeface="+mn-lt"/>
                <a:ea typeface="+mn-ea"/>
                <a:cs typeface="+mn-cs"/>
              </a:rPr>
              <a:t>Отлично показывает себя в бинарной классификации (норма/атака).</a:t>
            </a:r>
            <a:endParaRPr lang="ru-RU" sz="1200" b="0" i="0" kern="1200" dirty="0">
              <a:solidFill>
                <a:schemeClr val="tx1"/>
              </a:solidFill>
              <a:effectLst/>
              <a:latin typeface="+mn-lt"/>
              <a:ea typeface="+mn-ea"/>
              <a:cs typeface="+mn-cs"/>
            </a:endParaRPr>
          </a:p>
          <a:p>
            <a:pPr lvl="1"/>
            <a:r>
              <a:rPr lang="ru-RU" sz="1200" b="1" i="0" kern="1200" dirty="0" err="1">
                <a:solidFill>
                  <a:schemeClr val="tx1"/>
                </a:solidFill>
                <a:effectLst/>
                <a:latin typeface="+mn-lt"/>
                <a:ea typeface="+mn-ea"/>
                <a:cs typeface="+mn-cs"/>
              </a:rPr>
              <a:t>Random</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Forest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Строит множество "деревьев решений", каждое из которых голосует за тот или иной класс. Атака определяется большинством голосов. </a:t>
            </a:r>
            <a:r>
              <a:rPr lang="ru-RU" sz="1200" b="0" i="1" kern="1200" dirty="0">
                <a:solidFill>
                  <a:schemeClr val="tx1"/>
                </a:solidFill>
                <a:effectLst/>
                <a:latin typeface="+mn-lt"/>
                <a:ea typeface="+mn-ea"/>
                <a:cs typeface="+mn-cs"/>
              </a:rPr>
              <a:t>Эффективен для </a:t>
            </a:r>
            <a:r>
              <a:rPr lang="ru-RU" sz="1200" b="0" i="1" kern="1200" dirty="0" err="1">
                <a:solidFill>
                  <a:schemeClr val="tx1"/>
                </a:solidFill>
                <a:effectLst/>
                <a:latin typeface="+mn-lt"/>
                <a:ea typeface="+mn-ea"/>
                <a:cs typeface="+mn-cs"/>
              </a:rPr>
              <a:t>многоклассовой</a:t>
            </a:r>
            <a:r>
              <a:rPr lang="ru-RU" sz="1200" b="0" i="1" kern="1200" dirty="0">
                <a:solidFill>
                  <a:schemeClr val="tx1"/>
                </a:solidFill>
                <a:effectLst/>
                <a:latin typeface="+mn-lt"/>
                <a:ea typeface="+mn-ea"/>
                <a:cs typeface="+mn-cs"/>
              </a:rPr>
              <a:t> классификации (определения типа атаки: </a:t>
            </a:r>
            <a:r>
              <a:rPr lang="ru-RU" sz="1200" b="0" i="1" kern="1200" dirty="0" err="1">
                <a:solidFill>
                  <a:schemeClr val="tx1"/>
                </a:solidFill>
                <a:effectLst/>
                <a:latin typeface="+mn-lt"/>
                <a:ea typeface="+mn-ea"/>
                <a:cs typeface="+mn-cs"/>
              </a:rPr>
              <a:t>DoS</a:t>
            </a:r>
            <a:r>
              <a:rPr lang="ru-RU" sz="1200" b="0" i="1" kern="1200" dirty="0">
                <a:solidFill>
                  <a:schemeClr val="tx1"/>
                </a:solidFill>
                <a:effectLst/>
                <a:latin typeface="+mn-lt"/>
                <a:ea typeface="+mn-ea"/>
                <a:cs typeface="+mn-cs"/>
              </a:rPr>
              <a:t>, </a:t>
            </a:r>
            <a:r>
              <a:rPr lang="ru-RU" sz="1200" b="0" i="1" kern="1200" dirty="0" err="1">
                <a:solidFill>
                  <a:schemeClr val="tx1"/>
                </a:solidFill>
                <a:effectLst/>
                <a:latin typeface="+mn-lt"/>
                <a:ea typeface="+mn-ea"/>
                <a:cs typeface="+mn-cs"/>
              </a:rPr>
              <a:t>Probe</a:t>
            </a:r>
            <a:r>
              <a:rPr lang="ru-RU" sz="1200" b="0" i="1" kern="1200" dirty="0">
                <a:solidFill>
                  <a:schemeClr val="tx1"/>
                </a:solidFill>
                <a:effectLst/>
                <a:latin typeface="+mn-lt"/>
                <a:ea typeface="+mn-ea"/>
                <a:cs typeface="+mn-cs"/>
              </a:rPr>
              <a:t> и т.д.).</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Support </a:t>
            </a:r>
            <a:r>
              <a:rPr lang="ru-RU" sz="1200" b="1" i="0" kern="1200" dirty="0" err="1">
                <a:solidFill>
                  <a:schemeClr val="tx1"/>
                </a:solidFill>
                <a:effectLst/>
                <a:latin typeface="+mn-lt"/>
                <a:ea typeface="+mn-ea"/>
                <a:cs typeface="+mn-cs"/>
              </a:rPr>
              <a:t>Vector</a:t>
            </a:r>
            <a:r>
              <a:rPr lang="ru-RU" sz="1200" b="1" i="0" kern="1200" dirty="0">
                <a:solidFill>
                  <a:schemeClr val="tx1"/>
                </a:solidFill>
                <a:effectLst/>
                <a:latin typeface="+mn-lt"/>
                <a:ea typeface="+mn-ea"/>
                <a:cs typeface="+mn-cs"/>
              </a:rPr>
              <a:t> Machine (SVM):</a:t>
            </a:r>
            <a:r>
              <a:rPr lang="ru-RU" sz="1200" b="0" i="0" kern="1200" dirty="0">
                <a:solidFill>
                  <a:schemeClr val="tx1"/>
                </a:solidFill>
                <a:effectLst/>
                <a:latin typeface="+mn-lt"/>
                <a:ea typeface="+mn-ea"/>
                <a:cs typeface="+mn-cs"/>
              </a:rPr>
              <a:t> Строит в многомерном пространстве данных "гиперплоскость" — границу, которая максимально отделяет нормальный трафик от атакующего. </a:t>
            </a:r>
            <a:r>
              <a:rPr lang="ru-RU" sz="1200" b="0" i="1" kern="1200" dirty="0">
                <a:solidFill>
                  <a:schemeClr val="tx1"/>
                </a:solidFill>
                <a:effectLst/>
                <a:latin typeface="+mn-lt"/>
                <a:ea typeface="+mn-ea"/>
                <a:cs typeface="+mn-cs"/>
              </a:rPr>
              <a:t>Хорош для обнаружения сложных, нелинейных аномалий.</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б) Обучение без учителя (</a:t>
            </a:r>
            <a:r>
              <a:rPr lang="ru-RU" sz="1200" b="1" i="0" kern="1200" dirty="0" err="1">
                <a:solidFill>
                  <a:schemeClr val="tx1"/>
                </a:solidFill>
                <a:effectLst/>
                <a:latin typeface="+mn-lt"/>
                <a:ea typeface="+mn-ea"/>
                <a:cs typeface="+mn-cs"/>
              </a:rPr>
              <a:t>Unsupervised</a:t>
            </a:r>
            <a:r>
              <a:rPr lang="ru-RU" sz="1200" b="1" i="0" kern="1200" dirty="0">
                <a:solidFill>
                  <a:schemeClr val="tx1"/>
                </a:solidFill>
                <a:effectLst/>
                <a:latin typeface="+mn-lt"/>
                <a:ea typeface="+mn-ea"/>
                <a:cs typeface="+mn-cs"/>
              </a:rPr>
              <a:t> Learning) - "Поиск странного"</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Как используется:</a:t>
            </a:r>
            <a:r>
              <a:rPr lang="ru-RU" sz="1200" b="0" i="0" kern="1200" dirty="0">
                <a:solidFill>
                  <a:schemeClr val="tx1"/>
                </a:solidFill>
                <a:effectLst/>
                <a:latin typeface="+mn-lt"/>
                <a:ea typeface="+mn-ea"/>
                <a:cs typeface="+mn-cs"/>
              </a:rPr>
              <a:t> Модель ищет скрытые структуры и аномалии в данных </a:t>
            </a:r>
            <a:r>
              <a:rPr lang="ru-RU" sz="1200" b="0" i="1" kern="1200" dirty="0">
                <a:solidFill>
                  <a:schemeClr val="tx1"/>
                </a:solidFill>
                <a:effectLst/>
                <a:latin typeface="+mn-lt"/>
                <a:ea typeface="+mn-ea"/>
                <a:cs typeface="+mn-cs"/>
              </a:rPr>
              <a:t>без заранее известных меток</a:t>
            </a:r>
            <a:r>
              <a:rPr lang="ru-RU" sz="1200" b="0" i="0" kern="1200" dirty="0">
                <a:solidFill>
                  <a:schemeClr val="tx1"/>
                </a:solidFill>
                <a:effectLst/>
                <a:latin typeface="+mn-lt"/>
                <a:ea typeface="+mn-ea"/>
                <a:cs typeface="+mn-cs"/>
              </a:rPr>
              <a:t>. Идеально для обнаружения </a:t>
            </a:r>
            <a:r>
              <a:rPr lang="ru-RU" sz="1200" b="1" i="0" kern="1200" dirty="0">
                <a:solidFill>
                  <a:schemeClr val="tx1"/>
                </a:solidFill>
                <a:effectLst/>
                <a:latin typeface="+mn-lt"/>
                <a:ea typeface="+mn-ea"/>
                <a:cs typeface="+mn-cs"/>
              </a:rPr>
              <a:t>новых, неизвестных атак (</a:t>
            </a:r>
            <a:r>
              <a:rPr lang="ru-RU" sz="1200" b="1" i="0" kern="1200" dirty="0" err="1">
                <a:solidFill>
                  <a:schemeClr val="tx1"/>
                </a:solidFill>
                <a:effectLst/>
                <a:latin typeface="+mn-lt"/>
                <a:ea typeface="+mn-ea"/>
                <a:cs typeface="+mn-cs"/>
              </a:rPr>
              <a:t>zero-day</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Типичные алгоритмы и их применение:</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K-</a:t>
            </a:r>
            <a:r>
              <a:rPr lang="ru-RU" sz="1200" b="1" i="0" kern="1200" dirty="0" err="1">
                <a:solidFill>
                  <a:schemeClr val="tx1"/>
                </a:solidFill>
                <a:effectLst/>
                <a:latin typeface="+mn-lt"/>
                <a:ea typeface="+mn-ea"/>
                <a:cs typeface="+mn-cs"/>
              </a:rPr>
              <a:t>Means</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Clustering</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Группирует сетевые соединения в кластеры по схожести. Соединения, которые не вписываются ни в один крупный "нормальный" кластер, или образуют очень маленький подозрительный кластер, помечаются как аномалии.</a:t>
            </a:r>
          </a:p>
          <a:p>
            <a:pPr lvl="1"/>
            <a:r>
              <a:rPr lang="ru-RU" sz="1200" b="1" i="0" kern="1200" dirty="0" err="1">
                <a:solidFill>
                  <a:schemeClr val="tx1"/>
                </a:solidFill>
                <a:effectLst/>
                <a:latin typeface="+mn-lt"/>
                <a:ea typeface="+mn-ea"/>
                <a:cs typeface="+mn-cs"/>
              </a:rPr>
              <a:t>Autoencoders</a:t>
            </a:r>
            <a:r>
              <a:rPr lang="ru-RU" sz="1200" b="1" i="0" kern="1200" dirty="0">
                <a:solidFill>
                  <a:schemeClr val="tx1"/>
                </a:solidFill>
                <a:effectLst/>
                <a:latin typeface="+mn-lt"/>
                <a:ea typeface="+mn-ea"/>
                <a:cs typeface="+mn-cs"/>
              </a:rPr>
              <a:t> (уже ближе к DL):</a:t>
            </a:r>
            <a:r>
              <a:rPr lang="ru-RU" sz="1200" b="0" i="0" kern="1200" dirty="0">
                <a:solidFill>
                  <a:schemeClr val="tx1"/>
                </a:solidFill>
                <a:effectLst/>
                <a:latin typeface="+mn-lt"/>
                <a:ea typeface="+mn-ea"/>
                <a:cs typeface="+mn-cs"/>
              </a:rPr>
              <a:t> Нейросеть учится "сжимать" и "восстанавливать" нормальный трафик. Если на вход подается атака, она не может быть корректно восстановлена, и ошибка реконструкции будет высокой, что и сигнализирует об аномалии.</a:t>
            </a:r>
          </a:p>
          <a:p>
            <a:br>
              <a:rPr lang="ru-RU" dirty="0"/>
            </a:br>
            <a:endParaRPr lang="ru-RU" dirty="0"/>
          </a:p>
          <a:p>
            <a:r>
              <a:rPr lang="ru-RU" sz="1200" b="1" kern="1200" dirty="0">
                <a:solidFill>
                  <a:schemeClr val="tx1"/>
                </a:solidFill>
                <a:effectLst/>
                <a:latin typeface="+mn-lt"/>
                <a:ea typeface="+mn-ea"/>
                <a:cs typeface="+mn-cs"/>
              </a:rPr>
              <a:t>2. Глубокое обучение (DL) - "Мощь автоматического распознавания образов"</a:t>
            </a:r>
          </a:p>
          <a:p>
            <a:r>
              <a:rPr lang="ru-RU" sz="1200" b="0" i="0" kern="1200" dirty="0">
                <a:solidFill>
                  <a:schemeClr val="tx1"/>
                </a:solidFill>
                <a:effectLst/>
                <a:latin typeface="+mn-lt"/>
                <a:ea typeface="+mn-ea"/>
                <a:cs typeface="+mn-cs"/>
              </a:rPr>
              <a:t>DL-методы </a:t>
            </a:r>
            <a:r>
              <a:rPr lang="ru-RU" sz="1200" b="0" i="0" kern="1200" dirty="0" err="1">
                <a:solidFill>
                  <a:schemeClr val="tx1"/>
                </a:solidFill>
                <a:effectLst/>
                <a:latin typeface="+mn-lt"/>
                <a:ea typeface="+mn-ea"/>
                <a:cs typeface="+mn-cs"/>
              </a:rPr>
              <a:t>excel</a:t>
            </a:r>
            <a:r>
              <a:rPr lang="ru-RU" sz="1200" b="0" i="0" kern="1200" dirty="0">
                <a:solidFill>
                  <a:schemeClr val="tx1"/>
                </a:solidFill>
                <a:effectLst/>
                <a:latin typeface="+mn-lt"/>
                <a:ea typeface="+mn-ea"/>
                <a:cs typeface="+mn-cs"/>
              </a:rPr>
              <a:t>, когда признаки атак сложные, многомерные и неочевидные. Они сами извлекают эти признаки из сырых данных.</a:t>
            </a:r>
          </a:p>
          <a:p>
            <a:r>
              <a:rPr lang="ru-RU" sz="1200" b="1" i="0" kern="1200" dirty="0">
                <a:solidFill>
                  <a:schemeClr val="tx1"/>
                </a:solidFill>
                <a:effectLst/>
                <a:latin typeface="+mn-lt"/>
                <a:ea typeface="+mn-ea"/>
                <a:cs typeface="+mn-cs"/>
              </a:rPr>
              <a:t>Как используется:</a:t>
            </a:r>
            <a:r>
              <a:rPr lang="ru-RU" sz="1200" b="0" i="0" kern="1200" dirty="0">
                <a:solidFill>
                  <a:schemeClr val="tx1"/>
                </a:solidFill>
                <a:effectLst/>
                <a:latin typeface="+mn-lt"/>
                <a:ea typeface="+mn-ea"/>
                <a:cs typeface="+mn-cs"/>
              </a:rPr>
              <a:t> Многослойные нейронные сети учатся иерархическому представлению данных. Низкие слои учатся простым признакам (например, флаги в TCP-пакете), а высокие — комбинируют их в сложные шаблоны (например, последовательность действий в атаке).</a:t>
            </a:r>
          </a:p>
          <a:p>
            <a:r>
              <a:rPr lang="ru-RU" sz="1200" b="1" i="0" kern="1200" dirty="0">
                <a:solidFill>
                  <a:schemeClr val="tx1"/>
                </a:solidFill>
                <a:effectLst/>
                <a:latin typeface="+mn-lt"/>
                <a:ea typeface="+mn-ea"/>
                <a:cs typeface="+mn-cs"/>
              </a:rPr>
              <a:t>Типичные архитектуры и их применение:</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Сверточные нейронные сети (CNN):</a:t>
            </a:r>
            <a:endParaRPr lang="ru-RU" sz="1200" b="0" i="0" kern="1200" dirty="0">
              <a:solidFill>
                <a:schemeClr val="tx1"/>
              </a:solidFill>
              <a:effectLst/>
              <a:latin typeface="+mn-lt"/>
              <a:ea typeface="+mn-ea"/>
              <a:cs typeface="+mn-cs"/>
            </a:endParaRPr>
          </a:p>
          <a:p>
            <a:pPr lvl="2"/>
            <a:r>
              <a:rPr lang="ru-RU" sz="1200" b="1" i="0" kern="1200" dirty="0">
                <a:solidFill>
                  <a:schemeClr val="tx1"/>
                </a:solidFill>
                <a:effectLst/>
                <a:latin typeface="+mn-lt"/>
                <a:ea typeface="+mn-ea"/>
                <a:cs typeface="+mn-cs"/>
              </a:rPr>
              <a:t>Использование:</a:t>
            </a:r>
            <a:r>
              <a:rPr lang="ru-RU" sz="1200" b="0" i="0" kern="1200" dirty="0">
                <a:solidFill>
                  <a:schemeClr val="tx1"/>
                </a:solidFill>
                <a:effectLst/>
                <a:latin typeface="+mn-lt"/>
                <a:ea typeface="+mn-ea"/>
                <a:cs typeface="+mn-cs"/>
              </a:rPr>
              <a:t> Изначально для изображений, но сетевой трафик можно представить как одномерные "спектрограммы" или двумерные "изображения", где пиксели — это значения параметров (порты, размер пакета и т.д.).</a:t>
            </a:r>
          </a:p>
          <a:p>
            <a:pPr lvl="2"/>
            <a:r>
              <a:rPr lang="ru-RU" sz="1200" b="1" i="0" kern="1200" dirty="0">
                <a:solidFill>
                  <a:schemeClr val="tx1"/>
                </a:solidFill>
                <a:effectLst/>
                <a:latin typeface="+mn-lt"/>
                <a:ea typeface="+mn-ea"/>
                <a:cs typeface="+mn-cs"/>
              </a:rPr>
              <a:t>Что ищут:</a:t>
            </a:r>
            <a:r>
              <a:rPr lang="ru-RU" sz="1200" b="0" i="0" kern="1200" dirty="0">
                <a:solidFill>
                  <a:schemeClr val="tx1"/>
                </a:solidFill>
                <a:effectLst/>
                <a:latin typeface="+mn-lt"/>
                <a:ea typeface="+mn-ea"/>
                <a:cs typeface="+mn-cs"/>
              </a:rPr>
              <a:t> Сложные пространственные шаблоны в сетевых пакетах, характерные для разных типов атак. </a:t>
            </a:r>
            <a:r>
              <a:rPr lang="ru-RU" sz="1200" b="0" i="1" kern="1200" dirty="0">
                <a:solidFill>
                  <a:schemeClr val="tx1"/>
                </a:solidFill>
                <a:effectLst/>
                <a:latin typeface="+mn-lt"/>
                <a:ea typeface="+mn-ea"/>
                <a:cs typeface="+mn-cs"/>
              </a:rPr>
              <a:t>Статья показывает, что CNN — лидер по точности.</a:t>
            </a:r>
            <a:endParaRPr lang="ru-RU" sz="1200" b="0" i="0" kern="1200" dirty="0">
              <a:solidFill>
                <a:schemeClr val="tx1"/>
              </a:solidFill>
              <a:effectLst/>
              <a:latin typeface="+mn-lt"/>
              <a:ea typeface="+mn-ea"/>
              <a:cs typeface="+mn-cs"/>
            </a:endParaRPr>
          </a:p>
          <a:p>
            <a:pPr lvl="1"/>
            <a:r>
              <a:rPr lang="ru-RU" sz="1200" b="1" i="0" kern="1200" dirty="0">
                <a:solidFill>
                  <a:schemeClr val="tx1"/>
                </a:solidFill>
                <a:effectLst/>
                <a:latin typeface="+mn-lt"/>
                <a:ea typeface="+mn-ea"/>
                <a:cs typeface="+mn-cs"/>
              </a:rPr>
              <a:t>Рекуррентные нейронные сети (RNN), LSTM, BLSTM:</a:t>
            </a:r>
            <a:endParaRPr lang="ru-RU" sz="1200" b="0" i="0" kern="1200" dirty="0">
              <a:solidFill>
                <a:schemeClr val="tx1"/>
              </a:solidFill>
              <a:effectLst/>
              <a:latin typeface="+mn-lt"/>
              <a:ea typeface="+mn-ea"/>
              <a:cs typeface="+mn-cs"/>
            </a:endParaRPr>
          </a:p>
          <a:p>
            <a:pPr lvl="2"/>
            <a:r>
              <a:rPr lang="ru-RU" sz="1200" b="1" i="0" kern="1200" dirty="0">
                <a:solidFill>
                  <a:schemeClr val="tx1"/>
                </a:solidFill>
                <a:effectLst/>
                <a:latin typeface="+mn-lt"/>
                <a:ea typeface="+mn-ea"/>
                <a:cs typeface="+mn-cs"/>
              </a:rPr>
              <a:t>Использование:</a:t>
            </a:r>
            <a:r>
              <a:rPr lang="ru-RU" sz="1200" b="0" i="0" kern="1200" dirty="0">
                <a:solidFill>
                  <a:schemeClr val="tx1"/>
                </a:solidFill>
                <a:effectLst/>
                <a:latin typeface="+mn-lt"/>
                <a:ea typeface="+mn-ea"/>
                <a:cs typeface="+mn-cs"/>
              </a:rPr>
              <a:t> Для анализа последовательностей. Сетевой трафик — это по своей сути последовательность событий во времени.</a:t>
            </a:r>
          </a:p>
          <a:p>
            <a:pPr lvl="2"/>
            <a:r>
              <a:rPr lang="ru-RU" sz="1200" b="1" i="0" kern="1200" dirty="0">
                <a:solidFill>
                  <a:schemeClr val="tx1"/>
                </a:solidFill>
                <a:effectLst/>
                <a:latin typeface="+mn-lt"/>
                <a:ea typeface="+mn-ea"/>
                <a:cs typeface="+mn-cs"/>
              </a:rPr>
              <a:t>Что ищут:</a:t>
            </a:r>
            <a:r>
              <a:rPr lang="ru-RU" sz="1200" b="0" i="0" kern="1200" dirty="0">
                <a:solidFill>
                  <a:schemeClr val="tx1"/>
                </a:solidFill>
                <a:effectLst/>
                <a:latin typeface="+mn-lt"/>
                <a:ea typeface="+mn-ea"/>
                <a:cs typeface="+mn-cs"/>
              </a:rPr>
              <a:t> Временные зависимости и шаблоны поведения. Например, LSTM может запомнить, что за сканированием портов (</a:t>
            </a:r>
            <a:r>
              <a:rPr lang="ru-RU" sz="1200" b="0" i="0" kern="1200" dirty="0" err="1">
                <a:solidFill>
                  <a:schemeClr val="tx1"/>
                </a:solidFill>
                <a:effectLst/>
                <a:latin typeface="+mn-lt"/>
                <a:ea typeface="+mn-ea"/>
                <a:cs typeface="+mn-cs"/>
              </a:rPr>
              <a:t>Probe</a:t>
            </a:r>
            <a:r>
              <a:rPr lang="ru-RU" sz="1200" b="0" i="0" kern="1200" dirty="0">
                <a:solidFill>
                  <a:schemeClr val="tx1"/>
                </a:solidFill>
                <a:effectLst/>
                <a:latin typeface="+mn-lt"/>
                <a:ea typeface="+mn-ea"/>
                <a:cs typeface="+mn-cs"/>
              </a:rPr>
              <a:t>) через несколько секунд последовала попытка подбора пароля (</a:t>
            </a:r>
            <a:r>
              <a:rPr lang="ru-RU" sz="1200" b="0" i="0" kern="1200" dirty="0" err="1">
                <a:solidFill>
                  <a:schemeClr val="tx1"/>
                </a:solidFill>
                <a:effectLst/>
                <a:latin typeface="+mn-lt"/>
                <a:ea typeface="+mn-ea"/>
                <a:cs typeface="+mn-cs"/>
              </a:rPr>
              <a:t>Brute</a:t>
            </a:r>
            <a:r>
              <a:rPr lang="ru-RU" sz="1200" b="0" i="0" kern="1200" dirty="0">
                <a:solidFill>
                  <a:schemeClr val="tx1"/>
                </a:solidFill>
                <a:effectLst/>
                <a:latin typeface="+mn-lt"/>
                <a:ea typeface="+mn-ea"/>
                <a:cs typeface="+mn-cs"/>
              </a:rPr>
              <a:t>-Force), и идентифицировать это как единую многостадийную атаку.</a:t>
            </a:r>
          </a:p>
          <a:p>
            <a:pPr lvl="1"/>
            <a:r>
              <a:rPr lang="ru-RU" sz="1200" b="1" i="0" kern="1200" dirty="0">
                <a:solidFill>
                  <a:schemeClr val="tx1"/>
                </a:solidFill>
                <a:effectLst/>
                <a:latin typeface="+mn-lt"/>
                <a:ea typeface="+mn-ea"/>
                <a:cs typeface="+mn-cs"/>
              </a:rPr>
              <a:t>Deep </a:t>
            </a:r>
            <a:r>
              <a:rPr lang="ru-RU" sz="1200" b="1" i="0" kern="1200" dirty="0" err="1">
                <a:solidFill>
                  <a:schemeClr val="tx1"/>
                </a:solidFill>
                <a:effectLst/>
                <a:latin typeface="+mn-lt"/>
                <a:ea typeface="+mn-ea"/>
                <a:cs typeface="+mn-cs"/>
              </a:rPr>
              <a:t>Belief</a:t>
            </a:r>
            <a:r>
              <a:rPr lang="ru-RU" sz="1200" b="1" i="0" kern="1200" dirty="0">
                <a:solidFill>
                  <a:schemeClr val="tx1"/>
                </a:solidFill>
                <a:effectLst/>
                <a:latin typeface="+mn-lt"/>
                <a:ea typeface="+mn-ea"/>
                <a:cs typeface="+mn-cs"/>
              </a:rPr>
              <a:t> Networks (DBN):</a:t>
            </a:r>
            <a:endParaRPr lang="ru-RU" sz="1200" b="0" i="0" kern="1200" dirty="0">
              <a:solidFill>
                <a:schemeClr val="tx1"/>
              </a:solidFill>
              <a:effectLst/>
              <a:latin typeface="+mn-lt"/>
              <a:ea typeface="+mn-ea"/>
              <a:cs typeface="+mn-cs"/>
            </a:endParaRPr>
          </a:p>
          <a:p>
            <a:pPr lvl="2"/>
            <a:r>
              <a:rPr lang="ru-RU" sz="1200" b="1" i="0" kern="1200" dirty="0">
                <a:solidFill>
                  <a:schemeClr val="tx1"/>
                </a:solidFill>
                <a:effectLst/>
                <a:latin typeface="+mn-lt"/>
                <a:ea typeface="+mn-ea"/>
                <a:cs typeface="+mn-cs"/>
              </a:rPr>
              <a:t>Использование:</a:t>
            </a:r>
            <a:r>
              <a:rPr lang="ru-RU" sz="1200" b="0" i="0" kern="1200" dirty="0">
                <a:solidFill>
                  <a:schemeClr val="tx1"/>
                </a:solidFill>
                <a:effectLst/>
                <a:latin typeface="+mn-lt"/>
                <a:ea typeface="+mn-ea"/>
                <a:cs typeface="+mn-cs"/>
              </a:rPr>
              <a:t> Часто для обучения без учителя и сокращения размерности данных.</a:t>
            </a:r>
          </a:p>
          <a:p>
            <a:pPr lvl="2"/>
            <a:r>
              <a:rPr lang="ru-RU" sz="1200" b="1" i="0" kern="1200" dirty="0">
                <a:solidFill>
                  <a:schemeClr val="tx1"/>
                </a:solidFill>
                <a:effectLst/>
                <a:latin typeface="+mn-lt"/>
                <a:ea typeface="+mn-ea"/>
                <a:cs typeface="+mn-cs"/>
              </a:rPr>
              <a:t>Что ищут:</a:t>
            </a:r>
            <a:r>
              <a:rPr lang="ru-RU" sz="1200" b="0" i="0" kern="1200" dirty="0">
                <a:solidFill>
                  <a:schemeClr val="tx1"/>
                </a:solidFill>
                <a:effectLst/>
                <a:latin typeface="+mn-lt"/>
                <a:ea typeface="+mn-ea"/>
                <a:cs typeface="+mn-cs"/>
              </a:rPr>
              <a:t> Глубокие вероятностные модели "нормального" состояния системы. Сильные отклонения от этой модели считаются атакой.</a:t>
            </a:r>
          </a:p>
          <a:p>
            <a:br>
              <a:rPr lang="ru-RU" dirty="0"/>
            </a:br>
            <a:endParaRPr lang="ru-RU" dirty="0"/>
          </a:p>
          <a:p>
            <a:r>
              <a:rPr lang="ru-RU" sz="1200" b="1" kern="1200" dirty="0">
                <a:solidFill>
                  <a:schemeClr val="tx1"/>
                </a:solidFill>
                <a:effectLst/>
                <a:latin typeface="+mn-lt"/>
                <a:ea typeface="+mn-ea"/>
                <a:cs typeface="+mn-cs"/>
              </a:rPr>
              <a:t>3. Ансамблевое обучение (Ensemble Learning) - "Сила в единстве"</a:t>
            </a:r>
          </a:p>
          <a:p>
            <a:r>
              <a:rPr lang="ru-RU" sz="1200" b="0" i="0" kern="1200" dirty="0">
                <a:solidFill>
                  <a:schemeClr val="tx1"/>
                </a:solidFill>
                <a:effectLst/>
                <a:latin typeface="+mn-lt"/>
                <a:ea typeface="+mn-ea"/>
                <a:cs typeface="+mn-cs"/>
              </a:rPr>
              <a:t>Ансамбли комбинируют несколько "слабых" или "разнообразных" моделей, чтобы получить одну "сильную" и устойчивую.</a:t>
            </a:r>
          </a:p>
          <a:p>
            <a:r>
              <a:rPr lang="ru-RU" sz="1200" b="1" i="0" kern="1200" dirty="0">
                <a:solidFill>
                  <a:schemeClr val="tx1"/>
                </a:solidFill>
                <a:effectLst/>
                <a:latin typeface="+mn-lt"/>
                <a:ea typeface="+mn-ea"/>
                <a:cs typeface="+mn-cs"/>
              </a:rPr>
              <a:t>Как используется:</a:t>
            </a:r>
            <a:r>
              <a:rPr lang="ru-RU" sz="1200" b="0" i="0" kern="1200" dirty="0">
                <a:solidFill>
                  <a:schemeClr val="tx1"/>
                </a:solidFill>
                <a:effectLst/>
                <a:latin typeface="+mn-lt"/>
                <a:ea typeface="+mn-ea"/>
                <a:cs typeface="+mn-cs"/>
              </a:rPr>
              <a:t> Создается комитет моделей (например, несколько разных алгоритмов ML или конфигураций DL). Их прогнозы объединяются путем голосования (</a:t>
            </a:r>
            <a:r>
              <a:rPr lang="ru-RU" sz="1200" b="0" i="0" kern="1200" dirty="0" err="1">
                <a:solidFill>
                  <a:schemeClr val="tx1"/>
                </a:solidFill>
                <a:effectLst/>
                <a:latin typeface="+mn-lt"/>
                <a:ea typeface="+mn-ea"/>
                <a:cs typeface="+mn-cs"/>
              </a:rPr>
              <a:t>Voting</a:t>
            </a:r>
            <a:r>
              <a:rPr lang="ru-RU" sz="1200" b="0" i="0" kern="1200" dirty="0">
                <a:solidFill>
                  <a:schemeClr val="tx1"/>
                </a:solidFill>
                <a:effectLst/>
                <a:latin typeface="+mn-lt"/>
                <a:ea typeface="+mn-ea"/>
                <a:cs typeface="+mn-cs"/>
              </a:rPr>
              <a:t>), усреднения или более сложных методов (</a:t>
            </a:r>
            <a:r>
              <a:rPr lang="ru-RU" sz="1200" b="0" i="0" kern="1200" dirty="0" err="1">
                <a:solidFill>
                  <a:schemeClr val="tx1"/>
                </a:solidFill>
                <a:effectLst/>
                <a:latin typeface="+mn-lt"/>
                <a:ea typeface="+mn-ea"/>
                <a:cs typeface="+mn-cs"/>
              </a:rPr>
              <a:t>Stacking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Bagging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Boosting</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Типичные подходы:</a:t>
            </a:r>
            <a:endParaRPr lang="ru-RU" sz="1200" b="0" i="0" kern="1200" dirty="0">
              <a:solidFill>
                <a:schemeClr val="tx1"/>
              </a:solidFill>
              <a:effectLst/>
              <a:latin typeface="+mn-lt"/>
              <a:ea typeface="+mn-ea"/>
              <a:cs typeface="+mn-cs"/>
            </a:endParaRPr>
          </a:p>
          <a:p>
            <a:pPr lvl="1"/>
            <a:r>
              <a:rPr lang="ru-RU" sz="1200" b="1" i="0" kern="1200" dirty="0" err="1">
                <a:solidFill>
                  <a:schemeClr val="tx1"/>
                </a:solidFill>
                <a:effectLst/>
                <a:latin typeface="+mn-lt"/>
                <a:ea typeface="+mn-ea"/>
                <a:cs typeface="+mn-cs"/>
              </a:rPr>
              <a:t>Voting</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Algorithms</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Каждая модель в ансамбле "голосует" за свой класс (нормально/</a:t>
            </a:r>
            <a:r>
              <a:rPr lang="ru-RU" sz="1200" b="0" i="0" kern="1200" dirty="0" err="1">
                <a:solidFill>
                  <a:schemeClr val="tx1"/>
                </a:solidFill>
                <a:effectLst/>
                <a:latin typeface="+mn-lt"/>
                <a:ea typeface="+mn-ea"/>
                <a:cs typeface="+mn-cs"/>
              </a:rPr>
              <a:t>DoS</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Probe</a:t>
            </a:r>
            <a:r>
              <a:rPr lang="ru-RU" sz="1200" b="0" i="0" kern="1200" dirty="0">
                <a:solidFill>
                  <a:schemeClr val="tx1"/>
                </a:solidFill>
                <a:effectLst/>
                <a:latin typeface="+mn-lt"/>
                <a:ea typeface="+mn-ea"/>
                <a:cs typeface="+mn-cs"/>
              </a:rPr>
              <a:t>). Выбирается класс, набравший большинство голосов. </a:t>
            </a:r>
            <a:r>
              <a:rPr lang="ru-RU" sz="1200" b="0" i="1" kern="1200" dirty="0">
                <a:solidFill>
                  <a:schemeClr val="tx1"/>
                </a:solidFill>
                <a:effectLst/>
                <a:latin typeface="+mn-lt"/>
                <a:ea typeface="+mn-ea"/>
                <a:cs typeface="+mn-cs"/>
              </a:rPr>
              <a:t>Позволяет снизить количество ложных срабатываний.</a:t>
            </a:r>
            <a:endParaRPr lang="ru-RU" sz="1200" b="0" i="0" kern="1200" dirty="0">
              <a:solidFill>
                <a:schemeClr val="tx1"/>
              </a:solidFill>
              <a:effectLst/>
              <a:latin typeface="+mn-lt"/>
              <a:ea typeface="+mn-ea"/>
              <a:cs typeface="+mn-cs"/>
            </a:endParaRPr>
          </a:p>
          <a:p>
            <a:pPr lvl="1"/>
            <a:r>
              <a:rPr lang="ru-RU" sz="1200" b="1" i="0" kern="1200" dirty="0" err="1">
                <a:solidFill>
                  <a:schemeClr val="tx1"/>
                </a:solidFill>
                <a:effectLst/>
                <a:latin typeface="+mn-lt"/>
                <a:ea typeface="+mn-ea"/>
                <a:cs typeface="+mn-cs"/>
              </a:rPr>
              <a:t>Random</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Forest</a:t>
            </a:r>
            <a:r>
              <a:rPr lang="ru-RU" sz="1200" b="1" i="0" kern="1200" dirty="0">
                <a:solidFill>
                  <a:schemeClr val="tx1"/>
                </a:solidFill>
                <a:effectLst/>
                <a:latin typeface="+mn-lt"/>
                <a:ea typeface="+mn-ea"/>
                <a:cs typeface="+mn-cs"/>
              </a:rPr>
              <a:t>:</a:t>
            </a:r>
            <a:r>
              <a:rPr lang="ru-RU" sz="1200" b="0" i="0" kern="1200" dirty="0">
                <a:solidFill>
                  <a:schemeClr val="tx1"/>
                </a:solidFill>
                <a:effectLst/>
                <a:latin typeface="+mn-lt"/>
                <a:ea typeface="+mn-ea"/>
                <a:cs typeface="+mn-cs"/>
              </a:rPr>
              <a:t> Сам по себе является ансамблем (множество </a:t>
            </a:r>
            <a:r>
              <a:rPr lang="ru-RU" sz="1200" b="0" i="0" kern="1200" dirty="0" err="1">
                <a:solidFill>
                  <a:schemeClr val="tx1"/>
                </a:solidFill>
                <a:effectLst/>
                <a:latin typeface="+mn-lt"/>
                <a:ea typeface="+mn-ea"/>
                <a:cs typeface="+mn-cs"/>
              </a:rPr>
              <a:t>Decision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Trees</a:t>
            </a:r>
            <a:r>
              <a:rPr lang="ru-RU" sz="1200" b="0" i="0" kern="1200" dirty="0">
                <a:solidFill>
                  <a:schemeClr val="tx1"/>
                </a:solidFill>
                <a:effectLst/>
                <a:latin typeface="+mn-lt"/>
                <a:ea typeface="+mn-ea"/>
                <a:cs typeface="+mn-cs"/>
              </a:rPr>
              <a:t>).</a:t>
            </a:r>
          </a:p>
          <a:p>
            <a:pPr lvl="1"/>
            <a:r>
              <a:rPr lang="ru-RU" sz="1200" b="1" i="0" kern="1200" dirty="0">
                <a:solidFill>
                  <a:schemeClr val="tx1"/>
                </a:solidFill>
                <a:effectLst/>
                <a:latin typeface="+mn-lt"/>
                <a:ea typeface="+mn-ea"/>
                <a:cs typeface="+mn-cs"/>
              </a:rPr>
              <a:t>Гибридные ансамбли (RF + AODE, MPNN + SPO):</a:t>
            </a:r>
            <a:r>
              <a:rPr lang="ru-RU" sz="1200" b="0" i="0" kern="1200" dirty="0">
                <a:solidFill>
                  <a:schemeClr val="tx1"/>
                </a:solidFill>
                <a:effectLst/>
                <a:latin typeface="+mn-lt"/>
                <a:ea typeface="+mn-ea"/>
                <a:cs typeface="+mn-cs"/>
              </a:rPr>
              <a:t> Комбинируют принципиально разные модели (например, дерево решений и байесовский классификатор), чтобы охватить разные аспекты данных и компенсировать слабые стороны друг друга.</a:t>
            </a:r>
          </a:p>
          <a:p>
            <a:endParaRPr lang="ru-RU" dirty="0"/>
          </a:p>
        </p:txBody>
      </p:sp>
      <p:sp>
        <p:nvSpPr>
          <p:cNvPr id="4" name="Номер слайда 3">
            <a:extLst>
              <a:ext uri="{FF2B5EF4-FFF2-40B4-BE49-F238E27FC236}">
                <a16:creationId xmlns:a16="http://schemas.microsoft.com/office/drawing/2014/main" id="{2BC328B2-D583-5DA8-5CBF-FED3F5873BEB}"/>
              </a:ext>
            </a:extLst>
          </p:cNvPr>
          <p:cNvSpPr>
            <a:spLocks noGrp="1"/>
          </p:cNvSpPr>
          <p:nvPr>
            <p:ph type="sldNum" sz="quarter" idx="5"/>
          </p:nvPr>
        </p:nvSpPr>
        <p:spPr/>
        <p:txBody>
          <a:bodyPr/>
          <a:lstStyle/>
          <a:p>
            <a:fld id="{B031B7BB-A9A1-40FA-ABB3-45C29D47E728}" type="slidenum">
              <a:rPr lang="ru-RU" smtClean="0"/>
              <a:t>10</a:t>
            </a:fld>
            <a:endParaRPr lang="ru-RU"/>
          </a:p>
        </p:txBody>
      </p:sp>
    </p:spTree>
    <p:extLst>
      <p:ext uri="{BB962C8B-B14F-4D97-AF65-F5344CB8AC3E}">
        <p14:creationId xmlns:p14="http://schemas.microsoft.com/office/powerpoint/2010/main" val="2541859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89D2-C8BB-8A9F-2905-1319B8F7C3DB}"/>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94733BA-8FF2-4C18-7A32-3DB8A1871EEB}"/>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D2CC108-9CF4-5AF2-41D5-928BBB56D2B1}"/>
              </a:ext>
            </a:extLst>
          </p:cNvPr>
          <p:cNvSpPr>
            <a:spLocks noGrp="1"/>
          </p:cNvSpPr>
          <p:nvPr>
            <p:ph type="body" idx="1"/>
          </p:nvPr>
        </p:nvSpPr>
        <p:spPr/>
        <p:txBody>
          <a:bodyPr/>
          <a:lstStyle/>
          <a:p>
            <a:r>
              <a:rPr lang="ru-RU" sz="1200" b="0" kern="1200" dirty="0">
                <a:solidFill>
                  <a:schemeClr val="tx1"/>
                </a:solidFill>
                <a:effectLst/>
                <a:latin typeface="+mn-lt"/>
                <a:ea typeface="+mn-ea"/>
                <a:cs typeface="+mn-cs"/>
              </a:rPr>
              <a:t>Современные системы обнаружения кибератак на основе искусственного интеллекта реализуют разноуровневые подходы к анализу телеметрии и данных безопасности. Машинное обучение с учителем, включая алгоритмы классификации, такие как метод опорных векторов (SVM) и случайный лес (</a:t>
            </a:r>
            <a:r>
              <a:rPr lang="ru-RU" sz="1200" b="0" kern="1200" dirty="0" err="1">
                <a:solidFill>
                  <a:schemeClr val="tx1"/>
                </a:solidFill>
                <a:effectLst/>
                <a:latin typeface="+mn-lt"/>
                <a:ea typeface="+mn-ea"/>
                <a:cs typeface="+mn-cs"/>
              </a:rPr>
              <a:t>Random</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Forest</a:t>
            </a:r>
            <a:r>
              <a:rPr lang="ru-RU" sz="1200" b="0" kern="1200" dirty="0">
                <a:solidFill>
                  <a:schemeClr val="tx1"/>
                </a:solidFill>
                <a:effectLst/>
                <a:latin typeface="+mn-lt"/>
                <a:ea typeface="+mn-ea"/>
                <a:cs typeface="+mn-cs"/>
              </a:rPr>
              <a:t>), применяется для идентификации известных шаблонов атак через сопоставление с историческими данными. Например, в платформе Cisco Secure Network Analytics SVM используется для классификации сетевых аномалий на основе признаков, извлеченных из </a:t>
            </a:r>
            <a:r>
              <a:rPr lang="ru-RU" sz="1200" b="0" kern="1200" dirty="0" err="1">
                <a:solidFill>
                  <a:schemeClr val="tx1"/>
                </a:solidFill>
                <a:effectLst/>
                <a:latin typeface="+mn-lt"/>
                <a:ea typeface="+mn-ea"/>
                <a:cs typeface="+mn-cs"/>
              </a:rPr>
              <a:t>NetFlow</a:t>
            </a:r>
            <a:r>
              <a:rPr lang="ru-RU" sz="1200" b="0" kern="1200" dirty="0">
                <a:solidFill>
                  <a:schemeClr val="tx1"/>
                </a:solidFill>
                <a:effectLst/>
                <a:latin typeface="+mn-lt"/>
                <a:ea typeface="+mn-ea"/>
                <a:cs typeface="+mn-cs"/>
              </a:rPr>
              <a:t> данных, где модель обучается распознавать паттерны </a:t>
            </a:r>
            <a:r>
              <a:rPr lang="ru-RU" sz="1200" b="0" kern="1200" dirty="0" err="1">
                <a:solidFill>
                  <a:schemeClr val="tx1"/>
                </a:solidFill>
                <a:effectLst/>
                <a:latin typeface="+mn-lt"/>
                <a:ea typeface="+mn-ea"/>
                <a:cs typeface="+mn-cs"/>
              </a:rPr>
              <a:t>DDoS</a:t>
            </a:r>
            <a:r>
              <a:rPr lang="ru-RU" sz="1200" b="0" kern="1200" dirty="0">
                <a:solidFill>
                  <a:schemeClr val="tx1"/>
                </a:solidFill>
                <a:effectLst/>
                <a:latin typeface="+mn-lt"/>
                <a:ea typeface="+mn-ea"/>
                <a:cs typeface="+mn-cs"/>
              </a:rPr>
              <a:t>-атак по таким параметрам как интенсивность трафика, географическое распределение источников и протокольные аномалии.</a:t>
            </a:r>
          </a:p>
          <a:p>
            <a:r>
              <a:rPr lang="ru-RU" sz="1200" b="0" kern="1200" dirty="0">
                <a:solidFill>
                  <a:schemeClr val="tx1"/>
                </a:solidFill>
                <a:effectLst/>
                <a:latin typeface="+mn-lt"/>
                <a:ea typeface="+mn-ea"/>
                <a:cs typeface="+mn-cs"/>
              </a:rPr>
              <a:t>Глубокое обучение расширяет аналитические возможности за счет автоматической экстракции признаков из многомерных данных. Сверточные нейронные сети (CNN) применяются в продуктах типа </a:t>
            </a:r>
            <a:r>
              <a:rPr lang="ru-RU" sz="1200" b="0" kern="1200" dirty="0" err="1">
                <a:solidFill>
                  <a:schemeClr val="tx1"/>
                </a:solidFill>
                <a:effectLst/>
                <a:latin typeface="+mn-lt"/>
                <a:ea typeface="+mn-ea"/>
                <a:cs typeface="+mn-cs"/>
              </a:rPr>
              <a:t>Darktrace</a:t>
            </a:r>
            <a:r>
              <a:rPr lang="ru-RU" sz="1200" b="0" kern="1200" dirty="0">
                <a:solidFill>
                  <a:schemeClr val="tx1"/>
                </a:solidFill>
                <a:effectLst/>
                <a:latin typeface="+mn-lt"/>
                <a:ea typeface="+mn-ea"/>
                <a:cs typeface="+mn-cs"/>
              </a:rPr>
              <a:t> для анализа матриц сетевых соединений, представленных в виде графов, где узлы соответствуют IP-адресам, а ребра - установленным соединениям. Модель выявляет пространственные паттерны атак, такие как горизонтальное перемещение в корпоративной сети, через анализ подграфов с аномальной структурой связности. Рекуррентные нейронные сети (LSTM) используются в платформе Vectra AI для детектирования многоэтапных атак, анализируя временные последовательности событий безопасности. Например, модель обучается распознавать цепочки атак, когда сканирование портов предшествует попыткам эксплуатации уязвимостей, с последующей установкой постоянства в системе.</a:t>
            </a:r>
          </a:p>
          <a:p>
            <a:r>
              <a:rPr lang="ru-RU" sz="1200" b="0" kern="1200" dirty="0">
                <a:solidFill>
                  <a:schemeClr val="tx1"/>
                </a:solidFill>
                <a:effectLst/>
                <a:latin typeface="+mn-lt"/>
                <a:ea typeface="+mn-ea"/>
                <a:cs typeface="+mn-cs"/>
              </a:rPr>
              <a:t>Методы обучения без учителя, такие как кластеризация k-средних и изолирующий лес, реализованы в системах типа </a:t>
            </a:r>
            <a:r>
              <a:rPr lang="ru-RU" sz="1200" b="0" kern="1200" dirty="0" err="1">
                <a:solidFill>
                  <a:schemeClr val="tx1"/>
                </a:solidFill>
                <a:effectLst/>
                <a:latin typeface="+mn-lt"/>
                <a:ea typeface="+mn-ea"/>
                <a:cs typeface="+mn-cs"/>
              </a:rPr>
              <a:t>Splunk</a:t>
            </a:r>
            <a:r>
              <a:rPr lang="ru-RU" sz="1200" b="0" kern="1200" dirty="0">
                <a:solidFill>
                  <a:schemeClr val="tx1"/>
                </a:solidFill>
                <a:effectLst/>
                <a:latin typeface="+mn-lt"/>
                <a:ea typeface="+mn-ea"/>
                <a:cs typeface="+mn-cs"/>
              </a:rPr>
              <a:t> Enterprise Security для выявления неизвестных угроз. Алгоритм изолирующего леса применяется для анализа логов аутентификации, где модель идентифицирует аномальные сессии на основе таких параметров как время входа, географическое местоположение и частота запросов. Например, сессии с аномально короткими интервалами между запросами из географически удаленных локаций маркируются как подозрительные. Кластеризация k-средних используется для сегментации сетевого трафика, где выявление малых кластеров с атипичными характеристиками, такими как нестандартные порты назначения или аномальные объемы передаваемых данных, позволяет детектировать скрытый канал передачи информации.</a:t>
            </a:r>
          </a:p>
          <a:p>
            <a:r>
              <a:rPr lang="ru-RU" sz="1200" b="0" kern="1200" dirty="0">
                <a:solidFill>
                  <a:schemeClr val="tx1"/>
                </a:solidFill>
                <a:effectLst/>
                <a:latin typeface="+mn-lt"/>
                <a:ea typeface="+mn-ea"/>
                <a:cs typeface="+mn-cs"/>
              </a:rPr>
              <a:t>Ансамблевые методы, включая градиентный </a:t>
            </a:r>
            <a:r>
              <a:rPr lang="ru-RU" sz="1200" b="0" kern="1200" dirty="0" err="1">
                <a:solidFill>
                  <a:schemeClr val="tx1"/>
                </a:solidFill>
                <a:effectLst/>
                <a:latin typeface="+mn-lt"/>
                <a:ea typeface="+mn-ea"/>
                <a:cs typeface="+mn-cs"/>
              </a:rPr>
              <a:t>бустинг</a:t>
            </a:r>
            <a:r>
              <a:rPr lang="ru-RU" sz="1200" b="0" kern="1200" dirty="0">
                <a:solidFill>
                  <a:schemeClr val="tx1"/>
                </a:solidFill>
                <a:effectLst/>
                <a:latin typeface="+mn-lt"/>
                <a:ea typeface="+mn-ea"/>
                <a:cs typeface="+mn-cs"/>
              </a:rPr>
              <a:t> и </a:t>
            </a:r>
            <a:r>
              <a:rPr lang="ru-RU" sz="1200" b="0" kern="1200" dirty="0" err="1">
                <a:solidFill>
                  <a:schemeClr val="tx1"/>
                </a:solidFill>
                <a:effectLst/>
                <a:latin typeface="+mn-lt"/>
                <a:ea typeface="+mn-ea"/>
                <a:cs typeface="+mn-cs"/>
              </a:rPr>
              <a:t>стекинг</a:t>
            </a:r>
            <a:r>
              <a:rPr lang="ru-RU" sz="1200" b="0" kern="1200" dirty="0">
                <a:solidFill>
                  <a:schemeClr val="tx1"/>
                </a:solidFill>
                <a:effectLst/>
                <a:latin typeface="+mn-lt"/>
                <a:ea typeface="+mn-ea"/>
                <a:cs typeface="+mn-cs"/>
              </a:rPr>
              <a:t>, применяются в платформах следующего поколения, таких как IBM </a:t>
            </a:r>
            <a:r>
              <a:rPr lang="ru-RU" sz="1200" b="0" kern="1200" dirty="0" err="1">
                <a:solidFill>
                  <a:schemeClr val="tx1"/>
                </a:solidFill>
                <a:effectLst/>
                <a:latin typeface="+mn-lt"/>
                <a:ea typeface="+mn-ea"/>
                <a:cs typeface="+mn-cs"/>
              </a:rPr>
              <a:t>QRadar</a:t>
            </a:r>
            <a:r>
              <a:rPr lang="ru-RU" sz="1200" b="0" kern="1200" dirty="0">
                <a:solidFill>
                  <a:schemeClr val="tx1"/>
                </a:solidFill>
                <a:effectLst/>
                <a:latin typeface="+mn-lt"/>
                <a:ea typeface="+mn-ea"/>
                <a:cs typeface="+mn-cs"/>
              </a:rPr>
              <a:t>. Модель градиентного </a:t>
            </a:r>
            <a:r>
              <a:rPr lang="ru-RU" sz="1200" b="0" kern="1200" dirty="0" err="1">
                <a:solidFill>
                  <a:schemeClr val="tx1"/>
                </a:solidFill>
                <a:effectLst/>
                <a:latin typeface="+mn-lt"/>
                <a:ea typeface="+mn-ea"/>
                <a:cs typeface="+mn-cs"/>
              </a:rPr>
              <a:t>бустинга</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XGBoost</a:t>
            </a:r>
            <a:r>
              <a:rPr lang="ru-RU" sz="1200" b="0" kern="1200" dirty="0">
                <a:solidFill>
                  <a:schemeClr val="tx1"/>
                </a:solidFill>
                <a:effectLst/>
                <a:latin typeface="+mn-lt"/>
                <a:ea typeface="+mn-ea"/>
                <a:cs typeface="+mn-cs"/>
              </a:rPr>
              <a:t>) используется для корреляции событий из разнородных источников, включая логи межсетевых экранов, данные систем предотвращения вторжений и результаты сканирования уязвимостей. Алгоритм обучается на исторических данных инцидентов и выявляет сложные зависимости, например, когда множественные </a:t>
            </a:r>
            <a:r>
              <a:rPr lang="ru-RU" sz="1200" b="0" kern="1200" dirty="0" err="1">
                <a:solidFill>
                  <a:schemeClr val="tx1"/>
                </a:solidFill>
                <a:effectLst/>
                <a:latin typeface="+mn-lt"/>
                <a:ea typeface="+mn-ea"/>
                <a:cs typeface="+mn-cs"/>
              </a:rPr>
              <a:t>failed</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login</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attempts</a:t>
            </a:r>
            <a:r>
              <a:rPr lang="ru-RU" sz="1200" b="0" kern="1200" dirty="0">
                <a:solidFill>
                  <a:schemeClr val="tx1"/>
                </a:solidFill>
                <a:effectLst/>
                <a:latin typeface="+mn-lt"/>
                <a:ea typeface="+mn-ea"/>
                <a:cs typeface="+mn-cs"/>
              </a:rPr>
              <a:t> с последующей успешной аутентификацией и доступом к чувствительным данным формируют паттерн компрометации учетных записей.</a:t>
            </a:r>
          </a:p>
          <a:p>
            <a:r>
              <a:rPr lang="ru-RU" sz="1200" b="0" kern="1200" dirty="0">
                <a:solidFill>
                  <a:schemeClr val="tx1"/>
                </a:solidFill>
                <a:effectLst/>
                <a:latin typeface="+mn-lt"/>
                <a:ea typeface="+mn-ea"/>
                <a:cs typeface="+mn-cs"/>
              </a:rPr>
              <a:t>Проблемы практического применения включают высокую вычислительную сложность глубоких нейронных сетей, требующую развертывания GPU-кластеров для обработки сетевого трафика в режиме реального времени. Качество данных остается критическим вызовом - несбалансированность выборок, где доля аномальных событий не превышает 0.1%, приводит к смещению моделей в сторону мажоритарного класса. Для решения этой проблемы в продуктах типа </a:t>
            </a:r>
            <a:r>
              <a:rPr lang="ru-RU" sz="1200" b="0" kern="1200" dirty="0" err="1">
                <a:solidFill>
                  <a:schemeClr val="tx1"/>
                </a:solidFill>
                <a:effectLst/>
                <a:latin typeface="+mn-lt"/>
                <a:ea typeface="+mn-ea"/>
                <a:cs typeface="+mn-cs"/>
              </a:rPr>
              <a:t>Exabeam</a:t>
            </a:r>
            <a:r>
              <a:rPr lang="ru-RU" sz="1200" b="0" kern="1200" dirty="0">
                <a:solidFill>
                  <a:schemeClr val="tx1"/>
                </a:solidFill>
                <a:effectLst/>
                <a:latin typeface="+mn-lt"/>
                <a:ea typeface="+mn-ea"/>
                <a:cs typeface="+mn-cs"/>
              </a:rPr>
              <a:t> применяются техники синтетической генерации данных (SMOTE) и </a:t>
            </a:r>
            <a:r>
              <a:rPr lang="ru-RU" sz="1200" b="0" kern="1200" dirty="0" err="1">
                <a:solidFill>
                  <a:schemeClr val="tx1"/>
                </a:solidFill>
                <a:effectLst/>
                <a:latin typeface="+mn-lt"/>
                <a:ea typeface="+mn-ea"/>
                <a:cs typeface="+mn-cs"/>
              </a:rPr>
              <a:t>перевзвешивания</a:t>
            </a:r>
            <a:r>
              <a:rPr lang="ru-RU" sz="1200" b="0" kern="1200" dirty="0">
                <a:solidFill>
                  <a:schemeClr val="tx1"/>
                </a:solidFill>
                <a:effectLst/>
                <a:latin typeface="+mn-lt"/>
                <a:ea typeface="+mn-ea"/>
                <a:cs typeface="+mn-cs"/>
              </a:rPr>
              <a:t> функции потерь. Интерпретируемость решений остается сложной задачей, поскольку глубокие нейросети функционируют как "черные ящики", что затрудняет анализ инцидентов в регулируемых отраслях. В системах типа Microsoft Azure Sentinel эту проблему решают через интеграцию методов </a:t>
            </a:r>
            <a:r>
              <a:rPr lang="ru-RU" sz="1200" b="0" kern="1200" dirty="0" err="1">
                <a:solidFill>
                  <a:schemeClr val="tx1"/>
                </a:solidFill>
                <a:effectLst/>
                <a:latin typeface="+mn-lt"/>
                <a:ea typeface="+mn-ea"/>
                <a:cs typeface="+mn-cs"/>
              </a:rPr>
              <a:t>explainable</a:t>
            </a:r>
            <a:r>
              <a:rPr lang="ru-RU" sz="1200" b="0" kern="1200" dirty="0">
                <a:solidFill>
                  <a:schemeClr val="tx1"/>
                </a:solidFill>
                <a:effectLst/>
                <a:latin typeface="+mn-lt"/>
                <a:ea typeface="+mn-ea"/>
                <a:cs typeface="+mn-cs"/>
              </a:rPr>
              <a:t> AI (SHAP, LIME), которые визуализируют вклад отдельных признаков в итоговое решение модели.</a:t>
            </a:r>
          </a:p>
          <a:p>
            <a:r>
              <a:rPr lang="ru-RU" sz="1200" b="0" kern="1200" dirty="0">
                <a:solidFill>
                  <a:schemeClr val="tx1"/>
                </a:solidFill>
                <a:effectLst/>
                <a:latin typeface="+mn-lt"/>
                <a:ea typeface="+mn-ea"/>
                <a:cs typeface="+mn-cs"/>
              </a:rPr>
              <a:t>Операционные сложности включают необходимость непрерывного переобучения моделей на актуальных данных для адаптации к изменяющимся тактикам злоумышленников. В промышленных реализациях, таких как </a:t>
            </a:r>
            <a:r>
              <a:rPr lang="ru-RU" sz="1200" b="0" kern="1200" dirty="0" err="1">
                <a:solidFill>
                  <a:schemeClr val="tx1"/>
                </a:solidFill>
                <a:effectLst/>
                <a:latin typeface="+mn-lt"/>
                <a:ea typeface="+mn-ea"/>
                <a:cs typeface="+mn-cs"/>
              </a:rPr>
              <a:t>Palo</a:t>
            </a:r>
            <a:r>
              <a:rPr lang="ru-RU" sz="1200" b="0" kern="1200" dirty="0">
                <a:solidFill>
                  <a:schemeClr val="tx1"/>
                </a:solidFill>
                <a:effectLst/>
                <a:latin typeface="+mn-lt"/>
                <a:ea typeface="+mn-ea"/>
                <a:cs typeface="+mn-cs"/>
              </a:rPr>
              <a:t> </a:t>
            </a:r>
            <a:r>
              <a:rPr lang="ru-RU" sz="1200" b="0" kern="1200" dirty="0" err="1">
                <a:solidFill>
                  <a:schemeClr val="tx1"/>
                </a:solidFill>
                <a:effectLst/>
                <a:latin typeface="+mn-lt"/>
                <a:ea typeface="+mn-ea"/>
                <a:cs typeface="+mn-cs"/>
              </a:rPr>
              <a:t>Alto</a:t>
            </a:r>
            <a:r>
              <a:rPr lang="ru-RU" sz="1200" b="0" kern="1200" dirty="0">
                <a:solidFill>
                  <a:schemeClr val="tx1"/>
                </a:solidFill>
                <a:effectLst/>
                <a:latin typeface="+mn-lt"/>
                <a:ea typeface="+mn-ea"/>
                <a:cs typeface="+mn-cs"/>
              </a:rPr>
              <a:t> Networks </a:t>
            </a:r>
            <a:r>
              <a:rPr lang="ru-RU" sz="1200" b="0" kern="1200" dirty="0" err="1">
                <a:solidFill>
                  <a:schemeClr val="tx1"/>
                </a:solidFill>
                <a:effectLst/>
                <a:latin typeface="+mn-lt"/>
                <a:ea typeface="+mn-ea"/>
                <a:cs typeface="+mn-cs"/>
              </a:rPr>
              <a:t>Cortex</a:t>
            </a:r>
            <a:r>
              <a:rPr lang="ru-RU" sz="1200" b="0" kern="1200" dirty="0">
                <a:solidFill>
                  <a:schemeClr val="tx1"/>
                </a:solidFill>
                <a:effectLst/>
                <a:latin typeface="+mn-lt"/>
                <a:ea typeface="+mn-ea"/>
                <a:cs typeface="+mn-cs"/>
              </a:rPr>
              <a:t> XDR, это решается через развертывание конвейеров </a:t>
            </a:r>
            <a:r>
              <a:rPr lang="ru-RU" sz="1200" b="0" kern="1200" dirty="0" err="1">
                <a:solidFill>
                  <a:schemeClr val="tx1"/>
                </a:solidFill>
                <a:effectLst/>
                <a:latin typeface="+mn-lt"/>
                <a:ea typeface="+mn-ea"/>
                <a:cs typeface="+mn-cs"/>
              </a:rPr>
              <a:t>MLOps</a:t>
            </a:r>
            <a:r>
              <a:rPr lang="ru-RU" sz="1200" b="0" kern="1200" dirty="0">
                <a:solidFill>
                  <a:schemeClr val="tx1"/>
                </a:solidFill>
                <a:effectLst/>
                <a:latin typeface="+mn-lt"/>
                <a:ea typeface="+mn-ea"/>
                <a:cs typeface="+mn-cs"/>
              </a:rPr>
              <a:t>, автоматизирующих процессы валидации данных, тренировки моделей и их развертывания в продуктивной среде. Проблема ложных срабатываний требует реализации многоуровневой системы фильтрации, где первоначальные </a:t>
            </a:r>
            <a:r>
              <a:rPr lang="ru-RU" sz="1200" b="0" kern="1200" dirty="0" err="1">
                <a:solidFill>
                  <a:schemeClr val="tx1"/>
                </a:solidFill>
                <a:effectLst/>
                <a:latin typeface="+mn-lt"/>
                <a:ea typeface="+mn-ea"/>
                <a:cs typeface="+mn-cs"/>
              </a:rPr>
              <a:t>alerts</a:t>
            </a:r>
            <a:r>
              <a:rPr lang="ru-RU" sz="1200" b="0" kern="1200" dirty="0">
                <a:solidFill>
                  <a:schemeClr val="tx1"/>
                </a:solidFill>
                <a:effectLst/>
                <a:latin typeface="+mn-lt"/>
                <a:ea typeface="+mn-ea"/>
                <a:cs typeface="+mn-cs"/>
              </a:rPr>
              <a:t> от ML-моделей проходят дополнительную верификацию через правила корреляции и контекстный анализ, что увеличивает общую сложность архитектуры системы безопасности.</a:t>
            </a:r>
          </a:p>
          <a:p>
            <a:br>
              <a:rPr lang="ru-RU" sz="1200" kern="1200" dirty="0">
                <a:solidFill>
                  <a:schemeClr val="tx1"/>
                </a:solidFill>
                <a:effectLst/>
                <a:latin typeface="+mn-lt"/>
                <a:ea typeface="+mn-ea"/>
                <a:cs typeface="+mn-cs"/>
              </a:rPr>
            </a:br>
            <a:endParaRPr lang="ru-RU" dirty="0"/>
          </a:p>
        </p:txBody>
      </p:sp>
      <p:sp>
        <p:nvSpPr>
          <p:cNvPr id="4" name="Номер слайда 3">
            <a:extLst>
              <a:ext uri="{FF2B5EF4-FFF2-40B4-BE49-F238E27FC236}">
                <a16:creationId xmlns:a16="http://schemas.microsoft.com/office/drawing/2014/main" id="{11F2EA72-02B2-0863-738F-28A322598BA1}"/>
              </a:ext>
            </a:extLst>
          </p:cNvPr>
          <p:cNvSpPr>
            <a:spLocks noGrp="1"/>
          </p:cNvSpPr>
          <p:nvPr>
            <p:ph type="sldNum" sz="quarter" idx="5"/>
          </p:nvPr>
        </p:nvSpPr>
        <p:spPr/>
        <p:txBody>
          <a:bodyPr/>
          <a:lstStyle/>
          <a:p>
            <a:fld id="{B031B7BB-A9A1-40FA-ABB3-45C29D47E728}" type="slidenum">
              <a:rPr lang="ru-RU" smtClean="0"/>
              <a:t>11</a:t>
            </a:fld>
            <a:endParaRPr lang="ru-RU"/>
          </a:p>
        </p:txBody>
      </p:sp>
    </p:spTree>
    <p:extLst>
      <p:ext uri="{BB962C8B-B14F-4D97-AF65-F5344CB8AC3E}">
        <p14:creationId xmlns:p14="http://schemas.microsoft.com/office/powerpoint/2010/main" val="4202405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F39D5-E9A0-A01A-5629-F122F3B2E6E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182C828-3000-C8B1-E267-1A9873BE005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AC3635C9-7C0D-3A55-8867-A4F5EF5C7BBD}"/>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В контексте разработки и валидации систем обнаружения вторжений (</a:t>
            </a:r>
            <a:r>
              <a:rPr lang="ru-RU" sz="1200" b="0" i="0" kern="1200" dirty="0" err="1">
                <a:solidFill>
                  <a:schemeClr val="tx1"/>
                </a:solidFill>
                <a:effectLst/>
                <a:latin typeface="+mn-lt"/>
                <a:ea typeface="+mn-ea"/>
                <a:cs typeface="+mn-cs"/>
              </a:rPr>
              <a:t>Intrusion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Detection</a:t>
            </a:r>
            <a:r>
              <a:rPr lang="ru-RU" sz="1200" b="0" i="0" kern="1200" dirty="0">
                <a:solidFill>
                  <a:schemeClr val="tx1"/>
                </a:solidFill>
                <a:effectLst/>
                <a:latin typeface="+mn-lt"/>
                <a:ea typeface="+mn-ea"/>
                <a:cs typeface="+mn-cs"/>
              </a:rPr>
              <a:t> Systems - IDS) ключевое значение приобретает качество и репрезентативность используемых наборов данных. В научно-техническом обзоре рассматриваются пять основных датасетов, каждый из которых обладает уникальными характеристиками и областью применения.</a:t>
            </a:r>
          </a:p>
          <a:p>
            <a:r>
              <a:rPr lang="ru-RU" sz="1200" b="0" i="0" kern="1200" dirty="0">
                <a:solidFill>
                  <a:schemeClr val="tx1"/>
                </a:solidFill>
                <a:effectLst/>
                <a:latin typeface="+mn-lt"/>
                <a:ea typeface="+mn-ea"/>
                <a:cs typeface="+mn-cs"/>
              </a:rPr>
              <a:t>Набор данных KDDCUP'99, сформированный на основе данных DARPA 1998 года, содержит 4 898 430 экземпляров с 41 атрибутом, классифицированных по четырем категориям атак: </a:t>
            </a:r>
            <a:r>
              <a:rPr lang="ru-RU" sz="1200" b="0" i="0" kern="1200" dirty="0" err="1">
                <a:solidFill>
                  <a:schemeClr val="tx1"/>
                </a:solidFill>
                <a:effectLst/>
                <a:latin typeface="+mn-lt"/>
                <a:ea typeface="+mn-ea"/>
                <a:cs typeface="+mn-cs"/>
              </a:rPr>
              <a:t>DoS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Denial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of</a:t>
            </a:r>
            <a:r>
              <a:rPr lang="ru-RU" sz="1200" b="0" i="0" kern="1200" dirty="0">
                <a:solidFill>
                  <a:schemeClr val="tx1"/>
                </a:solidFill>
                <a:effectLst/>
                <a:latin typeface="+mn-lt"/>
                <a:ea typeface="+mn-ea"/>
                <a:cs typeface="+mn-cs"/>
              </a:rPr>
              <a:t> Service), R2L (Remote </a:t>
            </a:r>
            <a:r>
              <a:rPr lang="ru-RU" sz="1200" b="0" i="0" kern="1200" dirty="0" err="1">
                <a:solidFill>
                  <a:schemeClr val="tx1"/>
                </a:solidFill>
                <a:effectLst/>
                <a:latin typeface="+mn-lt"/>
                <a:ea typeface="+mn-ea"/>
                <a:cs typeface="+mn-cs"/>
              </a:rPr>
              <a:t>to</a:t>
            </a:r>
            <a:r>
              <a:rPr lang="ru-RU" sz="1200" b="0" i="0" kern="1200" dirty="0">
                <a:solidFill>
                  <a:schemeClr val="tx1"/>
                </a:solidFill>
                <a:effectLst/>
                <a:latin typeface="+mn-lt"/>
                <a:ea typeface="+mn-ea"/>
                <a:cs typeface="+mn-cs"/>
              </a:rPr>
              <a:t> Local), U2R (User </a:t>
            </a:r>
            <a:r>
              <a:rPr lang="ru-RU" sz="1200" b="0" i="0" kern="1200" dirty="0" err="1">
                <a:solidFill>
                  <a:schemeClr val="tx1"/>
                </a:solidFill>
                <a:effectLst/>
                <a:latin typeface="+mn-lt"/>
                <a:ea typeface="+mn-ea"/>
                <a:cs typeface="+mn-cs"/>
              </a:rPr>
              <a:t>to</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Root</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Probe</a:t>
            </a:r>
            <a:r>
              <a:rPr lang="ru-RU" sz="1200" b="0" i="0" kern="1200" dirty="0">
                <a:solidFill>
                  <a:schemeClr val="tx1"/>
                </a:solidFill>
                <a:effectLst/>
                <a:latin typeface="+mn-lt"/>
                <a:ea typeface="+mn-ea"/>
                <a:cs typeface="+mn-cs"/>
              </a:rPr>
              <a:t>. Архитектура обработки включает этапы </a:t>
            </a:r>
            <a:r>
              <a:rPr lang="ru-RU" sz="1200" b="0" i="0" kern="1200" dirty="0" err="1">
                <a:solidFill>
                  <a:schemeClr val="tx1"/>
                </a:solidFill>
                <a:effectLst/>
                <a:latin typeface="+mn-lt"/>
                <a:ea typeface="+mn-ea"/>
                <a:cs typeface="+mn-cs"/>
              </a:rPr>
              <a:t>препроцессинга</a:t>
            </a:r>
            <a:r>
              <a:rPr lang="ru-RU" sz="1200" b="0" i="0" kern="1200" dirty="0">
                <a:solidFill>
                  <a:schemeClr val="tx1"/>
                </a:solidFill>
                <a:effectLst/>
                <a:latin typeface="+mn-lt"/>
                <a:ea typeface="+mn-ea"/>
                <a:cs typeface="+mn-cs"/>
              </a:rPr>
              <a:t> с применением методов </a:t>
            </a:r>
            <a:r>
              <a:rPr lang="ru-RU" sz="1200" b="0" i="0" kern="1200" dirty="0" err="1">
                <a:solidFill>
                  <a:schemeClr val="tx1"/>
                </a:solidFill>
                <a:effectLst/>
                <a:latin typeface="+mn-lt"/>
                <a:ea typeface="+mn-ea"/>
                <a:cs typeface="+mn-cs"/>
              </a:rPr>
              <a:t>feature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selection</a:t>
            </a:r>
            <a:r>
              <a:rPr lang="ru-RU" sz="1200" b="0" i="0" kern="1200" dirty="0">
                <a:solidFill>
                  <a:schemeClr val="tx1"/>
                </a:solidFill>
                <a:effectLst/>
                <a:latin typeface="+mn-lt"/>
                <a:ea typeface="+mn-ea"/>
                <a:cs typeface="+mn-cs"/>
              </a:rPr>
              <a:t> для элиминации аномалий и редукции энтропии данных, оптимизацию </a:t>
            </a:r>
            <a:r>
              <a:rPr lang="ru-RU" sz="1200" b="0" i="0" kern="1200" dirty="0" err="1">
                <a:solidFill>
                  <a:schemeClr val="tx1"/>
                </a:solidFill>
                <a:effectLst/>
                <a:latin typeface="+mn-lt"/>
                <a:ea typeface="+mn-ea"/>
                <a:cs typeface="+mn-cs"/>
              </a:rPr>
              <a:t>гиперпараметров</a:t>
            </a:r>
            <a:r>
              <a:rPr lang="ru-RU" sz="1200" b="0" i="0" kern="1200" dirty="0">
                <a:solidFill>
                  <a:schemeClr val="tx1"/>
                </a:solidFill>
                <a:effectLst/>
                <a:latin typeface="+mn-lt"/>
                <a:ea typeface="+mn-ea"/>
                <a:cs typeface="+mn-cs"/>
              </a:rPr>
              <a:t> с использованием </a:t>
            </a:r>
            <a:r>
              <a:rPr lang="ru-RU" sz="1200" b="0" i="0" kern="1200" dirty="0" err="1">
                <a:solidFill>
                  <a:schemeClr val="tx1"/>
                </a:solidFill>
                <a:effectLst/>
                <a:latin typeface="+mn-lt"/>
                <a:ea typeface="+mn-ea"/>
                <a:cs typeface="+mn-cs"/>
              </a:rPr>
              <a:t>kernel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functions</a:t>
            </a:r>
            <a:r>
              <a:rPr lang="ru-RU" sz="1200" b="0" i="0" kern="1200" dirty="0">
                <a:solidFill>
                  <a:schemeClr val="tx1"/>
                </a:solidFill>
                <a:effectLst/>
                <a:latin typeface="+mn-lt"/>
                <a:ea typeface="+mn-ea"/>
                <a:cs typeface="+mn-cs"/>
              </a:rPr>
              <a:t> для трансформации в пространства высшей размерности, и последующее применение машинных классификаторов. Критическими недостатками данного датасета являются высокая степень дублирования записей, существенный дисбаланс классов и репрезентация лишь исторических типов атак.</a:t>
            </a:r>
          </a:p>
          <a:p>
            <a:r>
              <a:rPr lang="ru-RU" sz="1200" b="0" i="0" kern="1200" dirty="0">
                <a:solidFill>
                  <a:schemeClr val="tx1"/>
                </a:solidFill>
                <a:effectLst/>
                <a:latin typeface="+mn-lt"/>
                <a:ea typeface="+mn-ea"/>
                <a:cs typeface="+mn-cs"/>
              </a:rPr>
              <a:t>Модифицированная версия NSL-KDD была разработана для устранения указанных недостатков и характеризуется редуцированным объемом (125 973 записи для тренировки и 22 544 для тестирования) при сохранении исходной схемы из 41 атрибута. Методология работы с данным датасетом предполагает последовательное выполнение нормализации, селекции признаков и последующей оценки эффективности моделей. Важным преимуществом является минимизация смещения модели (</a:t>
            </a:r>
            <a:r>
              <a:rPr lang="ru-RU" sz="1200" b="0" i="0" kern="1200" dirty="0" err="1">
                <a:solidFill>
                  <a:schemeClr val="tx1"/>
                </a:solidFill>
                <a:effectLst/>
                <a:latin typeface="+mn-lt"/>
                <a:ea typeface="+mn-ea"/>
                <a:cs typeface="+mn-cs"/>
              </a:rPr>
              <a:t>model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bias</a:t>
            </a:r>
            <a:r>
              <a:rPr lang="ru-RU" sz="1200" b="0" i="0" kern="1200" dirty="0">
                <a:solidFill>
                  <a:schemeClr val="tx1"/>
                </a:solidFill>
                <a:effectLst/>
                <a:latin typeface="+mn-lt"/>
                <a:ea typeface="+mn-ea"/>
                <a:cs typeface="+mn-cs"/>
              </a:rPr>
              <a:t>) благодаря сбалансированному распределению записей.</a:t>
            </a:r>
          </a:p>
          <a:p>
            <a:r>
              <a:rPr lang="ru-RU" sz="1200" b="0" i="0" kern="1200" dirty="0">
                <a:solidFill>
                  <a:schemeClr val="tx1"/>
                </a:solidFill>
                <a:effectLst/>
                <a:latin typeface="+mn-lt"/>
                <a:ea typeface="+mn-ea"/>
                <a:cs typeface="+mn-cs"/>
              </a:rPr>
              <a:t>Современный датасет CICIDS-2017 от Canadian Institute </a:t>
            </a:r>
            <a:r>
              <a:rPr lang="ru-RU" sz="1200" b="0" i="0" kern="1200" dirty="0" err="1">
                <a:solidFill>
                  <a:schemeClr val="tx1"/>
                </a:solidFill>
                <a:effectLst/>
                <a:latin typeface="+mn-lt"/>
                <a:ea typeface="+mn-ea"/>
                <a:cs typeface="+mn-cs"/>
              </a:rPr>
              <a:t>for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Cybersecurity</a:t>
            </a:r>
            <a:r>
              <a:rPr lang="ru-RU" sz="1200" b="0" i="0" kern="1200" dirty="0">
                <a:solidFill>
                  <a:schemeClr val="tx1"/>
                </a:solidFill>
                <a:effectLst/>
                <a:latin typeface="+mn-lt"/>
                <a:ea typeface="+mn-ea"/>
                <a:cs typeface="+mn-cs"/>
              </a:rPr>
              <a:t> включает 2 830 743 сетевых потока, содержащих как легитимный трафик, так и современные атаки, включая </a:t>
            </a:r>
            <a:r>
              <a:rPr lang="ru-RU" sz="1200" b="0" i="0" kern="1200" dirty="0" err="1">
                <a:solidFill>
                  <a:schemeClr val="tx1"/>
                </a:solidFill>
                <a:effectLst/>
                <a:latin typeface="+mn-lt"/>
                <a:ea typeface="+mn-ea"/>
                <a:cs typeface="+mn-cs"/>
              </a:rPr>
              <a:t>Brute</a:t>
            </a:r>
            <a:r>
              <a:rPr lang="ru-RU" sz="1200" b="0" i="0" kern="1200" dirty="0">
                <a:solidFill>
                  <a:schemeClr val="tx1"/>
                </a:solidFill>
                <a:effectLst/>
                <a:latin typeface="+mn-lt"/>
                <a:ea typeface="+mn-ea"/>
                <a:cs typeface="+mn-cs"/>
              </a:rPr>
              <a:t> Force (FTP, SSH), </a:t>
            </a:r>
            <a:r>
              <a:rPr lang="ru-RU" sz="1200" b="0" i="0" kern="1200" dirty="0" err="1">
                <a:solidFill>
                  <a:schemeClr val="tx1"/>
                </a:solidFill>
                <a:effectLst/>
                <a:latin typeface="+mn-lt"/>
                <a:ea typeface="+mn-ea"/>
                <a:cs typeface="+mn-cs"/>
              </a:rPr>
              <a:t>DoS</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DDoS</a:t>
            </a:r>
            <a:r>
              <a:rPr lang="ru-RU" sz="1200" b="0" i="0" kern="1200" dirty="0">
                <a:solidFill>
                  <a:schemeClr val="tx1"/>
                </a:solidFill>
                <a:effectLst/>
                <a:latin typeface="+mn-lt"/>
                <a:ea typeface="+mn-ea"/>
                <a:cs typeface="+mn-cs"/>
              </a:rPr>
              <a:t> вариации, Web </a:t>
            </a:r>
            <a:r>
              <a:rPr lang="ru-RU" sz="1200" b="0" i="0" kern="1200" dirty="0" err="1">
                <a:solidFill>
                  <a:schemeClr val="tx1"/>
                </a:solidFill>
                <a:effectLst/>
                <a:latin typeface="+mn-lt"/>
                <a:ea typeface="+mn-ea"/>
                <a:cs typeface="+mn-cs"/>
              </a:rPr>
              <a:t>Attacks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Brute</a:t>
            </a:r>
            <a:r>
              <a:rPr lang="ru-RU" sz="1200" b="0" i="0" kern="1200" dirty="0">
                <a:solidFill>
                  <a:schemeClr val="tx1"/>
                </a:solidFill>
                <a:effectLst/>
                <a:latin typeface="+mn-lt"/>
                <a:ea typeface="+mn-ea"/>
                <a:cs typeface="+mn-cs"/>
              </a:rPr>
              <a:t> Force, XSS, SQL </a:t>
            </a:r>
            <a:r>
              <a:rPr lang="ru-RU" sz="1200" b="0" i="0" kern="1200" dirty="0" err="1">
                <a:solidFill>
                  <a:schemeClr val="tx1"/>
                </a:solidFill>
                <a:effectLst/>
                <a:latin typeface="+mn-lt"/>
                <a:ea typeface="+mn-ea"/>
                <a:cs typeface="+mn-cs"/>
              </a:rPr>
              <a:t>Injection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Infiltration</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Botnet</a:t>
            </a:r>
            <a:r>
              <a:rPr lang="ru-RU" sz="1200" b="0" i="0" kern="1200" dirty="0">
                <a:solidFill>
                  <a:schemeClr val="tx1"/>
                </a:solidFill>
                <a:effectLst/>
                <a:latin typeface="+mn-lt"/>
                <a:ea typeface="+mn-ea"/>
                <a:cs typeface="+mn-cs"/>
              </a:rPr>
              <a:t>. Процедура обработки предусматривает разделение на тренировочную (70%) и тестовую (30%) выборки с обязательным этапом стандартизации данных. Актуальной проблемой остается значительный дисбаланс классов, где доля легитимного трафика превышает 70%.</a:t>
            </a:r>
          </a:p>
          <a:p>
            <a:r>
              <a:rPr lang="ru-RU" sz="1200" b="0" i="0" kern="1200" dirty="0">
                <a:solidFill>
                  <a:schemeClr val="tx1"/>
                </a:solidFill>
                <a:effectLst/>
                <a:latin typeface="+mn-lt"/>
                <a:ea typeface="+mn-ea"/>
                <a:cs typeface="+mn-cs"/>
              </a:rPr>
              <a:t>Датасет UNSW-NB15 структурно состоит из 175 341 тренировочного и 82 332 тестового экземпляров с 42 атрибутами, распределенными по 10 категориям, включая </a:t>
            </a:r>
            <a:r>
              <a:rPr lang="ru-RU" sz="1200" b="0" i="0" kern="1200" dirty="0" err="1">
                <a:solidFill>
                  <a:schemeClr val="tx1"/>
                </a:solidFill>
                <a:effectLst/>
                <a:latin typeface="+mn-lt"/>
                <a:ea typeface="+mn-ea"/>
                <a:cs typeface="+mn-cs"/>
              </a:rPr>
              <a:t>Fuzzers</a:t>
            </a:r>
            <a:r>
              <a:rPr lang="ru-RU" sz="1200" b="0" i="0" kern="1200" dirty="0">
                <a:solidFill>
                  <a:schemeClr val="tx1"/>
                </a:solidFill>
                <a:effectLst/>
                <a:latin typeface="+mn-lt"/>
                <a:ea typeface="+mn-ea"/>
                <a:cs typeface="+mn-cs"/>
              </a:rPr>
              <a:t>, Analysis, </a:t>
            </a:r>
            <a:r>
              <a:rPr lang="ru-RU" sz="1200" b="0" i="0" kern="1200" dirty="0" err="1">
                <a:solidFill>
                  <a:schemeClr val="tx1"/>
                </a:solidFill>
                <a:effectLst/>
                <a:latin typeface="+mn-lt"/>
                <a:ea typeface="+mn-ea"/>
                <a:cs typeface="+mn-cs"/>
              </a:rPr>
              <a:t>Backdoors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DoS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Exploits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Generic</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Reconnaissance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Shellcode</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Worms</a:t>
            </a:r>
            <a:r>
              <a:rPr lang="ru-RU" sz="1200" b="0" i="0" kern="1200" dirty="0">
                <a:solidFill>
                  <a:schemeClr val="tx1"/>
                </a:solidFill>
                <a:effectLst/>
                <a:latin typeface="+mn-lt"/>
                <a:ea typeface="+mn-ea"/>
                <a:cs typeface="+mn-cs"/>
              </a:rPr>
              <a:t>. Технологический процесс обработки включает этапы </a:t>
            </a:r>
            <a:r>
              <a:rPr lang="ru-RU" sz="1200" b="0" i="0" kern="1200" dirty="0" err="1">
                <a:solidFill>
                  <a:schemeClr val="tx1"/>
                </a:solidFill>
                <a:effectLst/>
                <a:latin typeface="+mn-lt"/>
                <a:ea typeface="+mn-ea"/>
                <a:cs typeface="+mn-cs"/>
              </a:rPr>
              <a:t>data</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cleaning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normalization</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feature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selection</a:t>
            </a:r>
            <a:r>
              <a:rPr lang="ru-RU" sz="1200" b="0" i="0" kern="1200" dirty="0">
                <a:solidFill>
                  <a:schemeClr val="tx1"/>
                </a:solidFill>
                <a:effectLst/>
                <a:latin typeface="+mn-lt"/>
                <a:ea typeface="+mn-ea"/>
                <a:cs typeface="+mn-cs"/>
              </a:rPr>
              <a:t> с последующей валидацией модели и финальным тестированием. Особенностью датасета является эмуляция современных сетевых сред с интеграцией актуальных векторов атак.</a:t>
            </a:r>
          </a:p>
          <a:p>
            <a:r>
              <a:rPr lang="ru-RU" sz="1200" b="0" i="0" kern="1200" dirty="0">
                <a:solidFill>
                  <a:schemeClr val="tx1"/>
                </a:solidFill>
                <a:effectLst/>
                <a:latin typeface="+mn-lt"/>
                <a:ea typeface="+mn-ea"/>
                <a:cs typeface="+mn-cs"/>
              </a:rPr>
              <a:t>Наиболее комплексным решением является датасет CSE-CIC-IDS2018, содержащий 80 атрибутов, извлеченных с использованием CICFlowMeter-V3. Архитектура сбора данных реализована на платформе Amazon AWS и включает 50 атакующих устройств, 30 серверов и 420 сетевых соединений. Методология обработки реализует четырехэтапный </a:t>
            </a:r>
            <a:r>
              <a:rPr lang="ru-RU" sz="1200" b="0" i="0" kern="1200" dirty="0" err="1">
                <a:solidFill>
                  <a:schemeClr val="tx1"/>
                </a:solidFill>
                <a:effectLst/>
                <a:latin typeface="+mn-lt"/>
                <a:ea typeface="+mn-ea"/>
                <a:cs typeface="+mn-cs"/>
              </a:rPr>
              <a:t>pipeline</a:t>
            </a:r>
            <a:r>
              <a:rPr lang="ru-RU" sz="1200" b="0" i="0" kern="1200" dirty="0">
                <a:solidFill>
                  <a:schemeClr val="tx1"/>
                </a:solidFill>
                <a:effectLst/>
                <a:latin typeface="+mn-lt"/>
                <a:ea typeface="+mn-ea"/>
                <a:cs typeface="+mn-cs"/>
              </a:rPr>
              <a:t>: подготовка данных, </a:t>
            </a:r>
            <a:r>
              <a:rPr lang="ru-RU" sz="1200" b="0" i="0" kern="1200" dirty="0" err="1">
                <a:solidFill>
                  <a:schemeClr val="tx1"/>
                </a:solidFill>
                <a:effectLst/>
                <a:latin typeface="+mn-lt"/>
                <a:ea typeface="+mn-ea"/>
                <a:cs typeface="+mn-cs"/>
              </a:rPr>
              <a:t>препроцессинг</a:t>
            </a:r>
            <a:r>
              <a:rPr lang="ru-RU" sz="1200" b="0" i="0" kern="1200" dirty="0">
                <a:solidFill>
                  <a:schemeClr val="tx1"/>
                </a:solidFill>
                <a:effectLst/>
                <a:latin typeface="+mn-lt"/>
                <a:ea typeface="+mn-ea"/>
                <a:cs typeface="+mn-cs"/>
              </a:rPr>
              <a:t>, тренировка и тестирование моделей. Ключевыми метриками являются </a:t>
            </a:r>
            <a:r>
              <a:rPr lang="ru-RU" sz="1200" b="0" i="0" kern="1200" dirty="0" err="1">
                <a:solidFill>
                  <a:schemeClr val="tx1"/>
                </a:solidFill>
                <a:effectLst/>
                <a:latin typeface="+mn-lt"/>
                <a:ea typeface="+mn-ea"/>
                <a:cs typeface="+mn-cs"/>
              </a:rPr>
              <a:t>down_up_ratio</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fw_plt_std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tot_fw_plt</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bw_plt_max</a:t>
            </a:r>
            <a:r>
              <a:rPr lang="ru-RU" sz="1200" b="0" i="0" kern="1200" dirty="0">
                <a:solidFill>
                  <a:schemeClr val="tx1"/>
                </a:solidFill>
                <a:effectLst/>
                <a:latin typeface="+mn-lt"/>
                <a:ea typeface="+mn-ea"/>
                <a:cs typeface="+mn-cs"/>
              </a:rPr>
              <a:t>, обеспечивающими высокую детализацию сетевого поведения.</a:t>
            </a:r>
          </a:p>
          <a:p>
            <a:r>
              <a:rPr lang="ru-RU" sz="1200" b="0" i="0" kern="1200" dirty="0">
                <a:solidFill>
                  <a:schemeClr val="tx1"/>
                </a:solidFill>
                <a:effectLst/>
                <a:latin typeface="+mn-lt"/>
                <a:ea typeface="+mn-ea"/>
                <a:cs typeface="+mn-cs"/>
              </a:rPr>
              <a:t>Эволюция датасетов демонстрирует переход от синтетических данных к реалистичным средам с актуальными </a:t>
            </a:r>
            <a:r>
              <a:rPr lang="ru-RU" sz="1200" b="0" i="0" kern="1200" dirty="0" err="1">
                <a:solidFill>
                  <a:schemeClr val="tx1"/>
                </a:solidFill>
                <a:effectLst/>
                <a:latin typeface="+mn-lt"/>
                <a:ea typeface="+mn-ea"/>
                <a:cs typeface="+mn-cs"/>
              </a:rPr>
              <a:t>attack</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vectors</a:t>
            </a:r>
            <a:r>
              <a:rPr lang="ru-RU" sz="1200" b="0" i="0" kern="1200" dirty="0">
                <a:solidFill>
                  <a:schemeClr val="tx1"/>
                </a:solidFill>
                <a:effectLst/>
                <a:latin typeface="+mn-lt"/>
                <a:ea typeface="+mn-ea"/>
                <a:cs typeface="+mn-cs"/>
              </a:rPr>
              <a:t>. Современные наборы данных требуют применения продвинутых методов </a:t>
            </a:r>
            <a:r>
              <a:rPr lang="ru-RU" sz="1200" b="0" i="0" kern="1200" dirty="0" err="1">
                <a:solidFill>
                  <a:schemeClr val="tx1"/>
                </a:solidFill>
                <a:effectLst/>
                <a:latin typeface="+mn-lt"/>
                <a:ea typeface="+mn-ea"/>
                <a:cs typeface="+mn-cs"/>
              </a:rPr>
              <a:t>препроцессинга</a:t>
            </a:r>
            <a:r>
              <a:rPr lang="ru-RU" sz="1200" b="0" i="0" kern="1200" dirty="0">
                <a:solidFill>
                  <a:schemeClr val="tx1"/>
                </a:solidFill>
                <a:effectLst/>
                <a:latin typeface="+mn-lt"/>
                <a:ea typeface="+mn-ea"/>
                <a:cs typeface="+mn-cs"/>
              </a:rPr>
              <a:t>, включая техники балансировки классов и </a:t>
            </a:r>
            <a:r>
              <a:rPr lang="ru-RU" sz="1200" b="0" i="0" kern="1200" dirty="0" err="1">
                <a:solidFill>
                  <a:schemeClr val="tx1"/>
                </a:solidFill>
                <a:effectLst/>
                <a:latin typeface="+mn-lt"/>
                <a:ea typeface="+mn-ea"/>
                <a:cs typeface="+mn-cs"/>
              </a:rPr>
              <a:t>feature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engineering</a:t>
            </a:r>
            <a:r>
              <a:rPr lang="ru-RU" sz="1200" b="0" i="0" kern="1200" dirty="0">
                <a:solidFill>
                  <a:schemeClr val="tx1"/>
                </a:solidFill>
                <a:effectLst/>
                <a:latin typeface="+mn-lt"/>
                <a:ea typeface="+mn-ea"/>
                <a:cs typeface="+mn-cs"/>
              </a:rPr>
              <a:t>, а также значительных вычислительных ресурсов для обработки. Перспективными направлениями развития являются интеграция реального трафика промышленных систем и применение методов </a:t>
            </a:r>
            <a:r>
              <a:rPr lang="ru-RU" sz="1200" b="0" i="0" kern="1200" dirty="0" err="1">
                <a:solidFill>
                  <a:schemeClr val="tx1"/>
                </a:solidFill>
                <a:effectLst/>
                <a:latin typeface="+mn-lt"/>
                <a:ea typeface="+mn-ea"/>
                <a:cs typeface="+mn-cs"/>
              </a:rPr>
              <a:t>deep</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learning</a:t>
            </a:r>
            <a:r>
              <a:rPr lang="ru-RU" sz="1200" b="0" i="0" kern="1200" dirty="0">
                <a:solidFill>
                  <a:schemeClr val="tx1"/>
                </a:solidFill>
                <a:effectLst/>
                <a:latin typeface="+mn-lt"/>
                <a:ea typeface="+mn-ea"/>
                <a:cs typeface="+mn-cs"/>
              </a:rPr>
              <a:t> для обработки сетевых потоков в режиме, приближенном к реальному времени.</a:t>
            </a:r>
          </a:p>
          <a:p>
            <a:endParaRPr lang="ru-RU" dirty="0"/>
          </a:p>
        </p:txBody>
      </p:sp>
      <p:sp>
        <p:nvSpPr>
          <p:cNvPr id="4" name="Номер слайда 3">
            <a:extLst>
              <a:ext uri="{FF2B5EF4-FFF2-40B4-BE49-F238E27FC236}">
                <a16:creationId xmlns:a16="http://schemas.microsoft.com/office/drawing/2014/main" id="{C9480A3C-2C9B-7B0E-B9C4-3E6A2848716D}"/>
              </a:ext>
            </a:extLst>
          </p:cNvPr>
          <p:cNvSpPr>
            <a:spLocks noGrp="1"/>
          </p:cNvSpPr>
          <p:nvPr>
            <p:ph type="sldNum" sz="quarter" idx="5"/>
          </p:nvPr>
        </p:nvSpPr>
        <p:spPr/>
        <p:txBody>
          <a:bodyPr/>
          <a:lstStyle/>
          <a:p>
            <a:fld id="{B031B7BB-A9A1-40FA-ABB3-45C29D47E728}" type="slidenum">
              <a:rPr lang="ru-RU" smtClean="0"/>
              <a:t>12</a:t>
            </a:fld>
            <a:endParaRPr lang="ru-RU"/>
          </a:p>
        </p:txBody>
      </p:sp>
    </p:spTree>
    <p:extLst>
      <p:ext uri="{BB962C8B-B14F-4D97-AF65-F5344CB8AC3E}">
        <p14:creationId xmlns:p14="http://schemas.microsoft.com/office/powerpoint/2010/main" val="4173307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Набор данных KDD'99 был разработан для оценки методов обнаружения аномалий в сетевом трафике и является производным от программы оценки систем обнаружения вторжений DARPA'98. Исходные данные DARPA'98 представляют собой примерно 4 гигабайта сжатого бинарного </a:t>
            </a:r>
            <a:r>
              <a:rPr lang="ru-RU" dirty="0" err="1"/>
              <a:t>tcpdump</a:t>
            </a:r>
            <a:r>
              <a:rPr lang="ru-RU" dirty="0"/>
              <a:t>-трафика, записанного в течение семи недель, что эквивалентно примерно 5 миллионам записей о соединениях. Каждое соединение описывается 41 признаком и помечено как нормальное или атака с указанием конкретного типа атаки. Тестовые данные охватывают две недели и содержат около 2 миллионов записей о соединениях.</a:t>
            </a:r>
          </a:p>
          <a:p>
            <a:endParaRPr lang="ru-RU" dirty="0"/>
          </a:p>
          <a:p>
            <a:r>
              <a:rPr lang="ru-RU" dirty="0"/>
              <a:t>Симулированные атаки в наборе данных разделены на четыре основные категории: </a:t>
            </a:r>
            <a:r>
              <a:rPr lang="ru-RU" dirty="0" err="1"/>
              <a:t>DoS</a:t>
            </a:r>
            <a:r>
              <a:rPr lang="ru-RU" dirty="0"/>
              <a:t>-атаки, когда злоумышленник перегружает ресурсы системы, делая её недоступной для легитимных пользователей; U2R-атаки, при которых злоумышленник, имея доступ к обычной учётной записи, получает права суперпользователя через уязвимости системы; R2L-атаки, когда атакующий без учётной записи на целевой машине получает к ней локальный доступ; и </a:t>
            </a:r>
            <a:r>
              <a:rPr lang="ru-RU" dirty="0" err="1"/>
              <a:t>Probing</a:t>
            </a:r>
            <a:r>
              <a:rPr lang="ru-RU" dirty="0"/>
              <a:t>-атаки, целью которых является сбор информации о сети для последующего обхода механизмов безопасности. Важной особенностью тестовых данных является то, что они следуют иному распределению, чем обучающие, и включают дополнительные типы атак, что делает задачу обнаружения более реалистичной. Всего в обучающих данных представлено 24 типа атак, а в тестовых — ещё 14.</a:t>
            </a:r>
          </a:p>
          <a:p>
            <a:endParaRPr lang="ru-RU" dirty="0"/>
          </a:p>
          <a:p>
            <a:r>
              <a:rPr lang="ru-RU" dirty="0"/>
              <a:t>Признаки в KDD'99 делятся на три группы. Базовые признаки извлекаются непосредственно из TCP/IP-соединения. Трафиковые признаки вычисляются относительно временного окна в 2 секунды или оконного интервала в 100 соединений и делятся на признаки "того же хоста" и "того же сервиса". Контентные признаки анализируют полезную нагрузку пакета для обнаружения атак, которые не проявляются в шаблонах трафика, таких как R2L и U2R.</a:t>
            </a:r>
          </a:p>
          <a:p>
            <a:endParaRPr lang="ru-RU" dirty="0"/>
          </a:p>
          <a:p>
            <a:r>
              <a:rPr lang="ru-RU" dirty="0"/>
              <a:t>Несмотря на широкое использование, набор данных KDD'99 имеет ряд существенных недостатков, унаследованных от DARPA'98. Основная критика связана с синтетической природой данных, которые лишь имитируют трафик реальных сетей, а также с отсутствием проверки на предмет потери пакетов при сборе и чётких определений для классификации инцидентов. Специфической проблемой KDD'99 является крайне неравномерное распределение атак по </a:t>
            </a:r>
            <a:r>
              <a:rPr lang="ru-RU" dirty="0" err="1"/>
              <a:t>подвыборкам</a:t>
            </a:r>
            <a:r>
              <a:rPr lang="ru-RU" dirty="0"/>
              <a:t>, что затрудняет кросс-валидацию моделей. Например, некоторые 10%-</a:t>
            </a:r>
            <a:r>
              <a:rPr lang="ru-RU" dirty="0" err="1"/>
              <a:t>ные</a:t>
            </a:r>
            <a:r>
              <a:rPr lang="ru-RU" dirty="0"/>
              <a:t> </a:t>
            </a:r>
            <a:r>
              <a:rPr lang="ru-RU" dirty="0" err="1"/>
              <a:t>подвыборки</a:t>
            </a:r>
            <a:r>
              <a:rPr lang="ru-RU" dirty="0"/>
              <a:t> состоят практически из одного типа атак, таких как </a:t>
            </a:r>
            <a:r>
              <a:rPr lang="ru-RU" dirty="0" err="1"/>
              <a:t>smurf</a:t>
            </a:r>
            <a:r>
              <a:rPr lang="ru-RU" dirty="0"/>
              <a:t> или </a:t>
            </a:r>
            <a:r>
              <a:rPr lang="ru-RU" dirty="0" err="1"/>
              <a:t>neptune</a:t>
            </a:r>
            <a:r>
              <a:rPr lang="ru-RU" dirty="0"/>
              <a:t>. Хотя в KDD'99 были устранены некоторые артефакты симуляции, присутствовавшие в DARPA'98, проблемы репрезентативности и сбалансированности данных ограничивают его использование для оценки современных систем обнаружения вторжений, ориентированных на реальные условия эксплуатации.</a:t>
            </a:r>
          </a:p>
        </p:txBody>
      </p:sp>
      <p:sp>
        <p:nvSpPr>
          <p:cNvPr id="4" name="Номер слайда 3"/>
          <p:cNvSpPr>
            <a:spLocks noGrp="1"/>
          </p:cNvSpPr>
          <p:nvPr>
            <p:ph type="sldNum" sz="quarter" idx="5"/>
          </p:nvPr>
        </p:nvSpPr>
        <p:spPr/>
        <p:txBody>
          <a:bodyPr/>
          <a:lstStyle/>
          <a:p>
            <a:fld id="{B031B7BB-A9A1-40FA-ABB3-45C29D47E728}" type="slidenum">
              <a:rPr lang="ru-RU" smtClean="0"/>
              <a:t>13</a:t>
            </a:fld>
            <a:endParaRPr lang="ru-RU"/>
          </a:p>
        </p:txBody>
      </p:sp>
    </p:spTree>
    <p:extLst>
      <p:ext uri="{BB962C8B-B14F-4D97-AF65-F5344CB8AC3E}">
        <p14:creationId xmlns:p14="http://schemas.microsoft.com/office/powerpoint/2010/main" val="2127302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SOAR — это технология для быстрого и эффективного реагирования на кибератаки. В этой статье расскажем, что такое SOAR-система и чем она отличается от SIEM-решений, а также опишем преимущества технологии для кибербезопасности.</a:t>
            </a:r>
          </a:p>
          <a:p>
            <a:br>
              <a:rPr lang="ru-RU" dirty="0"/>
            </a:br>
            <a:endParaRPr lang="ru-RU" dirty="0"/>
          </a:p>
          <a:p>
            <a:r>
              <a:rPr lang="ru-RU" sz="1200" b="0" i="0" kern="1200" dirty="0">
                <a:solidFill>
                  <a:schemeClr val="tx1"/>
                </a:solidFill>
                <a:effectLst/>
                <a:latin typeface="+mn-lt"/>
                <a:ea typeface="+mn-ea"/>
                <a:cs typeface="+mn-cs"/>
              </a:rPr>
              <a:t>Система организации безопасности, автоматизации и реагирования SOAR (Security </a:t>
            </a:r>
            <a:r>
              <a:rPr lang="ru-RU" sz="1200" b="0" i="0" kern="1200" dirty="0" err="1">
                <a:solidFill>
                  <a:schemeClr val="tx1"/>
                </a:solidFill>
                <a:effectLst/>
                <a:latin typeface="+mn-lt"/>
                <a:ea typeface="+mn-ea"/>
                <a:cs typeface="+mn-cs"/>
              </a:rPr>
              <a:t>Orchestration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Automation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and</a:t>
            </a:r>
            <a:r>
              <a:rPr lang="ru-RU" sz="1200" b="0" i="0" kern="1200" dirty="0">
                <a:solidFill>
                  <a:schemeClr val="tx1"/>
                </a:solidFill>
                <a:effectLst/>
                <a:latin typeface="+mn-lt"/>
                <a:ea typeface="+mn-ea"/>
                <a:cs typeface="+mn-cs"/>
              </a:rPr>
              <a:t> Response, SOAR) — это технология, которая помогает координировать, выполнять и автоматизировать задачи между разными специалистами и инструментами в рамках одной платформы. Технология позволяет организациям быстро реагировать на кибератаки и предотвращать будущие инциденты.</a:t>
            </a:r>
          </a:p>
          <a:p>
            <a:r>
              <a:rPr lang="ru-RU" sz="1200" b="0" i="0" kern="1200" dirty="0">
                <a:solidFill>
                  <a:schemeClr val="tx1"/>
                </a:solidFill>
                <a:effectLst/>
                <a:latin typeface="+mn-lt"/>
                <a:ea typeface="+mn-ea"/>
                <a:cs typeface="+mn-cs"/>
              </a:rPr>
              <a:t>По определению Gartner, система SOAR должна обладать тремя функциями: управление угрозами и уязвимостями, реагирование на инциденты безопасности и автоматизация операций по обеспечению безопасности.</a:t>
            </a:r>
          </a:p>
          <a:p>
            <a:r>
              <a:rPr lang="ru-RU" sz="1200" b="0" i="0" kern="1200" dirty="0">
                <a:solidFill>
                  <a:schemeClr val="tx1"/>
                </a:solidFill>
                <a:effectLst/>
                <a:latin typeface="+mn-lt"/>
                <a:ea typeface="+mn-ea"/>
                <a:cs typeface="+mn-cs"/>
              </a:rPr>
              <a:t>SOAR принимает данные об оповещениях, которые запускают сценарии (</a:t>
            </a:r>
            <a:r>
              <a:rPr lang="ru-RU" sz="1200" b="0" i="0" kern="1200" dirty="0" err="1">
                <a:solidFill>
                  <a:schemeClr val="tx1"/>
                </a:solidFill>
                <a:effectLst/>
                <a:latin typeface="+mn-lt"/>
                <a:ea typeface="+mn-ea"/>
                <a:cs typeface="+mn-cs"/>
              </a:rPr>
              <a:t>playbooks</a:t>
            </a:r>
            <a:r>
              <a:rPr lang="ru-RU" sz="1200" b="0" i="0" kern="1200" dirty="0">
                <a:solidFill>
                  <a:schemeClr val="tx1"/>
                </a:solidFill>
                <a:effectLst/>
                <a:latin typeface="+mn-lt"/>
                <a:ea typeface="+mn-ea"/>
                <a:cs typeface="+mn-cs"/>
              </a:rPr>
              <a:t>), автоматизирующие или управляющие (оркеструющие) рабочими процессами или задачами по реагированию. Затем, человеческими силами или с помощью машинного обучения, организации могут анализировать собранные данные, чтобы расставить по приоритету автоматизированные действия по реагированию на инциденты.</a:t>
            </a:r>
          </a:p>
          <a:p>
            <a:r>
              <a:rPr lang="ru-RU" sz="1200" b="1" i="0" kern="1200" dirty="0">
                <a:solidFill>
                  <a:schemeClr val="tx1"/>
                </a:solidFill>
                <a:effectLst/>
                <a:latin typeface="+mn-lt"/>
                <a:ea typeface="+mn-ea"/>
                <a:cs typeface="+mn-cs"/>
              </a:rPr>
              <a:t>Запрещённые знания хакеров — только для своих.</a:t>
            </a:r>
          </a:p>
          <a:p>
            <a:r>
              <a:rPr lang="ru-RU" sz="1200" b="1" i="0" u="none" strike="noStrike" kern="1200" dirty="0">
                <a:solidFill>
                  <a:schemeClr val="tx1"/>
                </a:solidFill>
                <a:effectLst/>
                <a:latin typeface="+mn-lt"/>
                <a:ea typeface="+mn-ea"/>
                <a:cs typeface="+mn-cs"/>
                <a:hlinkClick r:id="rId3"/>
              </a:rPr>
              <a:t> Подпишись на нас</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Что такое SIEM?</a:t>
            </a:r>
          </a:p>
          <a:p>
            <a:r>
              <a:rPr lang="ru-RU" sz="1200" b="0" i="0" kern="1200" dirty="0">
                <a:solidFill>
                  <a:schemeClr val="tx1"/>
                </a:solidFill>
                <a:effectLst/>
                <a:latin typeface="+mn-lt"/>
                <a:ea typeface="+mn-ea"/>
                <a:cs typeface="+mn-cs"/>
              </a:rPr>
              <a:t>SIEM (Security Information </a:t>
            </a:r>
            <a:r>
              <a:rPr lang="ru-RU" sz="1200" b="0" i="0" kern="1200" dirty="0" err="1">
                <a:solidFill>
                  <a:schemeClr val="tx1"/>
                </a:solidFill>
                <a:effectLst/>
                <a:latin typeface="+mn-lt"/>
                <a:ea typeface="+mn-ea"/>
                <a:cs typeface="+mn-cs"/>
              </a:rPr>
              <a:t>and</a:t>
            </a:r>
            <a:r>
              <a:rPr lang="ru-RU" sz="1200" b="0" i="0" kern="1200" dirty="0">
                <a:solidFill>
                  <a:schemeClr val="tx1"/>
                </a:solidFill>
                <a:effectLst/>
                <a:latin typeface="+mn-lt"/>
                <a:ea typeface="+mn-ea"/>
                <a:cs typeface="+mn-cs"/>
              </a:rPr>
              <a:t> Event Management) — управление событиями и информацией о безопасности. Это набор сервисов и инструментов, которые собирают и анализируют данные о безопасности, а также помогают ИБ-специалистам создавать политики и настраивать уведомления об инциденте.</a:t>
            </a:r>
          </a:p>
          <a:p>
            <a:r>
              <a:rPr lang="ru-RU" sz="1200" b="0" i="0" kern="1200" dirty="0">
                <a:solidFill>
                  <a:schemeClr val="tx1"/>
                </a:solidFill>
                <a:effectLst/>
                <a:latin typeface="+mn-lt"/>
                <a:ea typeface="+mn-ea"/>
                <a:cs typeface="+mn-cs"/>
              </a:rPr>
              <a:t>Инструменты SIEM позволяют IT-команде:</a:t>
            </a:r>
          </a:p>
          <a:p>
            <a:r>
              <a:rPr lang="ru-RU" sz="1200" b="0" i="0" kern="1200" dirty="0">
                <a:solidFill>
                  <a:schemeClr val="tx1"/>
                </a:solidFill>
                <a:effectLst/>
                <a:latin typeface="+mn-lt"/>
                <a:ea typeface="+mn-ea"/>
                <a:cs typeface="+mn-cs"/>
              </a:rPr>
              <a:t>Использовать управление журналами событий для объединения данных из разных источников;</a:t>
            </a:r>
          </a:p>
          <a:p>
            <a:r>
              <a:rPr lang="ru-RU" sz="1200" b="0" i="0" kern="1200" dirty="0">
                <a:solidFill>
                  <a:schemeClr val="tx1"/>
                </a:solidFill>
                <a:effectLst/>
                <a:latin typeface="+mn-lt"/>
                <a:ea typeface="+mn-ea"/>
                <a:cs typeface="+mn-cs"/>
              </a:rPr>
              <a:t>Получить организационную видимость в режиме реального времени;</a:t>
            </a:r>
          </a:p>
          <a:p>
            <a:r>
              <a:rPr lang="ru-RU" sz="1200" b="0" i="0" kern="1200" dirty="0">
                <a:solidFill>
                  <a:schemeClr val="tx1"/>
                </a:solidFill>
                <a:effectLst/>
                <a:latin typeface="+mn-lt"/>
                <a:ea typeface="+mn-ea"/>
                <a:cs typeface="+mn-cs"/>
              </a:rPr>
              <a:t>Коррелировать события безопасности, собранные из журналов, используя правила «если-то», чтобы эффективно добавить практическую ценность к данным;</a:t>
            </a:r>
          </a:p>
          <a:p>
            <a:r>
              <a:rPr lang="ru-RU" sz="1200" b="0" i="0" kern="1200" dirty="0">
                <a:solidFill>
                  <a:schemeClr val="tx1"/>
                </a:solidFill>
                <a:effectLst/>
                <a:latin typeface="+mn-lt"/>
                <a:ea typeface="+mn-ea"/>
                <a:cs typeface="+mn-cs"/>
              </a:rPr>
              <a:t>Использовать автоматические уведомления о событиях, которые можно управлять через панель управления.</a:t>
            </a:r>
          </a:p>
          <a:p>
            <a:r>
              <a:rPr lang="ru-RU" sz="1200" b="1" i="0" kern="1200" dirty="0">
                <a:solidFill>
                  <a:schemeClr val="tx1"/>
                </a:solidFill>
                <a:effectLst/>
                <a:latin typeface="+mn-lt"/>
                <a:ea typeface="+mn-ea"/>
                <a:cs typeface="+mn-cs"/>
              </a:rPr>
              <a:t>Сравнение SOAR и SIEM</a:t>
            </a:r>
          </a:p>
          <a:p>
            <a:r>
              <a:rPr lang="ru-RU" sz="1200" b="0" i="0" kern="1200" dirty="0">
                <a:solidFill>
                  <a:schemeClr val="tx1"/>
                </a:solidFill>
                <a:effectLst/>
                <a:latin typeface="+mn-lt"/>
                <a:ea typeface="+mn-ea"/>
                <a:cs typeface="+mn-cs"/>
              </a:rPr>
              <a:t>Многие определяют SOAR и SIEM как похожие продукты, поскольку обе системы обнаруживают проблемы безопасности и собирают данные о характере проблемы. Однако между ними есть различия.</a:t>
            </a:r>
          </a:p>
          <a:p>
            <a:r>
              <a:rPr lang="ru-RU" sz="1200" b="0" i="0" kern="1200" dirty="0">
                <a:solidFill>
                  <a:schemeClr val="tx1"/>
                </a:solidFill>
                <a:effectLst/>
                <a:latin typeface="+mn-lt"/>
                <a:ea typeface="+mn-ea"/>
                <a:cs typeface="+mn-cs"/>
              </a:rPr>
              <a:t>SOAR собирает данные и оповещает специалистов с помощью централизованной платформы, подобной SIEM, а SIEM только отправляет оповещения аналитикам по безопасности.</a:t>
            </a:r>
          </a:p>
          <a:p>
            <a:r>
              <a:rPr lang="ru-RU" sz="1200" b="0" i="0" kern="1200" dirty="0">
                <a:solidFill>
                  <a:schemeClr val="tx1"/>
                </a:solidFill>
                <a:effectLst/>
                <a:latin typeface="+mn-lt"/>
                <a:ea typeface="+mn-ea"/>
                <a:cs typeface="+mn-cs"/>
              </a:rPr>
              <a:t>SOAR автоматизирует процесс расследования и реагирование с помощью сценариев или искусственного интеллекта (ИИ), чтобы предсказывать подобные угрозы до того, как они произойдут.</a:t>
            </a:r>
          </a:p>
          <a:p>
            <a:r>
              <a:rPr lang="ru-RU" sz="1200" b="1" i="0" kern="1200" dirty="0">
                <a:solidFill>
                  <a:schemeClr val="tx1"/>
                </a:solidFill>
                <a:effectLst/>
                <a:latin typeface="+mn-lt"/>
                <a:ea typeface="+mn-ea"/>
                <a:cs typeface="+mn-cs"/>
              </a:rPr>
              <a:t>Что такое </a:t>
            </a:r>
            <a:r>
              <a:rPr lang="ru-RU" sz="1200" b="1" i="0" kern="1200" dirty="0" err="1">
                <a:solidFill>
                  <a:schemeClr val="tx1"/>
                </a:solidFill>
                <a:effectLst/>
                <a:latin typeface="+mn-lt"/>
                <a:ea typeface="+mn-ea"/>
                <a:cs typeface="+mn-cs"/>
              </a:rPr>
              <a:t>оркестрация</a:t>
            </a:r>
            <a:r>
              <a:rPr lang="ru-RU" sz="1200" b="1" i="0" kern="1200" dirty="0">
                <a:solidFill>
                  <a:schemeClr val="tx1"/>
                </a:solidFill>
                <a:effectLst/>
                <a:latin typeface="+mn-lt"/>
                <a:ea typeface="+mn-ea"/>
                <a:cs typeface="+mn-cs"/>
              </a:rPr>
              <a:t> и автоматизация безопасности?</a:t>
            </a:r>
          </a:p>
          <a:p>
            <a:r>
              <a:rPr lang="ru-RU" sz="1200" b="1" i="0" kern="1200" dirty="0">
                <a:solidFill>
                  <a:schemeClr val="tx1"/>
                </a:solidFill>
                <a:effectLst/>
                <a:latin typeface="+mn-lt"/>
                <a:ea typeface="+mn-ea"/>
                <a:cs typeface="+mn-cs"/>
              </a:rPr>
              <a:t>Автоматизация безопасности</a:t>
            </a:r>
            <a:r>
              <a:rPr lang="ru-RU" sz="1200" b="0" i="0" kern="1200" dirty="0">
                <a:solidFill>
                  <a:schemeClr val="tx1"/>
                </a:solidFill>
                <a:effectLst/>
                <a:latin typeface="+mn-lt"/>
                <a:ea typeface="+mn-ea"/>
                <a:cs typeface="+mn-cs"/>
              </a:rPr>
              <a:t> — это автоматическое выполнение действий по обнаружению, расследованию и реагированию на киберугрозы без необходимости ручного человеческого вмешательства. Автоматизация выполняет много рутинной работы за команду SOC (Security </a:t>
            </a:r>
            <a:r>
              <a:rPr lang="ru-RU" sz="1200" b="0" i="0" kern="1200" dirty="0" err="1">
                <a:solidFill>
                  <a:schemeClr val="tx1"/>
                </a:solidFill>
                <a:effectLst/>
                <a:latin typeface="+mn-lt"/>
                <a:ea typeface="+mn-ea"/>
                <a:cs typeface="+mn-cs"/>
              </a:rPr>
              <a:t>Operation</a:t>
            </a:r>
            <a:r>
              <a:rPr lang="ru-RU" sz="1200" b="0" i="0" kern="1200" dirty="0">
                <a:solidFill>
                  <a:schemeClr val="tx1"/>
                </a:solidFill>
                <a:effectLst/>
                <a:latin typeface="+mn-lt"/>
                <a:ea typeface="+mn-ea"/>
                <a:cs typeface="+mn-cs"/>
              </a:rPr>
              <a:t> Center).</a:t>
            </a:r>
          </a:p>
          <a:p>
            <a:r>
              <a:rPr lang="ru-RU" sz="1200" b="1" i="0" kern="1200" dirty="0" err="1">
                <a:solidFill>
                  <a:schemeClr val="tx1"/>
                </a:solidFill>
                <a:effectLst/>
                <a:latin typeface="+mn-lt"/>
                <a:ea typeface="+mn-ea"/>
                <a:cs typeface="+mn-cs"/>
              </a:rPr>
              <a:t>Оркестрация</a:t>
            </a:r>
            <a:r>
              <a:rPr lang="ru-RU" sz="1200" b="1" i="0" kern="1200" dirty="0">
                <a:solidFill>
                  <a:schemeClr val="tx1"/>
                </a:solidFill>
                <a:effectLst/>
                <a:latin typeface="+mn-lt"/>
                <a:ea typeface="+mn-ea"/>
                <a:cs typeface="+mn-cs"/>
              </a:rPr>
              <a:t> безопасности</a:t>
            </a:r>
            <a:r>
              <a:rPr lang="ru-RU" sz="1200" b="0" i="0" kern="1200" dirty="0">
                <a:solidFill>
                  <a:schemeClr val="tx1"/>
                </a:solidFill>
                <a:effectLst/>
                <a:latin typeface="+mn-lt"/>
                <a:ea typeface="+mn-ea"/>
                <a:cs typeface="+mn-cs"/>
              </a:rPr>
              <a:t> — это автоматическая координация ряда взаимозависимых действий по безопасности в рамках одной сложной инфраструктуры. Система обеспечивает согласованную работу всех инструментов безопасности.</a:t>
            </a:r>
          </a:p>
          <a:p>
            <a:r>
              <a:rPr lang="ru-RU" sz="1200" b="0" i="0" kern="1200" dirty="0">
                <a:solidFill>
                  <a:schemeClr val="tx1"/>
                </a:solidFill>
                <a:effectLst/>
                <a:latin typeface="+mn-lt"/>
                <a:ea typeface="+mn-ea"/>
                <a:cs typeface="+mn-cs"/>
              </a:rPr>
              <a:t>Автоматизация безопасности упрощает операции по обеспечению безопасности и делает их более эффективными, потому что система автоматизации безопасности выполняет отдельные задачи, а </a:t>
            </a:r>
            <a:r>
              <a:rPr lang="ru-RU" sz="1200" b="0" i="0" kern="1200" dirty="0" err="1">
                <a:solidFill>
                  <a:schemeClr val="tx1"/>
                </a:solidFill>
                <a:effectLst/>
                <a:latin typeface="+mn-lt"/>
                <a:ea typeface="+mn-ea"/>
                <a:cs typeface="+mn-cs"/>
              </a:rPr>
              <a:t>оркестрация</a:t>
            </a:r>
            <a:r>
              <a:rPr lang="ru-RU" sz="1200" b="0" i="0" kern="1200" dirty="0">
                <a:solidFill>
                  <a:schemeClr val="tx1"/>
                </a:solidFill>
                <a:effectLst/>
                <a:latin typeface="+mn-lt"/>
                <a:ea typeface="+mn-ea"/>
                <a:cs typeface="+mn-cs"/>
              </a:rPr>
              <a:t> безопасности соединяет все инструменты безопасности так, чтобы они взаимодействовали друг с другом для лучшей работы.</a:t>
            </a:r>
          </a:p>
          <a:p>
            <a:r>
              <a:rPr lang="ru-RU" sz="1200" b="1" i="0" kern="1200" dirty="0">
                <a:solidFill>
                  <a:schemeClr val="tx1"/>
                </a:solidFill>
                <a:effectLst/>
                <a:latin typeface="+mn-lt"/>
                <a:ea typeface="+mn-ea"/>
                <a:cs typeface="+mn-cs"/>
              </a:rPr>
              <a:t>Что такое управление анализом угроз (TIM)?</a:t>
            </a:r>
          </a:p>
          <a:p>
            <a:r>
              <a:rPr lang="ru-RU" sz="1200" b="0" i="0" kern="1200" dirty="0">
                <a:solidFill>
                  <a:schemeClr val="tx1"/>
                </a:solidFill>
                <a:effectLst/>
                <a:latin typeface="+mn-lt"/>
                <a:ea typeface="+mn-ea"/>
                <a:cs typeface="+mn-cs"/>
              </a:rPr>
              <a:t>Управление анализом угроз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Intelligence Management, TIM) позволяет организациям лучше понимать глобальный ландшафт угроз, предугадывать следующие шаги злоумышленников и принимать оперативные меры для предотвращения атак.</a:t>
            </a:r>
          </a:p>
          <a:p>
            <a:r>
              <a:rPr lang="ru-RU" sz="1200" b="0" i="0" kern="1200" dirty="0">
                <a:solidFill>
                  <a:schemeClr val="tx1"/>
                </a:solidFill>
                <a:effectLst/>
                <a:latin typeface="+mn-lt"/>
                <a:ea typeface="+mn-ea"/>
                <a:cs typeface="+mn-cs"/>
              </a:rPr>
              <a:t>Существует существенная разница между анализом угроз и управлением анализом угроз.</a:t>
            </a:r>
          </a:p>
          <a:p>
            <a:r>
              <a:rPr lang="ru-RU" sz="1200" b="1" i="0" kern="1200" dirty="0">
                <a:solidFill>
                  <a:schemeClr val="tx1"/>
                </a:solidFill>
                <a:effectLst/>
                <a:latin typeface="+mn-lt"/>
                <a:ea typeface="+mn-ea"/>
                <a:cs typeface="+mn-cs"/>
              </a:rPr>
              <a:t>Анализ угроз (</a:t>
            </a:r>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 Intelligence, TI)</a:t>
            </a:r>
            <a:r>
              <a:rPr lang="ru-RU" sz="1200" b="0" i="0" kern="1200" dirty="0">
                <a:solidFill>
                  <a:schemeClr val="tx1"/>
                </a:solidFill>
                <a:effectLst/>
                <a:latin typeface="+mn-lt"/>
                <a:ea typeface="+mn-ea"/>
                <a:cs typeface="+mn-cs"/>
              </a:rPr>
              <a:t> — это данные и информация об угрозах, а </a:t>
            </a:r>
            <a:r>
              <a:rPr lang="ru-RU" sz="1200" b="1" i="0" kern="1200" dirty="0">
                <a:solidFill>
                  <a:schemeClr val="tx1"/>
                </a:solidFill>
                <a:effectLst/>
                <a:latin typeface="+mn-lt"/>
                <a:ea typeface="+mn-ea"/>
                <a:cs typeface="+mn-cs"/>
              </a:rPr>
              <a:t>управление аналитикой угроз (</a:t>
            </a:r>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 Intelligence Management, TIM)</a:t>
            </a:r>
            <a:r>
              <a:rPr lang="ru-RU" sz="1200" b="0" i="0" kern="1200" dirty="0">
                <a:solidFill>
                  <a:schemeClr val="tx1"/>
                </a:solidFill>
                <a:effectLst/>
                <a:latin typeface="+mn-lt"/>
                <a:ea typeface="+mn-ea"/>
                <a:cs typeface="+mn-cs"/>
              </a:rPr>
              <a:t> — это сбор, нормализация, обогащение и обработка данных о потенциальных злоумышленниках, их намерениях, мотивах и возможностях. Эта информация может помочь организациям принимать более быстрые и обоснованные решения в области безопасности.</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14</a:t>
            </a:fld>
            <a:endParaRPr lang="ru-RU"/>
          </a:p>
        </p:txBody>
      </p:sp>
    </p:spTree>
    <p:extLst>
      <p:ext uri="{BB962C8B-B14F-4D97-AF65-F5344CB8AC3E}">
        <p14:creationId xmlns:p14="http://schemas.microsoft.com/office/powerpoint/2010/main" val="489370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i="0" kern="1200" dirty="0">
                <a:solidFill>
                  <a:schemeClr val="tx1"/>
                </a:solidFill>
                <a:effectLst/>
                <a:latin typeface="+mn-lt"/>
                <a:ea typeface="+mn-ea"/>
                <a:cs typeface="+mn-cs"/>
              </a:rPr>
              <a:t>Зачем нужен SOAR?</a:t>
            </a:r>
          </a:p>
          <a:p>
            <a:r>
              <a:rPr lang="ru-RU" sz="1200" b="0" i="0" kern="1200" dirty="0">
                <a:solidFill>
                  <a:schemeClr val="tx1"/>
                </a:solidFill>
                <a:effectLst/>
                <a:latin typeface="+mn-lt"/>
                <a:ea typeface="+mn-ea"/>
                <a:cs typeface="+mn-cs"/>
              </a:rPr>
              <a:t>SOAR развивает управление, анализ и реагирование на оповещения и угрозы. ИБ-команды возлагают на себя ответственность за ручную обработку тысяч оповещений ежедневно, что приводит к ошибкам и низкой эффективности.</a:t>
            </a:r>
          </a:p>
          <a:p>
            <a:r>
              <a:rPr lang="ru-RU" sz="1200" b="0" i="0" kern="1200" dirty="0">
                <a:solidFill>
                  <a:schemeClr val="tx1"/>
                </a:solidFill>
                <a:effectLst/>
                <a:latin typeface="+mn-lt"/>
                <a:ea typeface="+mn-ea"/>
                <a:cs typeface="+mn-cs"/>
              </a:rPr>
              <a:t>С ростом объема угроз и оповещений аналитики вынуждены расставлять приоритеты – на какие оповещения нужно реагировать немедленно, а какие угрозы менее важны. Специалисты часто перегружены работой и допускают ошибки при реагировании на угрозы.</a:t>
            </a:r>
          </a:p>
          <a:p>
            <a:r>
              <a:rPr lang="ru-RU" sz="1200" b="0" i="0" kern="1200" dirty="0">
                <a:solidFill>
                  <a:schemeClr val="tx1"/>
                </a:solidFill>
                <a:effectLst/>
                <a:latin typeface="+mn-lt"/>
                <a:ea typeface="+mn-ea"/>
                <a:cs typeface="+mn-cs"/>
              </a:rPr>
              <a:t>Поэтому критически важно, чтобы у организации были системы SOAR, которые позволяют организовать и автоматизировать процесс оповещения и реагирования. SOAR-система увеличивает эффективность и продуктивность команд по безопасности при расследовании инцидентов, тем самым улучшая общее состояние безопасности организации.</a:t>
            </a:r>
          </a:p>
          <a:p>
            <a:r>
              <a:rPr lang="ru-RU" sz="1200" b="0" i="0" kern="1200" dirty="0">
                <a:solidFill>
                  <a:schemeClr val="tx1"/>
                </a:solidFill>
                <a:effectLst/>
                <a:latin typeface="+mn-lt"/>
                <a:ea typeface="+mn-ea"/>
                <a:cs typeface="+mn-cs"/>
              </a:rPr>
              <a:t>SOAR позволяет компании:</a:t>
            </a:r>
          </a:p>
          <a:p>
            <a:r>
              <a:rPr lang="ru-RU" sz="1200" b="1" i="0" kern="1200" dirty="0">
                <a:solidFill>
                  <a:schemeClr val="tx1"/>
                </a:solidFill>
                <a:effectLst/>
                <a:latin typeface="+mn-lt"/>
                <a:ea typeface="+mn-ea"/>
                <a:cs typeface="+mn-cs"/>
              </a:rPr>
              <a:t>Интегрировать инструменты безопасности, IT-операций и анализа угроз</a:t>
            </a:r>
            <a:r>
              <a:rPr lang="ru-RU" sz="1200" b="0" i="0" kern="1200" dirty="0">
                <a:solidFill>
                  <a:schemeClr val="tx1"/>
                </a:solidFill>
                <a:effectLst/>
                <a:latin typeface="+mn-lt"/>
                <a:ea typeface="+mn-ea"/>
                <a:cs typeface="+mn-cs"/>
              </a:rPr>
              <a:t>, чтобы объединить все решения по безопасности для достижения более полного уровня сбора и анализа данных;</a:t>
            </a:r>
          </a:p>
          <a:p>
            <a:r>
              <a:rPr lang="ru-RU" sz="1200" b="1" i="0" kern="1200" dirty="0">
                <a:solidFill>
                  <a:schemeClr val="tx1"/>
                </a:solidFill>
                <a:effectLst/>
                <a:latin typeface="+mn-lt"/>
                <a:ea typeface="+mn-ea"/>
                <a:cs typeface="+mn-cs"/>
              </a:rPr>
              <a:t>Контролировать всё в одном месте</a:t>
            </a:r>
            <a:r>
              <a:rPr lang="ru-RU" sz="1200" b="0" i="0" kern="1200" dirty="0">
                <a:solidFill>
                  <a:schemeClr val="tx1"/>
                </a:solidFill>
                <a:effectLst/>
                <a:latin typeface="+mn-lt"/>
                <a:ea typeface="+mn-ea"/>
                <a:cs typeface="+mn-cs"/>
              </a:rPr>
              <a:t>. Команда по безопасности получает доступ к единой консоли, которая предоставляет всю необходимую информацию для расследования и устранения инцидентов;</a:t>
            </a:r>
          </a:p>
          <a:p>
            <a:r>
              <a:rPr lang="ru-RU" sz="1200" b="1" i="0" kern="1200" dirty="0">
                <a:solidFill>
                  <a:schemeClr val="tx1"/>
                </a:solidFill>
                <a:effectLst/>
                <a:latin typeface="+mn-lt"/>
                <a:ea typeface="+mn-ea"/>
                <a:cs typeface="+mn-cs"/>
              </a:rPr>
              <a:t>Ускорить реагирование на инциденты</a:t>
            </a:r>
            <a:r>
              <a:rPr lang="ru-RU" sz="1200" b="0" i="0" kern="1200" dirty="0">
                <a:solidFill>
                  <a:schemeClr val="tx1"/>
                </a:solidFill>
                <a:effectLst/>
                <a:latin typeface="+mn-lt"/>
                <a:ea typeface="+mn-ea"/>
                <a:cs typeface="+mn-cs"/>
              </a:rPr>
              <a:t>. SOAR сокращает как среднее время обнаружения (MTTD), так и среднее время реагирования (MTTR). Поскольку многие действия автоматизированы, большая часть инцидентов может обрабатываться немедленно и автоматически;</a:t>
            </a:r>
          </a:p>
          <a:p>
            <a:r>
              <a:rPr lang="ru-RU" sz="1200" b="1" i="0" kern="1200" dirty="0">
                <a:solidFill>
                  <a:schemeClr val="tx1"/>
                </a:solidFill>
                <a:effectLst/>
                <a:latin typeface="+mn-lt"/>
                <a:ea typeface="+mn-ea"/>
                <a:cs typeface="+mn-cs"/>
              </a:rPr>
              <a:t>Предотвратить действия, требующие большого количества времени</a:t>
            </a:r>
            <a:r>
              <a:rPr lang="ru-RU" sz="1200" b="0" i="0" kern="1200" dirty="0">
                <a:solidFill>
                  <a:schemeClr val="tx1"/>
                </a:solidFill>
                <a:effectLst/>
                <a:latin typeface="+mn-lt"/>
                <a:ea typeface="+mn-ea"/>
                <a:cs typeface="+mn-cs"/>
              </a:rPr>
              <a:t>. SOAR сокращает число ложных срабатываний, повторяющихся задач и рутинных процессов;</a:t>
            </a:r>
          </a:p>
          <a:p>
            <a:r>
              <a:rPr lang="ru-RU" sz="1200" b="1" i="0" kern="1200" dirty="0">
                <a:solidFill>
                  <a:schemeClr val="tx1"/>
                </a:solidFill>
                <a:effectLst/>
                <a:latin typeface="+mn-lt"/>
                <a:ea typeface="+mn-ea"/>
                <a:cs typeface="+mn-cs"/>
              </a:rPr>
              <a:t>Улучшить анализ угроз</a:t>
            </a:r>
            <a:r>
              <a:rPr lang="ru-RU" sz="1200" b="0" i="0" kern="1200" dirty="0">
                <a:solidFill>
                  <a:schemeClr val="tx1"/>
                </a:solidFill>
                <a:effectLst/>
                <a:latin typeface="+mn-lt"/>
                <a:ea typeface="+mn-ea"/>
                <a:cs typeface="+mn-cs"/>
              </a:rPr>
              <a:t>. SOAR-решения собирают и проверяют данные с платформ анализа угроз, брандмауэров, систем обнаружения вторжений, SIEM и других технологий, предоставляя команде по безопасности больше информации и контекста. Так аналитики смогут проводить более глубокие исследования проблемы;</a:t>
            </a:r>
          </a:p>
          <a:p>
            <a:r>
              <a:rPr lang="ru-RU" sz="1200" b="1" i="0" kern="1200" dirty="0">
                <a:solidFill>
                  <a:schemeClr val="tx1"/>
                </a:solidFill>
                <a:effectLst/>
                <a:latin typeface="+mn-lt"/>
                <a:ea typeface="+mn-ea"/>
                <a:cs typeface="+mn-cs"/>
              </a:rPr>
              <a:t>Улучшить отчетность и коммуникацию</a:t>
            </a:r>
            <a:r>
              <a:rPr lang="ru-RU" sz="1200" b="0" i="0" kern="1200" dirty="0">
                <a:solidFill>
                  <a:schemeClr val="tx1"/>
                </a:solidFill>
                <a:effectLst/>
                <a:latin typeface="+mn-lt"/>
                <a:ea typeface="+mn-ea"/>
                <a:cs typeface="+mn-cs"/>
              </a:rPr>
              <a:t>. Благодаря тому, что все действия по обеспечению безопасности собраны в одном месте, заинтересованные стороны могут получать всю необходимую информацию, которая поможет определить, как улучшить рабочие процессы и сократить время отклика;</a:t>
            </a:r>
          </a:p>
          <a:p>
            <a:r>
              <a:rPr lang="ru-RU" sz="1200" b="1" i="0" kern="1200" dirty="0">
                <a:solidFill>
                  <a:schemeClr val="tx1"/>
                </a:solidFill>
                <a:effectLst/>
                <a:latin typeface="+mn-lt"/>
                <a:ea typeface="+mn-ea"/>
                <a:cs typeface="+mn-cs"/>
              </a:rPr>
              <a:t>Повысить способность к принятию решений</a:t>
            </a:r>
            <a:r>
              <a:rPr lang="ru-RU" sz="1200" b="0" i="0" kern="1200" dirty="0">
                <a:solidFill>
                  <a:schemeClr val="tx1"/>
                </a:solidFill>
                <a:effectLst/>
                <a:latin typeface="+mn-lt"/>
                <a:ea typeface="+mn-ea"/>
                <a:cs typeface="+mn-cs"/>
              </a:rPr>
              <a:t>. SOAR-платформы предлагают такие функции, как предварительно созданные сценарии, функции перетаскивания для создания сценариев с нуля и автоматическая приоритизация оповещений.</a:t>
            </a:r>
          </a:p>
          <a:p>
            <a:r>
              <a:rPr lang="ru-RU" sz="1200" b="0" i="0" kern="1200" dirty="0">
                <a:solidFill>
                  <a:schemeClr val="tx1"/>
                </a:solidFill>
                <a:effectLst/>
                <a:latin typeface="+mn-lt"/>
                <a:ea typeface="+mn-ea"/>
                <a:cs typeface="+mn-cs"/>
              </a:rPr>
              <a:t>SOAR — это ценный инструмент для кибербезопасности, который минимизирует воздействие инцидентов безопасности всех типов, максимизирует ценность существующих инвестиций в безопасность и снижает риск юридической ответственности и простоя бизнеса.</a:t>
            </a:r>
          </a:p>
          <a:p>
            <a:r>
              <a:rPr lang="ru-RU" sz="1200" b="1" i="0" kern="1200" dirty="0">
                <a:solidFill>
                  <a:schemeClr val="tx1"/>
                </a:solidFill>
                <a:effectLst/>
                <a:latin typeface="+mn-lt"/>
                <a:ea typeface="+mn-ea"/>
                <a:cs typeface="+mn-cs"/>
              </a:rPr>
              <a:t>Как SOAR помогает решать задачи кибербезопасности</a:t>
            </a:r>
          </a:p>
          <a:p>
            <a:r>
              <a:rPr lang="ru-RU" sz="1200" b="1" i="1" kern="1200" dirty="0">
                <a:solidFill>
                  <a:schemeClr val="tx1"/>
                </a:solidFill>
                <a:effectLst/>
                <a:latin typeface="+mn-lt"/>
                <a:ea typeface="+mn-ea"/>
                <a:cs typeface="+mn-cs"/>
              </a:rPr>
              <a:t>Обработка сигналов безопасности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SOAR позволяет автоматизировать ряд действий по реагированию на уведомления систем безопасности (IDS, IPS и т.д.), такие как:</a:t>
            </a:r>
          </a:p>
          <a:p>
            <a:r>
              <a:rPr lang="ru-RU" sz="1200" b="1" i="0" kern="1200" dirty="0">
                <a:solidFill>
                  <a:schemeClr val="tx1"/>
                </a:solidFill>
                <a:effectLst/>
                <a:latin typeface="+mn-lt"/>
                <a:ea typeface="+mn-ea"/>
                <a:cs typeface="+mn-cs"/>
              </a:rPr>
              <a:t>Фишинг</a:t>
            </a:r>
            <a:r>
              <a:rPr lang="ru-RU" sz="1200" b="0" i="0" kern="1200" dirty="0">
                <a:solidFill>
                  <a:schemeClr val="tx1"/>
                </a:solidFill>
                <a:effectLst/>
                <a:latin typeface="+mn-lt"/>
                <a:ea typeface="+mn-ea"/>
                <a:cs typeface="+mn-cs"/>
              </a:rPr>
              <a:t>: проверка подозрительных электронных писем на наличие вредоносных ссылок или вложений, опрос затронутых пользователей, извлечение и проверка индикаторов компрометации (</a:t>
            </a:r>
            <a:r>
              <a:rPr lang="ru-RU" sz="1200" b="0" i="0" kern="1200" dirty="0" err="1">
                <a:solidFill>
                  <a:schemeClr val="tx1"/>
                </a:solidFill>
                <a:effectLst/>
                <a:latin typeface="+mn-lt"/>
                <a:ea typeface="+mn-ea"/>
                <a:cs typeface="+mn-cs"/>
              </a:rPr>
              <a:t>IoC</a:t>
            </a:r>
            <a:r>
              <a:rPr lang="ru-RU" sz="1200" b="0" i="0" kern="1200" dirty="0">
                <a:solidFill>
                  <a:schemeClr val="tx1"/>
                </a:solidFill>
                <a:effectLst/>
                <a:latin typeface="+mn-lt"/>
                <a:ea typeface="+mn-ea"/>
                <a:cs typeface="+mn-cs"/>
              </a:rPr>
              <a:t>), определение ложноположительных результатов и подготовка стандартного ответа для службы безопасности;</a:t>
            </a:r>
          </a:p>
          <a:p>
            <a:r>
              <a:rPr lang="ru-RU" sz="1200" b="1" i="0" kern="1200" dirty="0">
                <a:solidFill>
                  <a:schemeClr val="tx1"/>
                </a:solidFill>
                <a:effectLst/>
                <a:latin typeface="+mn-lt"/>
                <a:ea typeface="+mn-ea"/>
                <a:cs typeface="+mn-cs"/>
              </a:rPr>
              <a:t>Заражение вредоносным ПО</a:t>
            </a:r>
            <a:r>
              <a:rPr lang="ru-RU" sz="1200" b="0" i="0" kern="1200" dirty="0">
                <a:solidFill>
                  <a:schemeClr val="tx1"/>
                </a:solidFill>
                <a:effectLst/>
                <a:latin typeface="+mn-lt"/>
                <a:ea typeface="+mn-ea"/>
                <a:cs typeface="+mn-cs"/>
              </a:rPr>
              <a:t>: получение данных об угрозе от инструментов защиты конечных точек, сопоставление полученных файлов или </a:t>
            </a:r>
            <a:r>
              <a:rPr lang="ru-RU" sz="1200" b="0" i="0" kern="1200" dirty="0" err="1">
                <a:solidFill>
                  <a:schemeClr val="tx1"/>
                </a:solidFill>
                <a:effectLst/>
                <a:latin typeface="+mn-lt"/>
                <a:ea typeface="+mn-ea"/>
                <a:cs typeface="+mn-cs"/>
              </a:rPr>
              <a:t>хешей</a:t>
            </a:r>
            <a:r>
              <a:rPr lang="ru-RU" sz="1200" b="0" i="0" kern="1200" dirty="0">
                <a:solidFill>
                  <a:schemeClr val="tx1"/>
                </a:solidFill>
                <a:effectLst/>
                <a:latin typeface="+mn-lt"/>
                <a:ea typeface="+mn-ea"/>
                <a:cs typeface="+mn-cs"/>
              </a:rPr>
              <a:t> с данными SIEM, уведомление аналитиков, очистка зараженных конечных точек и обновление базы данных инструмента защиты конечных точек;</a:t>
            </a:r>
          </a:p>
          <a:p>
            <a:r>
              <a:rPr lang="ru-RU" sz="1200" b="1" i="0" kern="1200" dirty="0">
                <a:solidFill>
                  <a:schemeClr val="tx1"/>
                </a:solidFill>
                <a:effectLst/>
                <a:latin typeface="+mn-lt"/>
                <a:ea typeface="+mn-ea"/>
                <a:cs typeface="+mn-cs"/>
              </a:rPr>
              <a:t>Неудачные попытки входа</a:t>
            </a:r>
            <a:r>
              <a:rPr lang="ru-RU" sz="1200" b="0" i="0" kern="1200" dirty="0">
                <a:solidFill>
                  <a:schemeClr val="tx1"/>
                </a:solidFill>
                <a:effectLst/>
                <a:latin typeface="+mn-lt"/>
                <a:ea typeface="+mn-ea"/>
                <a:cs typeface="+mn-cs"/>
              </a:rPr>
              <a:t>: после определенного количества неудачных попыток входа пользователя оценка того, является ли вход легитимным или злонамеренным, запуск сценария (</a:t>
            </a:r>
            <a:r>
              <a:rPr lang="ru-RU" sz="1200" b="0" i="0" kern="1200" dirty="0" err="1">
                <a:solidFill>
                  <a:schemeClr val="tx1"/>
                </a:solidFill>
                <a:effectLst/>
                <a:latin typeface="+mn-lt"/>
                <a:ea typeface="+mn-ea"/>
                <a:cs typeface="+mn-cs"/>
              </a:rPr>
              <a:t>playbook</a:t>
            </a:r>
            <a:r>
              <a:rPr lang="ru-RU" sz="1200" b="0" i="0" kern="1200" dirty="0">
                <a:solidFill>
                  <a:schemeClr val="tx1"/>
                </a:solidFill>
                <a:effectLst/>
                <a:latin typeface="+mn-lt"/>
                <a:ea typeface="+mn-ea"/>
                <a:cs typeface="+mn-cs"/>
              </a:rPr>
              <a:t>), взаимодействие с пользователями, анализ их ответов, аннулирование паролей и закрытие сценария;</a:t>
            </a:r>
          </a:p>
          <a:p>
            <a:r>
              <a:rPr lang="ru-RU" sz="1200" b="1" i="0" kern="1200" dirty="0">
                <a:solidFill>
                  <a:schemeClr val="tx1"/>
                </a:solidFill>
                <a:effectLst/>
                <a:latin typeface="+mn-lt"/>
                <a:ea typeface="+mn-ea"/>
                <a:cs typeface="+mn-cs"/>
              </a:rPr>
              <a:t>Вход из необычных мест</a:t>
            </a:r>
            <a:r>
              <a:rPr lang="ru-RU" sz="1200" b="0" i="0" kern="1200" dirty="0">
                <a:solidFill>
                  <a:schemeClr val="tx1"/>
                </a:solidFill>
                <a:effectLst/>
                <a:latin typeface="+mn-lt"/>
                <a:ea typeface="+mn-ea"/>
                <a:cs typeface="+mn-cs"/>
              </a:rPr>
              <a:t>: определение потенциально злонамеренных попыток доступа к VPN путем проверки наличия VPN и облачного брокера безопасности доступа (CASB), сопоставление IP-адресов, подтверждение нарушения с пользователем, блокировка доступа и закрытие сценария.</a:t>
            </a:r>
          </a:p>
          <a:p>
            <a:r>
              <a:rPr lang="ru-RU" sz="1200" b="1" i="1" kern="1200" dirty="0">
                <a:solidFill>
                  <a:schemeClr val="tx1"/>
                </a:solidFill>
                <a:effectLst/>
                <a:latin typeface="+mn-lt"/>
                <a:ea typeface="+mn-ea"/>
                <a:cs typeface="+mn-cs"/>
              </a:rPr>
              <a:t>Управление операциями по кибербезопасности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Другая задача SOAR — это управление SSL-сертификатами, диагностика конечных точек, управление уязвимостями и другие. SOAR помогает автоматизировать эти процессы и сводить к минимуму человеческий фактор. Например:</a:t>
            </a:r>
          </a:p>
          <a:p>
            <a:r>
              <a:rPr lang="ru-RU" sz="1200" b="1" i="0" kern="1200" dirty="0">
                <a:solidFill>
                  <a:schemeClr val="tx1"/>
                </a:solidFill>
                <a:effectLst/>
                <a:latin typeface="+mn-lt"/>
                <a:ea typeface="+mn-ea"/>
                <a:cs typeface="+mn-cs"/>
              </a:rPr>
              <a:t>Управление SSL-сертификатами</a:t>
            </a:r>
            <a:r>
              <a:rPr lang="ru-RU" sz="1200" b="0" i="0" kern="1200" dirty="0">
                <a:solidFill>
                  <a:schemeClr val="tx1"/>
                </a:solidFill>
                <a:effectLst/>
                <a:latin typeface="+mn-lt"/>
                <a:ea typeface="+mn-ea"/>
                <a:cs typeface="+mn-cs"/>
              </a:rPr>
              <a:t>: проверка конечных точек на наличие просроченных или скоро просрочивающихся SSL-сертификатов, информирование пользователей, повторная проверка статуса через несколько дней, эскалация проблемы к соответствующим лицам и закрытие сценария;</a:t>
            </a:r>
          </a:p>
          <a:p>
            <a:r>
              <a:rPr lang="ru-RU" sz="1200" b="1" i="0" kern="1200" dirty="0">
                <a:solidFill>
                  <a:schemeClr val="tx1"/>
                </a:solidFill>
                <a:effectLst/>
                <a:latin typeface="+mn-lt"/>
                <a:ea typeface="+mn-ea"/>
                <a:cs typeface="+mn-cs"/>
              </a:rPr>
              <a:t>Диагностика конечных точек и запуск</a:t>
            </a:r>
            <a:r>
              <a:rPr lang="ru-RU" sz="1200" b="0" i="0" kern="1200" dirty="0">
                <a:solidFill>
                  <a:schemeClr val="tx1"/>
                </a:solidFill>
                <a:effectLst/>
                <a:latin typeface="+mn-lt"/>
                <a:ea typeface="+mn-ea"/>
                <a:cs typeface="+mn-cs"/>
              </a:rPr>
              <a:t>: проверка подключения агентов, обогащение контекста, открытие заявки, запуск агентов и закрытие сценария;</a:t>
            </a:r>
          </a:p>
          <a:p>
            <a:r>
              <a:rPr lang="ru-RU" sz="1200" b="1" i="0" kern="1200" dirty="0">
                <a:solidFill>
                  <a:schemeClr val="tx1"/>
                </a:solidFill>
                <a:effectLst/>
                <a:latin typeface="+mn-lt"/>
                <a:ea typeface="+mn-ea"/>
                <a:cs typeface="+mn-cs"/>
              </a:rPr>
              <a:t>Управление уязвимостями</a:t>
            </a:r>
            <a:r>
              <a:rPr lang="ru-RU" sz="1200" b="0" i="0" kern="1200" dirty="0">
                <a:solidFill>
                  <a:schemeClr val="tx1"/>
                </a:solidFill>
                <a:effectLst/>
                <a:latin typeface="+mn-lt"/>
                <a:ea typeface="+mn-ea"/>
                <a:cs typeface="+mn-cs"/>
              </a:rPr>
              <a:t>: получение информации об уязвимостях и активах, обогащение данных о конечных точках и общих уязвимостях и эксплойтах (CVE), запрос контекста уязвимости, расчет уровня опасности, передача контроля аналитикам для исправления и расследования и закрытие сценария.</a:t>
            </a:r>
          </a:p>
          <a:p>
            <a:r>
              <a:rPr lang="ru-RU" sz="1200" b="1" i="1" kern="1200" dirty="0">
                <a:solidFill>
                  <a:schemeClr val="tx1"/>
                </a:solidFill>
                <a:effectLst/>
                <a:latin typeface="+mn-lt"/>
                <a:ea typeface="+mn-ea"/>
                <a:cs typeface="+mn-cs"/>
              </a:rPr>
              <a:t>Поиск угроз и реагирование на инциденты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Сюда входит использование различных методов для выявления скрытых или неизвестных атак в сети и принятие мер по нейтрализации угроз. SOAR помогает автоматизировать часть этого процесса и предоставлять аналитикам необходимую информацию для принятия решений. Например:</a:t>
            </a:r>
          </a:p>
          <a:p>
            <a:r>
              <a:rPr lang="ru-RU" sz="1200" b="1" i="0" kern="1200" dirty="0">
                <a:solidFill>
                  <a:schemeClr val="tx1"/>
                </a:solidFill>
                <a:effectLst/>
                <a:latin typeface="+mn-lt"/>
                <a:ea typeface="+mn-ea"/>
                <a:cs typeface="+mn-cs"/>
              </a:rPr>
              <a:t>Поиск IOC</a:t>
            </a:r>
            <a:r>
              <a:rPr lang="ru-RU" sz="1200" b="0" i="0" kern="1200" dirty="0">
                <a:solidFill>
                  <a:schemeClr val="tx1"/>
                </a:solidFill>
                <a:effectLst/>
                <a:latin typeface="+mn-lt"/>
                <a:ea typeface="+mn-ea"/>
                <a:cs typeface="+mn-cs"/>
              </a:rPr>
              <a:t>: получение и извлечение IOC из прикрепленных файлов, поиск IOC по инструментам разведки по угрозам (</a:t>
            </a:r>
            <a:r>
              <a:rPr lang="ru-RU" sz="1200" b="0" i="0" kern="1200" dirty="0" err="1">
                <a:solidFill>
                  <a:schemeClr val="tx1"/>
                </a:solidFill>
                <a:effectLst/>
                <a:latin typeface="+mn-lt"/>
                <a:ea typeface="+mn-ea"/>
                <a:cs typeface="+mn-cs"/>
              </a:rPr>
              <a:t>threat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intelligence</a:t>
            </a:r>
            <a:r>
              <a:rPr lang="ru-RU" sz="1200" b="0" i="0" kern="1200" dirty="0">
                <a:solidFill>
                  <a:schemeClr val="tx1"/>
                </a:solidFill>
                <a:effectLst/>
                <a:latin typeface="+mn-lt"/>
                <a:ea typeface="+mn-ea"/>
                <a:cs typeface="+mn-cs"/>
              </a:rPr>
              <a:t>), обновление баз данных;</a:t>
            </a:r>
          </a:p>
          <a:p>
            <a:r>
              <a:rPr lang="ru-RU" sz="1200" b="1" i="0" kern="1200" dirty="0">
                <a:solidFill>
                  <a:schemeClr val="tx1"/>
                </a:solidFill>
                <a:effectLst/>
                <a:latin typeface="+mn-lt"/>
                <a:ea typeface="+mn-ea"/>
                <a:cs typeface="+mn-cs"/>
              </a:rPr>
              <a:t>Анализ вредоносного ПО</a:t>
            </a:r>
            <a:r>
              <a:rPr lang="ru-RU" sz="1200" b="0" i="0" kern="1200" dirty="0">
                <a:solidFill>
                  <a:schemeClr val="tx1"/>
                </a:solidFill>
                <a:effectLst/>
                <a:latin typeface="+mn-lt"/>
                <a:ea typeface="+mn-ea"/>
                <a:cs typeface="+mn-cs"/>
              </a:rPr>
              <a:t>: получение данных из разных источников, извлечение и детонация вредоносных файлов, генерация и отображение отчета, проверка наличия вредоносных целей, обновление базы данных;</a:t>
            </a:r>
          </a:p>
          <a:p>
            <a:r>
              <a:rPr lang="ru-RU" sz="1200" b="1" i="0" kern="1200" dirty="0">
                <a:solidFill>
                  <a:schemeClr val="tx1"/>
                </a:solidFill>
                <a:effectLst/>
                <a:latin typeface="+mn-lt"/>
                <a:ea typeface="+mn-ea"/>
                <a:cs typeface="+mn-cs"/>
              </a:rPr>
              <a:t>Облачное реагирование на инциденты</a:t>
            </a:r>
            <a:r>
              <a:rPr lang="ru-RU" sz="1200" b="0" i="0" kern="1200" dirty="0">
                <a:solidFill>
                  <a:schemeClr val="tx1"/>
                </a:solidFill>
                <a:effectLst/>
                <a:latin typeface="+mn-lt"/>
                <a:ea typeface="+mn-ea"/>
                <a:cs typeface="+mn-cs"/>
              </a:rPr>
              <a:t>: потребление данных из облачно-ориентированных инструментов обнаружения угроз и журналирования событий (</a:t>
            </a:r>
            <a:r>
              <a:rPr lang="ru-RU" sz="1200" b="0" i="0" kern="1200" dirty="0" err="1">
                <a:solidFill>
                  <a:schemeClr val="tx1"/>
                </a:solidFill>
                <a:effectLst/>
                <a:latin typeface="+mn-lt"/>
                <a:ea typeface="+mn-ea"/>
                <a:cs typeface="+mn-cs"/>
              </a:rPr>
              <a:t>event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logging</a:t>
            </a:r>
            <a:r>
              <a:rPr lang="ru-RU" sz="1200" b="0" i="0" kern="1200" dirty="0">
                <a:solidFill>
                  <a:schemeClr val="tx1"/>
                </a:solidFill>
                <a:effectLst/>
                <a:latin typeface="+mn-lt"/>
                <a:ea typeface="+mn-ea"/>
                <a:cs typeface="+mn-cs"/>
              </a:rPr>
              <a:t>), объединение процессов между облачной и локальной инфраструктурами безопасности (</a:t>
            </a:r>
            <a:r>
              <a:rPr lang="ru-RU" sz="1200" b="0" i="0" kern="1200" dirty="0" err="1">
                <a:solidFill>
                  <a:schemeClr val="tx1"/>
                </a:solidFill>
                <a:effectLst/>
                <a:latin typeface="+mn-lt"/>
                <a:ea typeface="+mn-ea"/>
                <a:cs typeface="+mn-cs"/>
              </a:rPr>
              <a:t>on-premises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security</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infrastructures</a:t>
            </a:r>
            <a:r>
              <a:rPr lang="ru-RU" sz="1200" b="0" i="0" kern="1200" dirty="0">
                <a:solidFill>
                  <a:schemeClr val="tx1"/>
                </a:solidFill>
                <a:effectLst/>
                <a:latin typeface="+mn-lt"/>
                <a:ea typeface="+mn-ea"/>
                <a:cs typeface="+mn-cs"/>
              </a:rPr>
              <a:t>), корреляция с SIEM, извлечение и обогащение индикаторов (</a:t>
            </a:r>
            <a:r>
              <a:rPr lang="ru-RU" sz="1200" b="0" i="0" kern="1200" dirty="0" err="1">
                <a:solidFill>
                  <a:schemeClr val="tx1"/>
                </a:solidFill>
                <a:effectLst/>
                <a:latin typeface="+mn-lt"/>
                <a:ea typeface="+mn-ea"/>
                <a:cs typeface="+mn-cs"/>
              </a:rPr>
              <a:t>indicators</a:t>
            </a:r>
            <a:r>
              <a:rPr lang="ru-RU" sz="1200" b="0" i="0" kern="1200" dirty="0">
                <a:solidFill>
                  <a:schemeClr val="tx1"/>
                </a:solidFill>
                <a:effectLst/>
                <a:latin typeface="+mn-lt"/>
                <a:ea typeface="+mn-ea"/>
                <a:cs typeface="+mn-cs"/>
              </a:rPr>
              <a:t>), проверка наличия зла намерения (</a:t>
            </a:r>
            <a:r>
              <a:rPr lang="ru-RU" sz="1200" b="0" i="0" kern="1200" dirty="0" err="1">
                <a:solidFill>
                  <a:schemeClr val="tx1"/>
                </a:solidFill>
                <a:effectLst/>
                <a:latin typeface="+mn-lt"/>
                <a:ea typeface="+mn-ea"/>
                <a:cs typeface="+mn-cs"/>
              </a:rPr>
              <a:t>malice</a:t>
            </a:r>
            <a:r>
              <a:rPr lang="ru-RU" sz="1200" b="0" i="0" kern="1200" dirty="0">
                <a:solidFill>
                  <a:schemeClr val="tx1"/>
                </a:solidFill>
                <a:effectLst/>
                <a:latin typeface="+mn-lt"/>
                <a:ea typeface="+mn-ea"/>
                <a:cs typeface="+mn-cs"/>
              </a:rPr>
              <a:t>), передача контроля аналитикам для просмотра информации (</a:t>
            </a:r>
            <a:r>
              <a:rPr lang="ru-RU" sz="1200" b="0" i="0" kern="1200" dirty="0" err="1">
                <a:solidFill>
                  <a:schemeClr val="tx1"/>
                </a:solidFill>
                <a:effectLst/>
                <a:latin typeface="+mn-lt"/>
                <a:ea typeface="+mn-ea"/>
                <a:cs typeface="+mn-cs"/>
              </a:rPr>
              <a:t>reviewing</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information</a:t>
            </a:r>
            <a:r>
              <a:rPr lang="ru-RU" sz="1200" b="0" i="0" kern="1200" dirty="0">
                <a:solidFill>
                  <a:schemeClr val="tx1"/>
                </a:solidFill>
                <a:effectLst/>
                <a:latin typeface="+mn-lt"/>
                <a:ea typeface="+mn-ea"/>
                <a:cs typeface="+mn-cs"/>
              </a:rPr>
              <a:t>), обновление базы данных.</a:t>
            </a:r>
          </a:p>
          <a:p>
            <a:r>
              <a:rPr lang="ru-RU" sz="1200" b="1" i="1" kern="1200" dirty="0">
                <a:solidFill>
                  <a:schemeClr val="tx1"/>
                </a:solidFill>
                <a:effectLst/>
                <a:latin typeface="+mn-lt"/>
                <a:ea typeface="+mn-ea"/>
                <a:cs typeface="+mn-cs"/>
              </a:rPr>
              <a:t>Автоматизация обогащения данных</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Сюда входит использование различных источников данных – базы данных угроз, сервисы анализа угроз, общедоступные ресурсы и другие – для получения дополнительной информации о потенциальных угрозах и инцидентах. SOAR помогает автоматизировать этот процесс и предоставлять аналитикам более полную картину ситуации. Например:</a:t>
            </a:r>
          </a:p>
          <a:p>
            <a:r>
              <a:rPr lang="ru-RU" sz="1200" b="1" i="0" kern="1200" dirty="0">
                <a:solidFill>
                  <a:schemeClr val="tx1"/>
                </a:solidFill>
                <a:effectLst/>
                <a:latin typeface="+mn-lt"/>
                <a:ea typeface="+mn-ea"/>
                <a:cs typeface="+mn-cs"/>
              </a:rPr>
              <a:t>Обогащение IOC</a:t>
            </a:r>
            <a:r>
              <a:rPr lang="ru-RU" sz="1200" b="0" i="0" kern="1200" dirty="0">
                <a:solidFill>
                  <a:schemeClr val="tx1"/>
                </a:solidFill>
                <a:effectLst/>
                <a:latin typeface="+mn-lt"/>
                <a:ea typeface="+mn-ea"/>
                <a:cs typeface="+mn-cs"/>
              </a:rPr>
              <a:t>: получение данных из разных источников, извлечение индикаторов, которые нужно проверить, обогащение URL, IP-адресов и </a:t>
            </a:r>
            <a:r>
              <a:rPr lang="ru-RU" sz="1200" b="0" i="0" kern="1200" dirty="0" err="1">
                <a:solidFill>
                  <a:schemeClr val="tx1"/>
                </a:solidFill>
                <a:effectLst/>
                <a:latin typeface="+mn-lt"/>
                <a:ea typeface="+mn-ea"/>
                <a:cs typeface="+mn-cs"/>
              </a:rPr>
              <a:t>хешей</a:t>
            </a:r>
            <a:r>
              <a:rPr lang="ru-RU" sz="1200" b="0" i="0" kern="1200" dirty="0">
                <a:solidFill>
                  <a:schemeClr val="tx1"/>
                </a:solidFill>
                <a:effectLst/>
                <a:latin typeface="+mn-lt"/>
                <a:ea typeface="+mn-ea"/>
                <a:cs typeface="+mn-cs"/>
              </a:rPr>
              <a:t>, проверка наличия зла намерения (</a:t>
            </a:r>
            <a:r>
              <a:rPr lang="ru-RU" sz="1200" b="0" i="0" kern="1200" dirty="0" err="1">
                <a:solidFill>
                  <a:schemeClr val="tx1"/>
                </a:solidFill>
                <a:effectLst/>
                <a:latin typeface="+mn-lt"/>
                <a:ea typeface="+mn-ea"/>
                <a:cs typeface="+mn-cs"/>
              </a:rPr>
              <a:t>malice</a:t>
            </a:r>
            <a:r>
              <a:rPr lang="ru-RU" sz="1200" b="0" i="0" kern="1200" dirty="0">
                <a:solidFill>
                  <a:schemeClr val="tx1"/>
                </a:solidFill>
                <a:effectLst/>
                <a:latin typeface="+mn-lt"/>
                <a:ea typeface="+mn-ea"/>
                <a:cs typeface="+mn-cs"/>
              </a:rPr>
              <a:t>), обновление базы данных, приглашение аналитиков для просмотра и расследования информации и закрытие сценария;</a:t>
            </a:r>
          </a:p>
          <a:p>
            <a:r>
              <a:rPr lang="ru-RU" sz="1200" b="1" i="0" kern="1200" dirty="0">
                <a:solidFill>
                  <a:schemeClr val="tx1"/>
                </a:solidFill>
                <a:effectLst/>
                <a:latin typeface="+mn-lt"/>
                <a:ea typeface="+mn-ea"/>
                <a:cs typeface="+mn-cs"/>
              </a:rPr>
              <a:t>Назначение уровня опасности инцидента</a:t>
            </a:r>
            <a:r>
              <a:rPr lang="ru-RU" sz="1200" b="0" i="0" kern="1200" dirty="0">
                <a:solidFill>
                  <a:schemeClr val="tx1"/>
                </a:solidFill>
                <a:effectLst/>
                <a:latin typeface="+mn-lt"/>
                <a:ea typeface="+mn-ea"/>
                <a:cs typeface="+mn-cs"/>
              </a:rPr>
              <a:t>: проверка других продуктов на наличие оценки уязвимости и того, были ли существующим индикаторам назначены оценки, назначение серьезности, проверка имен пользователей и конечных точек на наличие в критическом списке, назначение критической серьезности и закрытие инцидента.</a:t>
            </a:r>
          </a:p>
          <a:p>
            <a:r>
              <a:rPr lang="ru-RU" sz="1200" b="0" i="0" kern="1200" dirty="0">
                <a:solidFill>
                  <a:schemeClr val="tx1"/>
                </a:solidFill>
                <a:effectLst/>
                <a:latin typeface="+mn-lt"/>
                <a:ea typeface="+mn-ea"/>
                <a:cs typeface="+mn-cs"/>
              </a:rPr>
              <a:t>Подробнее: </a:t>
            </a:r>
            <a:r>
              <a:rPr lang="ru-RU" sz="1200" b="0" i="0" u="none" strike="noStrike" kern="1200" dirty="0">
                <a:solidFill>
                  <a:schemeClr val="tx1"/>
                </a:solidFill>
                <a:effectLst/>
                <a:latin typeface="+mn-lt"/>
                <a:ea typeface="+mn-ea"/>
                <a:cs typeface="+mn-cs"/>
                <a:hlinkClick r:id="rId3"/>
              </a:rPr>
              <a:t>https://www.securitylab.ru/analytics/538804.php?ysclid=mido3rujbj137324242</a:t>
            </a:r>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15</a:t>
            </a:fld>
            <a:endParaRPr lang="ru-RU"/>
          </a:p>
        </p:txBody>
      </p:sp>
    </p:spTree>
    <p:extLst>
      <p:ext uri="{BB962C8B-B14F-4D97-AF65-F5344CB8AC3E}">
        <p14:creationId xmlns:p14="http://schemas.microsoft.com/office/powerpoint/2010/main" val="236828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EF19-E5D5-DDB0-42A8-599FF2E3F68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CBB8F68-88F7-38F1-41EC-538353EA080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B774B96-7DC7-D675-315E-7A02A980FA85}"/>
              </a:ext>
            </a:extLst>
          </p:cNvPr>
          <p:cNvSpPr>
            <a:spLocks noGrp="1"/>
          </p:cNvSpPr>
          <p:nvPr>
            <p:ph type="body" idx="1"/>
          </p:nvPr>
        </p:nvSpPr>
        <p:spPr/>
        <p:txBody>
          <a:bodyPr/>
          <a:lstStyle/>
          <a:p>
            <a:r>
              <a:rPr lang="ru-RU" sz="1200" b="1" i="0" kern="1200" dirty="0">
                <a:solidFill>
                  <a:schemeClr val="tx1"/>
                </a:solidFill>
                <a:effectLst/>
                <a:latin typeface="+mn-lt"/>
                <a:ea typeface="+mn-ea"/>
                <a:cs typeface="+mn-cs"/>
              </a:rPr>
              <a:t>Технологические компоненты современного SOC:</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1. Платформы мониторинга и анализа:</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SIEM-системы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Splunk</a:t>
            </a:r>
            <a:r>
              <a:rPr lang="ru-RU" sz="1200" b="0" i="0" kern="1200" dirty="0">
                <a:solidFill>
                  <a:schemeClr val="tx1"/>
                </a:solidFill>
                <a:effectLst/>
                <a:latin typeface="+mn-lt"/>
                <a:ea typeface="+mn-ea"/>
                <a:cs typeface="+mn-cs"/>
              </a:rPr>
              <a:t> ES, IBM </a:t>
            </a:r>
            <a:r>
              <a:rPr lang="ru-RU" sz="1200" b="0" i="0" kern="1200" dirty="0" err="1">
                <a:solidFill>
                  <a:schemeClr val="tx1"/>
                </a:solidFill>
                <a:effectLst/>
                <a:latin typeface="+mn-lt"/>
                <a:ea typeface="+mn-ea"/>
                <a:cs typeface="+mn-cs"/>
              </a:rPr>
              <a:t>QRadar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ArcSight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LogRhythm</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Платформы безопасности</a:t>
            </a:r>
            <a:r>
              <a:rPr lang="ru-RU" sz="1200" b="0" i="0" kern="1200" dirty="0">
                <a:solidFill>
                  <a:schemeClr val="tx1"/>
                </a:solidFill>
                <a:effectLst/>
                <a:latin typeface="+mn-lt"/>
                <a:ea typeface="+mn-ea"/>
                <a:cs typeface="+mn-cs"/>
              </a:rPr>
              <a:t> (Microsoft Sentinel, </a:t>
            </a:r>
            <a:r>
              <a:rPr lang="ru-RU" sz="1200" b="0" i="0" kern="1200" dirty="0" err="1">
                <a:solidFill>
                  <a:schemeClr val="tx1"/>
                </a:solidFill>
                <a:effectLst/>
                <a:latin typeface="+mn-lt"/>
                <a:ea typeface="+mn-ea"/>
                <a:cs typeface="+mn-cs"/>
              </a:rPr>
              <a:t>Elastic</a:t>
            </a:r>
            <a:r>
              <a:rPr lang="ru-RU" sz="1200" b="0" i="0" kern="1200" dirty="0">
                <a:solidFill>
                  <a:schemeClr val="tx1"/>
                </a:solidFill>
                <a:effectLst/>
                <a:latin typeface="+mn-lt"/>
                <a:ea typeface="+mn-ea"/>
                <a:cs typeface="+mn-cs"/>
              </a:rPr>
              <a:t> Security)</a:t>
            </a:r>
          </a:p>
          <a:p>
            <a:r>
              <a:rPr lang="ru-RU" sz="1200" b="1" i="0" kern="1200" dirty="0">
                <a:solidFill>
                  <a:schemeClr val="tx1"/>
                </a:solidFill>
                <a:effectLst/>
                <a:latin typeface="+mn-lt"/>
                <a:ea typeface="+mn-ea"/>
                <a:cs typeface="+mn-cs"/>
              </a:rPr>
              <a:t>Системы корреляции событий</a:t>
            </a:r>
            <a:r>
              <a:rPr lang="ru-RU" sz="1200" b="0" i="0" kern="1200" dirty="0">
                <a:solidFill>
                  <a:schemeClr val="tx1"/>
                </a:solidFill>
                <a:effectLst/>
                <a:latin typeface="+mn-lt"/>
                <a:ea typeface="+mn-ea"/>
                <a:cs typeface="+mn-cs"/>
              </a:rPr>
              <a:t> в реальном времени</a:t>
            </a:r>
          </a:p>
          <a:p>
            <a:r>
              <a:rPr lang="ru-RU" sz="1200" b="1" i="0" kern="1200" dirty="0">
                <a:solidFill>
                  <a:schemeClr val="tx1"/>
                </a:solidFill>
                <a:effectLst/>
                <a:latin typeface="+mn-lt"/>
                <a:ea typeface="+mn-ea"/>
                <a:cs typeface="+mn-cs"/>
              </a:rPr>
              <a:t>Хранилища логов</a:t>
            </a:r>
            <a:r>
              <a:rPr lang="ru-RU" sz="1200" b="0" i="0" kern="1200" dirty="0">
                <a:solidFill>
                  <a:schemeClr val="tx1"/>
                </a:solidFill>
                <a:effectLst/>
                <a:latin typeface="+mn-lt"/>
                <a:ea typeface="+mn-ea"/>
                <a:cs typeface="+mn-cs"/>
              </a:rPr>
              <a:t> долгосрочного хранения</a:t>
            </a:r>
          </a:p>
          <a:p>
            <a:r>
              <a:rPr lang="ru-RU" sz="1200" b="1" i="0" kern="1200" dirty="0">
                <a:solidFill>
                  <a:schemeClr val="tx1"/>
                </a:solidFill>
                <a:effectLst/>
                <a:latin typeface="+mn-lt"/>
                <a:ea typeface="+mn-ea"/>
                <a:cs typeface="+mn-cs"/>
              </a:rPr>
              <a:t>2. Системы обнаружения и защиты: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EDR/XDR-платформы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CrowdStrike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SentinelOne</a:t>
            </a:r>
            <a:r>
              <a:rPr lang="ru-RU" sz="1200" b="0" i="0" kern="1200" dirty="0">
                <a:solidFill>
                  <a:schemeClr val="tx1"/>
                </a:solidFill>
                <a:effectLst/>
                <a:latin typeface="+mn-lt"/>
                <a:ea typeface="+mn-ea"/>
                <a:cs typeface="+mn-cs"/>
              </a:rPr>
              <a:t>, Microsoft Defender </a:t>
            </a:r>
            <a:r>
              <a:rPr lang="ru-RU" sz="1200" b="0" i="0" kern="1200" dirty="0" err="1">
                <a:solidFill>
                  <a:schemeClr val="tx1"/>
                </a:solidFill>
                <a:effectLst/>
                <a:latin typeface="+mn-lt"/>
                <a:ea typeface="+mn-ea"/>
                <a:cs typeface="+mn-cs"/>
              </a:rPr>
              <a:t>for</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Endpoint</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Сетевые системы обнаружения</a:t>
            </a:r>
            <a:r>
              <a:rPr lang="ru-RU" sz="1200" b="0" i="0" kern="1200" dirty="0">
                <a:solidFill>
                  <a:schemeClr val="tx1"/>
                </a:solidFill>
                <a:effectLst/>
                <a:latin typeface="+mn-lt"/>
                <a:ea typeface="+mn-ea"/>
                <a:cs typeface="+mn-cs"/>
              </a:rPr>
              <a:t> (IDS/IPS)</a:t>
            </a:r>
          </a:p>
          <a:p>
            <a:r>
              <a:rPr lang="ru-RU" sz="1200" b="1" i="0" kern="1200" dirty="0" err="1">
                <a:solidFill>
                  <a:schemeClr val="tx1"/>
                </a:solidFill>
                <a:effectLst/>
                <a:latin typeface="+mn-lt"/>
                <a:ea typeface="+mn-ea"/>
                <a:cs typeface="+mn-cs"/>
              </a:rPr>
              <a:t>Мезосетевые</a:t>
            </a:r>
            <a:r>
              <a:rPr lang="ru-RU" sz="1200" b="1" i="0" kern="1200" dirty="0">
                <a:solidFill>
                  <a:schemeClr val="tx1"/>
                </a:solidFill>
                <a:effectLst/>
                <a:latin typeface="+mn-lt"/>
                <a:ea typeface="+mn-ea"/>
                <a:cs typeface="+mn-cs"/>
              </a:rPr>
              <a:t> системы обнаружения</a:t>
            </a:r>
            <a:r>
              <a:rPr lang="ru-RU" sz="1200" b="0" i="0" kern="1200" dirty="0">
                <a:solidFill>
                  <a:schemeClr val="tx1"/>
                </a:solidFill>
                <a:effectLst/>
                <a:latin typeface="+mn-lt"/>
                <a:ea typeface="+mn-ea"/>
                <a:cs typeface="+mn-cs"/>
              </a:rPr>
              <a:t> (NDR)</a:t>
            </a:r>
          </a:p>
          <a:p>
            <a:r>
              <a:rPr lang="ru-RU" sz="1200" b="1" i="0" kern="1200" dirty="0">
                <a:solidFill>
                  <a:schemeClr val="tx1"/>
                </a:solidFill>
                <a:effectLst/>
                <a:latin typeface="+mn-lt"/>
                <a:ea typeface="+mn-ea"/>
                <a:cs typeface="+mn-cs"/>
              </a:rPr>
              <a:t>Веб-брандмауэры</a:t>
            </a:r>
            <a:r>
              <a:rPr lang="ru-RU" sz="1200" b="0" i="0" kern="1200" dirty="0">
                <a:solidFill>
                  <a:schemeClr val="tx1"/>
                </a:solidFill>
                <a:effectLst/>
                <a:latin typeface="+mn-lt"/>
                <a:ea typeface="+mn-ea"/>
                <a:cs typeface="+mn-cs"/>
              </a:rPr>
              <a:t> (WAF)</a:t>
            </a:r>
          </a:p>
          <a:p>
            <a:r>
              <a:rPr lang="ru-RU" sz="1200" b="1" i="0" kern="1200" dirty="0">
                <a:solidFill>
                  <a:schemeClr val="tx1"/>
                </a:solidFill>
                <a:effectLst/>
                <a:latin typeface="+mn-lt"/>
                <a:ea typeface="+mn-ea"/>
                <a:cs typeface="+mn-cs"/>
              </a:rPr>
              <a:t>Антивирусные решения</a:t>
            </a:r>
            <a:r>
              <a:rPr lang="ru-RU" sz="1200" b="0" i="0" kern="1200" dirty="0">
                <a:solidFill>
                  <a:schemeClr val="tx1"/>
                </a:solidFill>
                <a:effectLst/>
                <a:latin typeface="+mn-lt"/>
                <a:ea typeface="+mn-ea"/>
                <a:cs typeface="+mn-cs"/>
              </a:rPr>
              <a:t> нового поколения (NGAV)</a:t>
            </a:r>
          </a:p>
          <a:p>
            <a:r>
              <a:rPr lang="ru-RU" sz="1200" b="1" i="0" kern="1200" dirty="0">
                <a:solidFill>
                  <a:schemeClr val="tx1"/>
                </a:solidFill>
                <a:effectLst/>
                <a:latin typeface="+mn-lt"/>
                <a:ea typeface="+mn-ea"/>
                <a:cs typeface="+mn-cs"/>
              </a:rPr>
              <a:t>3. Платформы автоматизации и реагирования: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SOAR-системы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Cortex</a:t>
            </a:r>
            <a:r>
              <a:rPr lang="ru-RU" sz="1200" b="0" i="0" kern="1200" dirty="0">
                <a:solidFill>
                  <a:schemeClr val="tx1"/>
                </a:solidFill>
                <a:effectLst/>
                <a:latin typeface="+mn-lt"/>
                <a:ea typeface="+mn-ea"/>
                <a:cs typeface="+mn-cs"/>
              </a:rPr>
              <a:t> XSOAR, </a:t>
            </a:r>
            <a:r>
              <a:rPr lang="ru-RU" sz="1200" b="0" i="0" kern="1200" dirty="0" err="1">
                <a:solidFill>
                  <a:schemeClr val="tx1"/>
                </a:solidFill>
                <a:effectLst/>
                <a:latin typeface="+mn-lt"/>
                <a:ea typeface="+mn-ea"/>
                <a:cs typeface="+mn-cs"/>
              </a:rPr>
              <a:t>Splunk</a:t>
            </a:r>
            <a:r>
              <a:rPr lang="ru-RU" sz="1200" b="0" i="0" kern="1200" dirty="0">
                <a:solidFill>
                  <a:schemeClr val="tx1"/>
                </a:solidFill>
                <a:effectLst/>
                <a:latin typeface="+mn-lt"/>
                <a:ea typeface="+mn-ea"/>
                <a:cs typeface="+mn-cs"/>
              </a:rPr>
              <a:t> Phantom, </a:t>
            </a:r>
            <a:r>
              <a:rPr lang="ru-RU" sz="1200" b="0" i="0" kern="1200" dirty="0" err="1">
                <a:solidFill>
                  <a:schemeClr val="tx1"/>
                </a:solidFill>
                <a:effectLst/>
                <a:latin typeface="+mn-lt"/>
                <a:ea typeface="+mn-ea"/>
                <a:cs typeface="+mn-cs"/>
              </a:rPr>
              <a:t>Swimlane</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Системы управления инцидентами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ServiceNow</a:t>
            </a:r>
            <a:r>
              <a:rPr lang="ru-RU" sz="1200" b="0" i="0" kern="1200" dirty="0">
                <a:solidFill>
                  <a:schemeClr val="tx1"/>
                </a:solidFill>
                <a:effectLst/>
                <a:latin typeface="+mn-lt"/>
                <a:ea typeface="+mn-ea"/>
                <a:cs typeface="+mn-cs"/>
              </a:rPr>
              <a:t> SIR, </a:t>
            </a:r>
            <a:r>
              <a:rPr lang="ru-RU" sz="1200" b="0" i="0" kern="1200" dirty="0" err="1">
                <a:solidFill>
                  <a:schemeClr val="tx1"/>
                </a:solidFill>
                <a:effectLst/>
                <a:latin typeface="+mn-lt"/>
                <a:ea typeface="+mn-ea"/>
                <a:cs typeface="+mn-cs"/>
              </a:rPr>
              <a:t>Jira</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Оркестраторы безопасности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Автоматизированные </a:t>
            </a:r>
            <a:r>
              <a:rPr lang="ru-RU" sz="1200" b="1" i="0" kern="1200" dirty="0" err="1">
                <a:solidFill>
                  <a:schemeClr val="tx1"/>
                </a:solidFill>
                <a:effectLst/>
                <a:latin typeface="+mn-lt"/>
                <a:ea typeface="+mn-ea"/>
                <a:cs typeface="+mn-cs"/>
              </a:rPr>
              <a:t>плейбуки</a:t>
            </a:r>
            <a:r>
              <a:rPr lang="ru-RU" sz="1200" b="1" i="0" kern="1200" dirty="0">
                <a:solidFill>
                  <a:schemeClr val="tx1"/>
                </a:solidFill>
                <a:effectLst/>
                <a:latin typeface="+mn-lt"/>
                <a:ea typeface="+mn-ea"/>
                <a:cs typeface="+mn-cs"/>
              </a:rPr>
              <a:t> реагирования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4. Инструменты анализа угроз:</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Платформы киберразведки</a:t>
            </a:r>
            <a:r>
              <a:rPr lang="ru-RU" sz="1200" b="0" i="0" kern="1200" dirty="0">
                <a:solidFill>
                  <a:schemeClr val="tx1"/>
                </a:solidFill>
                <a:effectLst/>
                <a:latin typeface="+mn-lt"/>
                <a:ea typeface="+mn-ea"/>
                <a:cs typeface="+mn-cs"/>
              </a:rPr>
              <a:t> (MISP, </a:t>
            </a:r>
            <a:r>
              <a:rPr lang="ru-RU" sz="1200" b="0" i="0" kern="1200" dirty="0" err="1">
                <a:solidFill>
                  <a:schemeClr val="tx1"/>
                </a:solidFill>
                <a:effectLst/>
                <a:latin typeface="+mn-lt"/>
                <a:ea typeface="+mn-ea"/>
                <a:cs typeface="+mn-cs"/>
              </a:rPr>
              <a:t>ThreatConnect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Anomali</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Аналитические песочницы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Cuckoo</a:t>
            </a:r>
            <a:r>
              <a:rPr lang="ru-RU" sz="1200" b="0" i="0" kern="1200" dirty="0">
                <a:solidFill>
                  <a:schemeClr val="tx1"/>
                </a:solidFill>
                <a:effectLst/>
                <a:latin typeface="+mn-lt"/>
                <a:ea typeface="+mn-ea"/>
                <a:cs typeface="+mn-cs"/>
              </a:rPr>
              <a:t>, ANY.RUN, </a:t>
            </a:r>
            <a:r>
              <a:rPr lang="ru-RU" sz="1200" b="0" i="0" kern="1200" dirty="0" err="1">
                <a:solidFill>
                  <a:schemeClr val="tx1"/>
                </a:solidFill>
                <a:effectLst/>
                <a:latin typeface="+mn-lt"/>
                <a:ea typeface="+mn-ea"/>
                <a:cs typeface="+mn-cs"/>
              </a:rPr>
              <a:t>Joe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Sandbox</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Системы поведенческого анализа</a:t>
            </a:r>
            <a:r>
              <a:rPr lang="ru-RU" sz="1200" b="0" i="0" kern="1200" dirty="0">
                <a:solidFill>
                  <a:schemeClr val="tx1"/>
                </a:solidFill>
                <a:effectLst/>
                <a:latin typeface="+mn-lt"/>
                <a:ea typeface="+mn-ea"/>
                <a:cs typeface="+mn-cs"/>
              </a:rPr>
              <a:t> (UEBA)</a:t>
            </a:r>
          </a:p>
          <a:p>
            <a:r>
              <a:rPr lang="ru-RU" sz="1200" b="1" i="0" kern="1200" dirty="0">
                <a:solidFill>
                  <a:schemeClr val="tx1"/>
                </a:solidFill>
                <a:effectLst/>
                <a:latin typeface="+mn-lt"/>
                <a:ea typeface="+mn-ea"/>
                <a:cs typeface="+mn-cs"/>
              </a:rPr>
              <a:t>Инструменты </a:t>
            </a:r>
            <a:r>
              <a:rPr lang="ru-RU" sz="1200" b="1" i="0" kern="1200" dirty="0" err="1">
                <a:solidFill>
                  <a:schemeClr val="tx1"/>
                </a:solidFill>
                <a:effectLst/>
                <a:latin typeface="+mn-lt"/>
                <a:ea typeface="+mn-ea"/>
                <a:cs typeface="+mn-cs"/>
              </a:rPr>
              <a:t>threat</a:t>
            </a:r>
            <a:r>
              <a:rPr lang="ru-RU" sz="1200" b="1" i="0" kern="1200" dirty="0">
                <a:solidFill>
                  <a:schemeClr val="tx1"/>
                </a:solidFill>
                <a:effectLst/>
                <a:latin typeface="+mn-lt"/>
                <a:ea typeface="+mn-ea"/>
                <a:cs typeface="+mn-cs"/>
              </a:rPr>
              <a:t> </a:t>
            </a:r>
            <a:r>
              <a:rPr lang="ru-RU" sz="1200" b="1" i="0" kern="1200" dirty="0" err="1">
                <a:solidFill>
                  <a:schemeClr val="tx1"/>
                </a:solidFill>
                <a:effectLst/>
                <a:latin typeface="+mn-lt"/>
                <a:ea typeface="+mn-ea"/>
                <a:cs typeface="+mn-cs"/>
              </a:rPr>
              <a:t>hunting</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5. Системы сбора данных:</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Агенты сбора логов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Winlogbeat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Sysmon</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Сетевые сенсоры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Zeek</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Suricata</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Коннекторы облачных сред</a:t>
            </a:r>
            <a:r>
              <a:rPr lang="ru-RU" sz="1200" b="0" i="0" kern="1200" dirty="0">
                <a:solidFill>
                  <a:schemeClr val="tx1"/>
                </a:solidFill>
                <a:effectLst/>
                <a:latin typeface="+mn-lt"/>
                <a:ea typeface="+mn-ea"/>
                <a:cs typeface="+mn-cs"/>
              </a:rPr>
              <a:t> (AWS, Azure, GCP)</a:t>
            </a:r>
          </a:p>
          <a:p>
            <a:r>
              <a:rPr lang="ru-RU" sz="1200" b="1" i="0" kern="1200" dirty="0">
                <a:solidFill>
                  <a:schemeClr val="tx1"/>
                </a:solidFill>
                <a:effectLst/>
                <a:latin typeface="+mn-lt"/>
                <a:ea typeface="+mn-ea"/>
                <a:cs typeface="+mn-cs"/>
              </a:rPr>
              <a:t>API-интеграции</a:t>
            </a:r>
            <a:r>
              <a:rPr lang="ru-RU" sz="1200" b="0" i="0" kern="1200" dirty="0">
                <a:solidFill>
                  <a:schemeClr val="tx1"/>
                </a:solidFill>
                <a:effectLst/>
                <a:latin typeface="+mn-lt"/>
                <a:ea typeface="+mn-ea"/>
                <a:cs typeface="+mn-cs"/>
              </a:rPr>
              <a:t> с бизнес-приложениями</a:t>
            </a:r>
          </a:p>
          <a:p>
            <a:r>
              <a:rPr lang="ru-RU" sz="1200" b="1" i="0" kern="1200" dirty="0">
                <a:solidFill>
                  <a:schemeClr val="tx1"/>
                </a:solidFill>
                <a:effectLst/>
                <a:latin typeface="+mn-lt"/>
                <a:ea typeface="+mn-ea"/>
                <a:cs typeface="+mn-cs"/>
              </a:rPr>
              <a:t>6. Инструменты </a:t>
            </a:r>
            <a:r>
              <a:rPr lang="ru-RU" sz="1200" b="1" i="0" kern="1200" dirty="0" err="1">
                <a:solidFill>
                  <a:schemeClr val="tx1"/>
                </a:solidFill>
                <a:effectLst/>
                <a:latin typeface="+mn-lt"/>
                <a:ea typeface="+mn-ea"/>
                <a:cs typeface="+mn-cs"/>
              </a:rPr>
              <a:t>форензик</a:t>
            </a:r>
            <a:r>
              <a:rPr lang="ru-RU" sz="1200" b="1" i="0" kern="1200" dirty="0">
                <a:solidFill>
                  <a:schemeClr val="tx1"/>
                </a:solidFill>
                <a:effectLst/>
                <a:latin typeface="+mn-lt"/>
                <a:ea typeface="+mn-ea"/>
                <a:cs typeface="+mn-cs"/>
              </a:rPr>
              <a:t>-анализа:</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анализа памяти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Volatility</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Rekall</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Инструменты дискового анализа</a:t>
            </a:r>
            <a:r>
              <a:rPr lang="ru-RU" sz="1200" b="0" i="0" kern="1200" dirty="0">
                <a:solidFill>
                  <a:schemeClr val="tx1"/>
                </a:solidFill>
                <a:effectLst/>
                <a:latin typeface="+mn-lt"/>
                <a:ea typeface="+mn-ea"/>
                <a:cs typeface="+mn-cs"/>
              </a:rPr>
              <a:t> (FTK, </a:t>
            </a:r>
            <a:r>
              <a:rPr lang="ru-RU" sz="1200" b="0" i="0" kern="1200" dirty="0" err="1">
                <a:solidFill>
                  <a:schemeClr val="tx1"/>
                </a:solidFill>
                <a:effectLst/>
                <a:latin typeface="+mn-lt"/>
                <a:ea typeface="+mn-ea"/>
                <a:cs typeface="+mn-cs"/>
              </a:rPr>
              <a:t>EnCase</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Средства сетевой </a:t>
            </a:r>
            <a:r>
              <a:rPr lang="ru-RU" sz="1200" b="1" i="0" kern="1200" dirty="0" err="1">
                <a:solidFill>
                  <a:schemeClr val="tx1"/>
                </a:solidFill>
                <a:effectLst/>
                <a:latin typeface="+mn-lt"/>
                <a:ea typeface="+mn-ea"/>
                <a:cs typeface="+mn-cs"/>
              </a:rPr>
              <a:t>форензики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Инструменты мобильной </a:t>
            </a:r>
            <a:r>
              <a:rPr lang="ru-RU" sz="1200" b="1" i="0" kern="1200" dirty="0" err="1">
                <a:solidFill>
                  <a:schemeClr val="tx1"/>
                </a:solidFill>
                <a:effectLst/>
                <a:latin typeface="+mn-lt"/>
                <a:ea typeface="+mn-ea"/>
                <a:cs typeface="+mn-cs"/>
              </a:rPr>
              <a:t>форензики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7. Платформы визуализации: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Операционные дашборды</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Grafana</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Kibana</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Системы визуализации сети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Инструменты построения графов атак</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Средства геолокации угроз</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8. Системы управления уязвимостями: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Сканеры уязвимостей</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Nessus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Qualys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OpenVAS</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Платформы управления уязвимостями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оценки патчей</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Инструменты конфигурационного анализа</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9. Инфраструктурные компоненты: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Вычислительные ресурсы</a:t>
            </a:r>
            <a:r>
              <a:rPr lang="ru-RU" sz="1200" b="0" i="0" kern="1200" dirty="0">
                <a:solidFill>
                  <a:schemeClr val="tx1"/>
                </a:solidFill>
                <a:effectLst/>
                <a:latin typeface="+mn-lt"/>
                <a:ea typeface="+mn-ea"/>
                <a:cs typeface="+mn-cs"/>
              </a:rPr>
              <a:t> (серверы, кластеры)</a:t>
            </a:r>
          </a:p>
          <a:p>
            <a:r>
              <a:rPr lang="ru-RU" sz="1200" b="1" i="0" kern="1200" dirty="0">
                <a:solidFill>
                  <a:schemeClr val="tx1"/>
                </a:solidFill>
                <a:effectLst/>
                <a:latin typeface="+mn-lt"/>
                <a:ea typeface="+mn-ea"/>
                <a:cs typeface="+mn-cs"/>
              </a:rPr>
              <a:t>Системы хранения данных</a:t>
            </a:r>
            <a:r>
              <a:rPr lang="ru-RU" sz="1200" b="0" i="0" kern="1200" dirty="0">
                <a:solidFill>
                  <a:schemeClr val="tx1"/>
                </a:solidFill>
                <a:effectLst/>
                <a:latin typeface="+mn-lt"/>
                <a:ea typeface="+mn-ea"/>
                <a:cs typeface="+mn-cs"/>
              </a:rPr>
              <a:t> (SAN, NAS)</a:t>
            </a:r>
          </a:p>
          <a:p>
            <a:r>
              <a:rPr lang="ru-RU" sz="1200" b="1" i="0" kern="1200" dirty="0">
                <a:solidFill>
                  <a:schemeClr val="tx1"/>
                </a:solidFill>
                <a:effectLst/>
                <a:latin typeface="+mn-lt"/>
                <a:ea typeface="+mn-ea"/>
                <a:cs typeface="+mn-cs"/>
              </a:rPr>
              <a:t>Сетевые компоненты</a:t>
            </a:r>
            <a:r>
              <a:rPr lang="ru-RU" sz="1200" b="0" i="0" kern="1200" dirty="0">
                <a:solidFill>
                  <a:schemeClr val="tx1"/>
                </a:solidFill>
                <a:effectLst/>
                <a:latin typeface="+mn-lt"/>
                <a:ea typeface="+mn-ea"/>
                <a:cs typeface="+mn-cs"/>
              </a:rPr>
              <a:t> (коммутаторы, маршрутизаторы)</a:t>
            </a:r>
          </a:p>
          <a:p>
            <a:r>
              <a:rPr lang="ru-RU" sz="1200" b="1" i="0" kern="1200" dirty="0">
                <a:solidFill>
                  <a:schemeClr val="tx1"/>
                </a:solidFill>
                <a:effectLst/>
                <a:latin typeface="+mn-lt"/>
                <a:ea typeface="+mn-ea"/>
                <a:cs typeface="+mn-cs"/>
              </a:rPr>
              <a:t>Резервные копии и системы восстановления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10. Средства коммуникации: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оповещения</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PagerDuty</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OpsGenie</a:t>
            </a:r>
            <a:r>
              <a:rPr lang="ru-RU" sz="1200" b="0" i="0" kern="1200" dirty="0">
                <a:solidFill>
                  <a:schemeClr val="tx1"/>
                </a:solidFill>
                <a:effectLst/>
                <a:latin typeface="+mn-lt"/>
                <a:ea typeface="+mn-ea"/>
                <a:cs typeface="+mn-cs"/>
              </a:rPr>
              <a:t>)</a:t>
            </a:r>
          </a:p>
          <a:p>
            <a:r>
              <a:rPr lang="ru-RU" sz="1200" b="1" i="0" kern="1200" dirty="0">
                <a:solidFill>
                  <a:schemeClr val="tx1"/>
                </a:solidFill>
                <a:effectLst/>
                <a:latin typeface="+mn-lt"/>
                <a:ea typeface="+mn-ea"/>
                <a:cs typeface="+mn-cs"/>
              </a:rPr>
              <a:t>Защищенные каналы связи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видеоконференцсвязи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Инструменты совместной работы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11. Интеграционные компоненты: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API-шлюзы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ESB-шины</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Коннекторы стандартных протоколов</a:t>
            </a:r>
            <a:r>
              <a:rPr lang="ru-RU" sz="1200" b="0" i="0" kern="1200" dirty="0">
                <a:solidFill>
                  <a:schemeClr val="tx1"/>
                </a:solidFill>
                <a:effectLst/>
                <a:latin typeface="+mn-lt"/>
                <a:ea typeface="+mn-ea"/>
                <a:cs typeface="+mn-cs"/>
              </a:rPr>
              <a:t> (STIX/TAXII)</a:t>
            </a:r>
          </a:p>
          <a:p>
            <a:r>
              <a:rPr lang="ru-RU" sz="1200" b="1" i="0" kern="1200" dirty="0">
                <a:solidFill>
                  <a:schemeClr val="tx1"/>
                </a:solidFill>
                <a:effectLst/>
                <a:latin typeface="+mn-lt"/>
                <a:ea typeface="+mn-ea"/>
                <a:cs typeface="+mn-cs"/>
              </a:rPr>
              <a:t>Адаптеры для </a:t>
            </a:r>
            <a:r>
              <a:rPr lang="ru-RU" sz="1200" b="1" i="0" kern="1200" dirty="0" err="1">
                <a:solidFill>
                  <a:schemeClr val="tx1"/>
                </a:solidFill>
                <a:effectLst/>
                <a:latin typeface="+mn-lt"/>
                <a:ea typeface="+mn-ea"/>
                <a:cs typeface="+mn-cs"/>
              </a:rPr>
              <a:t>legacy</a:t>
            </a:r>
            <a:r>
              <a:rPr lang="ru-RU" sz="1200" b="1" i="0" kern="1200" dirty="0">
                <a:solidFill>
                  <a:schemeClr val="tx1"/>
                </a:solidFill>
                <a:effectLst/>
                <a:latin typeface="+mn-lt"/>
                <a:ea typeface="+mn-ea"/>
                <a:cs typeface="+mn-cs"/>
              </a:rPr>
              <a:t>-систем</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12. Системы управления доступом:</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PAM-решения</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аутентификации</a:t>
            </a:r>
            <a:r>
              <a:rPr lang="ru-RU" sz="1200" b="0" i="0" kern="1200" dirty="0">
                <a:solidFill>
                  <a:schemeClr val="tx1"/>
                </a:solidFill>
                <a:effectLst/>
                <a:latin typeface="+mn-lt"/>
                <a:ea typeface="+mn-ea"/>
                <a:cs typeface="+mn-cs"/>
              </a:rPr>
              <a:t> (MFA, SSO)</a:t>
            </a:r>
          </a:p>
          <a:p>
            <a:r>
              <a:rPr lang="ru-RU" sz="1200" b="1" i="0" kern="1200" dirty="0">
                <a:solidFill>
                  <a:schemeClr val="tx1"/>
                </a:solidFill>
                <a:effectLst/>
                <a:latin typeface="+mn-lt"/>
                <a:ea typeface="+mn-ea"/>
                <a:cs typeface="+mn-cs"/>
              </a:rPr>
              <a:t>Средства аудита доступа</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Системы управления привилегиями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Каждый технологический компонент выполняет специфическую функцию в общей архитектуре SOC, обеспечивая комплексную защиту информационной инфраструктуры организации.</a:t>
            </a:r>
          </a:p>
        </p:txBody>
      </p:sp>
      <p:sp>
        <p:nvSpPr>
          <p:cNvPr id="4" name="Номер слайда 3">
            <a:extLst>
              <a:ext uri="{FF2B5EF4-FFF2-40B4-BE49-F238E27FC236}">
                <a16:creationId xmlns:a16="http://schemas.microsoft.com/office/drawing/2014/main" id="{1762FEE4-38C5-BC27-44CF-7880BE828474}"/>
              </a:ext>
            </a:extLst>
          </p:cNvPr>
          <p:cNvSpPr>
            <a:spLocks noGrp="1"/>
          </p:cNvSpPr>
          <p:nvPr>
            <p:ph type="sldNum" sz="quarter" idx="5"/>
          </p:nvPr>
        </p:nvSpPr>
        <p:spPr/>
        <p:txBody>
          <a:bodyPr/>
          <a:lstStyle/>
          <a:p>
            <a:fld id="{B031B7BB-A9A1-40FA-ABB3-45C29D47E728}" type="slidenum">
              <a:rPr lang="ru-RU" smtClean="0"/>
              <a:t>16</a:t>
            </a:fld>
            <a:endParaRPr lang="ru-RU"/>
          </a:p>
        </p:txBody>
      </p:sp>
    </p:spTree>
    <p:extLst>
      <p:ext uri="{BB962C8B-B14F-4D97-AF65-F5344CB8AC3E}">
        <p14:creationId xmlns:p14="http://schemas.microsoft.com/office/powerpoint/2010/main" val="1343709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A5D4-9CA0-24E6-D8AC-4C1E641AB88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7D6C716-64CF-AAF4-60D9-0F38D12A298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E0B3C92-5BFD-3724-699B-B826FFF77277}"/>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В современном мире технологии информационной отрасли развиваются с огромной скоростью, с каждым днем увеличивается количество обрабатываемых данных. Большинство предприятий и организаций изо дня в день занимаются обработкой данных разного рода, которые несут огромную значимость не только для самого предприятия, но и для сотрудников, клиентов. Поэтому информационная безопасность является одной из наиболее актуальных проблем в сфере IT-технологий.</a:t>
            </a:r>
          </a:p>
          <a:p>
            <a:r>
              <a:rPr lang="ru-RU" sz="1200" b="0" i="0" kern="1200" dirty="0">
                <a:solidFill>
                  <a:schemeClr val="tx1"/>
                </a:solidFill>
                <a:effectLst/>
                <a:latin typeface="+mn-lt"/>
                <a:ea typeface="+mn-ea"/>
                <a:cs typeface="+mn-cs"/>
              </a:rPr>
              <a:t>Центр информационных технологий Татарстана в статье рассказывает об основных компонентах центра мониторинга информационной безопасности для оперативного мониторинга IT-среды и реагирования на инциденты кибербезопасности.</a:t>
            </a:r>
          </a:p>
          <a:p>
            <a:r>
              <a:rPr lang="ru-RU" sz="1200" b="0" i="0" kern="1200" dirty="0">
                <a:solidFill>
                  <a:schemeClr val="tx1"/>
                </a:solidFill>
                <a:effectLst/>
                <a:latin typeface="+mn-lt"/>
                <a:ea typeface="+mn-ea"/>
                <a:cs typeface="+mn-cs"/>
              </a:rPr>
              <a:t>Рассмотрим некоторые нормативные акты и стандарты Российской Федерации в области информационной безопасности, в которых есть пункты, говорящие о необходимости и важности выполнения мониторинга событий и инцидентов информационной безопасности:</a:t>
            </a:r>
          </a:p>
          <a:p>
            <a:r>
              <a:rPr lang="ru-RU" sz="1200" b="0" i="0" kern="1200" dirty="0">
                <a:solidFill>
                  <a:schemeClr val="tx1"/>
                </a:solidFill>
                <a:effectLst/>
                <a:latin typeface="+mn-lt"/>
                <a:ea typeface="+mn-ea"/>
                <a:cs typeface="+mn-cs"/>
              </a:rPr>
              <a:t>Приказ ФСТЭК России от 18.02.2013 N 21 (ред. от 14.05.2020) «Об утверждении Состава и содержания организационных и технических мер по обеспечению безопасности персональных данных при их обработке в информационных системах персональных данных». Пункт 8.14. гласит, что «меры по выявлению инцидентов и реагированию на них должны обеспечивать обнаружение, идентификацию, анализ инцидентов в системе, а также принятие мер по устранению и предупреждению инцидентов».</a:t>
            </a:r>
          </a:p>
          <a:p>
            <a:r>
              <a:rPr lang="ru-RU" sz="1200" b="0" i="0" kern="1200" dirty="0">
                <a:solidFill>
                  <a:schemeClr val="tx1"/>
                </a:solidFill>
                <a:effectLst/>
                <a:latin typeface="+mn-lt"/>
                <a:ea typeface="+mn-ea"/>
                <a:cs typeface="+mn-cs"/>
              </a:rPr>
              <a:t>ФЗ № 187 «О безопасности критической информационной инфраструктуры Российской Федерации» – «ст. 9, п. 2. 1» гласит, что: «Субъекты критической информационной инфраструктуры обязаны незамедлительно информировать о компьютерных инцидентах федеральный орган исполнительной власти, уполномоченный в области обеспечения функционирования государственной системы обнаружения, предупреждения и ликвидации последствий компьютерных атак на информационные ресурсы Российской Федерации, в установленном указанным федеральным органом исполнительной власти порядке».</a:t>
            </a:r>
          </a:p>
          <a:p>
            <a:r>
              <a:rPr lang="ru-RU" sz="1200" b="0" i="0" kern="1200" dirty="0">
                <a:solidFill>
                  <a:schemeClr val="tx1"/>
                </a:solidFill>
                <a:effectLst/>
                <a:latin typeface="+mn-lt"/>
                <a:ea typeface="+mn-ea"/>
                <a:cs typeface="+mn-cs"/>
              </a:rPr>
              <a:t>Для подключения к инфраструктуре национального координационного центра по компьютерным инцидентам (НКЦКИ) субъект критической информационной инфраструктуры (КИИ) может использовать собственную сеть или воспользоваться услугами центра мониторинга (центр </a:t>
            </a:r>
            <a:r>
              <a:rPr lang="ru-RU" sz="1200" b="0" i="0" kern="1200" dirty="0" err="1">
                <a:solidFill>
                  <a:schemeClr val="tx1"/>
                </a:solidFill>
                <a:effectLst/>
                <a:latin typeface="+mn-lt"/>
                <a:ea typeface="+mn-ea"/>
                <a:cs typeface="+mn-cs"/>
              </a:rPr>
              <a:t>ГосСОПКА</a:t>
            </a:r>
            <a:r>
              <a:rPr lang="ru-RU" sz="1200" b="0" i="0" kern="1200" dirty="0">
                <a:solidFill>
                  <a:schemeClr val="tx1"/>
                </a:solidFill>
                <a:effectLst/>
                <a:latin typeface="+mn-lt"/>
                <a:ea typeface="+mn-ea"/>
                <a:cs typeface="+mn-cs"/>
              </a:rPr>
              <a:t>), заключившего соглашение с НКЦКИ. Во втором случае вся информация о выявленных НКЦКИ уязвимостях стекается в службу специально выделенных аналитиков угроз, которая является частью центра мониторинга информационной безопасности.</a:t>
            </a:r>
          </a:p>
          <a:p>
            <a:r>
              <a:rPr lang="ru-RU" sz="1200" b="1" i="0" kern="1200" dirty="0">
                <a:solidFill>
                  <a:schemeClr val="tx1"/>
                </a:solidFill>
                <a:effectLst/>
                <a:latin typeface="+mn-lt"/>
                <a:ea typeface="+mn-ea"/>
                <a:cs typeface="+mn-cs"/>
              </a:rPr>
              <a:t>Далее рассмотрим основные компоненты, из которых состоит типичный центр мониторинга информационной безопасности.</a:t>
            </a:r>
            <a:endParaRPr lang="ru-RU" sz="1200" b="0" i="0" kern="1200" dirty="0">
              <a:solidFill>
                <a:schemeClr val="tx1"/>
              </a:solidFill>
              <a:effectLst/>
              <a:latin typeface="+mn-lt"/>
              <a:ea typeface="+mn-ea"/>
              <a:cs typeface="+mn-cs"/>
            </a:endParaRPr>
          </a:p>
          <a:p>
            <a:r>
              <a:rPr lang="ru-RU" sz="1200" b="0" i="1" kern="1200" dirty="0">
                <a:solidFill>
                  <a:schemeClr val="tx1"/>
                </a:solidFill>
                <a:effectLst/>
                <a:latin typeface="+mn-lt"/>
                <a:ea typeface="+mn-ea"/>
                <a:cs typeface="+mn-cs"/>
              </a:rPr>
              <a:t>Центр мониторинга информационной безопасности</a:t>
            </a:r>
            <a:r>
              <a:rPr lang="ru-RU" sz="1200" b="0" i="0" kern="1200" dirty="0">
                <a:solidFill>
                  <a:schemeClr val="tx1"/>
                </a:solidFill>
                <a:effectLst/>
                <a:latin typeface="+mn-lt"/>
                <a:ea typeface="+mn-ea"/>
                <a:cs typeface="+mn-cs"/>
              </a:rPr>
              <a:t> (SOC) – структурное подразделение организации, отвечающее за оперативный мониторинг IT-среды и реагирования на киберинциденты.</a:t>
            </a:r>
          </a:p>
          <a:p>
            <a:r>
              <a:rPr lang="ru-RU" sz="1200" b="0" i="0" kern="1200" dirty="0">
                <a:solidFill>
                  <a:schemeClr val="tx1"/>
                </a:solidFill>
                <a:effectLst/>
                <a:latin typeface="+mn-lt"/>
                <a:ea typeface="+mn-ea"/>
                <a:cs typeface="+mn-cs"/>
              </a:rPr>
              <a:t>С технической точки зрения, SOC проверяет все события безопасности, которые система получает из ряда источников, и при обнаружении подозрительной активности принимает меры для предотвращения атаки.</a:t>
            </a:r>
          </a:p>
          <a:p>
            <a:r>
              <a:rPr lang="ru-RU" sz="1200" b="0" i="0" kern="1200" dirty="0">
                <a:solidFill>
                  <a:schemeClr val="tx1"/>
                </a:solidFill>
                <a:effectLst/>
                <a:latin typeface="+mn-lt"/>
                <a:ea typeface="+mn-ea"/>
                <a:cs typeface="+mn-cs"/>
              </a:rPr>
              <a:t>Такими источниками являются:</a:t>
            </a:r>
          </a:p>
          <a:p>
            <a:r>
              <a:rPr lang="ru-RU" sz="1200" b="0" i="0" kern="1200" dirty="0">
                <a:solidFill>
                  <a:schemeClr val="tx1"/>
                </a:solidFill>
                <a:effectLst/>
                <a:latin typeface="+mn-lt"/>
                <a:ea typeface="+mn-ea"/>
                <a:cs typeface="+mn-cs"/>
              </a:rPr>
              <a:t>Журналы ОС (Операционная система);</a:t>
            </a:r>
          </a:p>
          <a:p>
            <a:r>
              <a:rPr lang="ru-RU" sz="1200" b="0" i="0" kern="1200" dirty="0">
                <a:solidFill>
                  <a:schemeClr val="tx1"/>
                </a:solidFill>
                <a:effectLst/>
                <a:latin typeface="+mn-lt"/>
                <a:ea typeface="+mn-ea"/>
                <a:cs typeface="+mn-cs"/>
              </a:rPr>
              <a:t>Антивирусное ПО (Программное обеспечение);</a:t>
            </a:r>
          </a:p>
          <a:p>
            <a:r>
              <a:rPr lang="ru-RU" sz="1200" b="0" i="0" kern="1200" dirty="0">
                <a:solidFill>
                  <a:schemeClr val="tx1"/>
                </a:solidFill>
                <a:effectLst/>
                <a:latin typeface="+mn-lt"/>
                <a:ea typeface="+mn-ea"/>
                <a:cs typeface="+mn-cs"/>
              </a:rPr>
              <a:t>ПО, анализирующее защищенность инфраструктуры;</a:t>
            </a:r>
          </a:p>
          <a:p>
            <a:r>
              <a:rPr lang="ru-RU" sz="1200" b="0" i="0" kern="1200" dirty="0">
                <a:solidFill>
                  <a:schemeClr val="tx1"/>
                </a:solidFill>
                <a:effectLst/>
                <a:latin typeface="+mn-lt"/>
                <a:ea typeface="+mn-ea"/>
                <a:cs typeface="+mn-cs"/>
              </a:rPr>
              <a:t>Сетевое оборудование.</a:t>
            </a:r>
          </a:p>
          <a:p>
            <a:r>
              <a:rPr lang="ru-RU" sz="1200" b="0" i="0" kern="1200" dirty="0">
                <a:solidFill>
                  <a:schemeClr val="tx1"/>
                </a:solidFill>
                <a:effectLst/>
                <a:latin typeface="+mn-lt"/>
                <a:ea typeface="+mn-ea"/>
                <a:cs typeface="+mn-cs"/>
              </a:rPr>
              <a:t>Создание SOC продиктовано необходимостью защитить ключевые информационные активы, минимизировать возможные потери за счет раннего выявления и оперативного реагирования на инциденты ИБ, не только внешние, но и внутренние.</a:t>
            </a:r>
          </a:p>
          <a:p>
            <a:endParaRPr lang="ru-RU" dirty="0"/>
          </a:p>
        </p:txBody>
      </p:sp>
      <p:sp>
        <p:nvSpPr>
          <p:cNvPr id="4" name="Номер слайда 3">
            <a:extLst>
              <a:ext uri="{FF2B5EF4-FFF2-40B4-BE49-F238E27FC236}">
                <a16:creationId xmlns:a16="http://schemas.microsoft.com/office/drawing/2014/main" id="{780E8BF8-3ECE-6B29-6FDB-D22797F00590}"/>
              </a:ext>
            </a:extLst>
          </p:cNvPr>
          <p:cNvSpPr>
            <a:spLocks noGrp="1"/>
          </p:cNvSpPr>
          <p:nvPr>
            <p:ph type="sldNum" sz="quarter" idx="5"/>
          </p:nvPr>
        </p:nvSpPr>
        <p:spPr/>
        <p:txBody>
          <a:bodyPr/>
          <a:lstStyle/>
          <a:p>
            <a:fld id="{B031B7BB-A9A1-40FA-ABB3-45C29D47E728}" type="slidenum">
              <a:rPr lang="ru-RU" smtClean="0"/>
              <a:t>17</a:t>
            </a:fld>
            <a:endParaRPr lang="ru-RU"/>
          </a:p>
        </p:txBody>
      </p:sp>
    </p:spTree>
    <p:extLst>
      <p:ext uri="{BB962C8B-B14F-4D97-AF65-F5344CB8AC3E}">
        <p14:creationId xmlns:p14="http://schemas.microsoft.com/office/powerpoint/2010/main" val="335860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0DB2A-E37E-B50F-B6F8-A69D070ECD0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5350575-27EF-E413-8F65-E6AD00857878}"/>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91B4BAC-91AE-71B9-ABC3-AA6288588384}"/>
              </a:ext>
            </a:extLst>
          </p:cNvPr>
          <p:cNvSpPr>
            <a:spLocks noGrp="1"/>
          </p:cNvSpPr>
          <p:nvPr>
            <p:ph type="body" idx="1"/>
          </p:nvPr>
        </p:nvSpPr>
        <p:spPr/>
        <p:txBody>
          <a:bodyPr/>
          <a:lstStyle/>
          <a:p>
            <a:r>
              <a:rPr lang="ru-RU" sz="1200" b="0" i="0" kern="1200" dirty="0">
                <a:solidFill>
                  <a:schemeClr val="tx1"/>
                </a:solidFill>
                <a:effectLst/>
                <a:latin typeface="+mn-lt"/>
                <a:ea typeface="+mn-ea"/>
                <a:cs typeface="+mn-cs"/>
              </a:rPr>
              <a:t>Основным компонентом любого центра мониторинга является SIEM – класс программных продуктов, предназначенных для сбора и анализа информации о событиях безопасности.</a:t>
            </a:r>
          </a:p>
          <a:p>
            <a:r>
              <a:rPr lang="ru-RU" sz="1200" b="0" i="0" kern="1200" dirty="0">
                <a:solidFill>
                  <a:schemeClr val="tx1"/>
                </a:solidFill>
                <a:effectLst/>
                <a:latin typeface="+mn-lt"/>
                <a:ea typeface="+mn-ea"/>
                <a:cs typeface="+mn-cs"/>
              </a:rPr>
              <a:t>Технология SIEM собирает и упорядочивает данные из различных источников. Источниками выступают: журналы сообщений, логи операционной системы, конечных устройств, файерволов/IDS (</a:t>
            </a:r>
            <a:r>
              <a:rPr lang="ru-RU" sz="1200" b="0" i="0" kern="1200" dirty="0" err="1">
                <a:solidFill>
                  <a:schemeClr val="tx1"/>
                </a:solidFill>
                <a:effectLst/>
                <a:latin typeface="+mn-lt"/>
                <a:ea typeface="+mn-ea"/>
                <a:cs typeface="+mn-cs"/>
              </a:rPr>
              <a:t>Intrusion</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Detection</a:t>
            </a:r>
            <a:r>
              <a:rPr lang="ru-RU" sz="1200" b="0" i="0" kern="1200" dirty="0">
                <a:solidFill>
                  <a:schemeClr val="tx1"/>
                </a:solidFill>
                <a:effectLst/>
                <a:latin typeface="+mn-lt"/>
                <a:ea typeface="+mn-ea"/>
                <a:cs typeface="+mn-cs"/>
              </a:rPr>
              <a:t> System) или сети. SIEM анализирует весь поступающий объем данных и удаляет нерелевантную информацию. Осуществляемая операция называется </a:t>
            </a:r>
            <a:r>
              <a:rPr lang="ru-RU" sz="1200" b="0" i="1" kern="1200" dirty="0">
                <a:solidFill>
                  <a:schemeClr val="tx1"/>
                </a:solidFill>
                <a:effectLst/>
                <a:latin typeface="+mn-lt"/>
                <a:ea typeface="+mn-ea"/>
                <a:cs typeface="+mn-cs"/>
              </a:rPr>
              <a:t>нормализацией</a:t>
            </a:r>
            <a:r>
              <a:rPr lang="ru-RU" sz="1200" b="0" i="0" kern="1200" dirty="0">
                <a:solidFill>
                  <a:schemeClr val="tx1"/>
                </a:solidFill>
                <a:effectLst/>
                <a:latin typeface="+mn-lt"/>
                <a:ea typeface="+mn-ea"/>
                <a:cs typeface="+mn-cs"/>
              </a:rPr>
              <a:t>. После первоначальной обработки SIEM использует правила умной корреляции для подсвечивания связей между событиями, которые затем анализируются командой IT-поддержки.</a:t>
            </a:r>
          </a:p>
          <a:p>
            <a:r>
              <a:rPr lang="ru-RU" sz="1200" b="0" i="0" kern="1200" dirty="0">
                <a:solidFill>
                  <a:schemeClr val="tx1"/>
                </a:solidFill>
                <a:effectLst/>
                <a:latin typeface="+mn-lt"/>
                <a:ea typeface="+mn-ea"/>
                <a:cs typeface="+mn-cs"/>
              </a:rPr>
              <a:t>SIEM предоставляет организациям полную картину происходящего в корпоративной сети и помогает оперативно реагировать на возможные кибератаки.</a:t>
            </a:r>
          </a:p>
          <a:p>
            <a:r>
              <a:rPr lang="ru-RU" sz="1200" b="0" i="0" kern="1200" dirty="0">
                <a:solidFill>
                  <a:schemeClr val="tx1"/>
                </a:solidFill>
                <a:effectLst/>
                <a:latin typeface="+mn-lt"/>
                <a:ea typeface="+mn-ea"/>
                <a:cs typeface="+mn-cs"/>
              </a:rPr>
              <a:t>В соответствии с функциональной схемой, информация поступает в модуль SIEM из последовательно внедренных компонентов сканирования и фильтрации потоков данных.</a:t>
            </a:r>
          </a:p>
          <a:p>
            <a:r>
              <a:rPr lang="ru-RU" sz="1200" b="0" i="1" kern="1200" dirty="0">
                <a:solidFill>
                  <a:schemeClr val="tx1"/>
                </a:solidFill>
                <a:effectLst/>
                <a:latin typeface="+mn-lt"/>
                <a:ea typeface="+mn-ea"/>
                <a:cs typeface="+mn-cs"/>
              </a:rPr>
              <a:t>Межсетевой экран</a:t>
            </a:r>
            <a:r>
              <a:rPr lang="ru-RU" sz="1200" b="0" i="0" kern="1200" dirty="0">
                <a:solidFill>
                  <a:schemeClr val="tx1"/>
                </a:solidFill>
                <a:effectLst/>
                <a:latin typeface="+mn-lt"/>
                <a:ea typeface="+mn-ea"/>
                <a:cs typeface="+mn-cs"/>
              </a:rPr>
              <a:t> – это программа или программно-аппаратный комплекс (аппаратный межсетевой экран), который служит для контроля сетевых пакетов. МЭ отслеживает сетевые пакеты, блокирует или разрешает их прохождение с помощью установленных специальных правил. Основное назначение межсетевых экранов – ограничить транзит трафика, установку нежелательных соединений и т.д. за счет средств фильтрации и аутентификации.</a:t>
            </a:r>
          </a:p>
          <a:p>
            <a:r>
              <a:rPr lang="ru-RU" sz="1200" b="0" i="0" kern="1200" dirty="0">
                <a:solidFill>
                  <a:schemeClr val="tx1"/>
                </a:solidFill>
                <a:effectLst/>
                <a:latin typeface="+mn-lt"/>
                <a:ea typeface="+mn-ea"/>
                <a:cs typeface="+mn-cs"/>
              </a:rPr>
              <a:t>Политика безопасности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содержит правила, которые приводят в действие программный код устройства, анализируя каждый фрейм и пакет, пришедший и исходящий с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В правилах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задаются критерии проверки (квалификаторы), по которым принимается решение пропускать или блокировать трафик.</a:t>
            </a:r>
          </a:p>
          <a:p>
            <a:r>
              <a:rPr lang="ru-RU" sz="1200" b="0" i="0" kern="1200" dirty="0">
                <a:solidFill>
                  <a:schemeClr val="tx1"/>
                </a:solidFill>
                <a:effectLst/>
                <a:latin typeface="+mn-lt"/>
                <a:ea typeface="+mn-ea"/>
                <a:cs typeface="+mn-cs"/>
              </a:rPr>
              <a:t>Примерами квалификаторов в правилах являются: адрес, порт, приложение, пользователь, зона. Межсетевой экран последовательно, правило за правилом, сверху вниз по списку просматривает критерии, и, если входящий трафик соответствует всем критериям правила, то применяется указанное действие: заблокировать или пропустить. Действие выполняется как для первого пакета, так и для всех последующих пакетов одного TCP/IP (</a:t>
            </a:r>
            <a:r>
              <a:rPr lang="ru-RU" sz="1200" b="0" i="0" kern="1200" dirty="0" err="1">
                <a:solidFill>
                  <a:schemeClr val="tx1"/>
                </a:solidFill>
                <a:effectLst/>
                <a:latin typeface="+mn-lt"/>
                <a:ea typeface="+mn-ea"/>
                <a:cs typeface="+mn-cs"/>
              </a:rPr>
              <a:t>Transmission</a:t>
            </a:r>
            <a:r>
              <a:rPr lang="ru-RU" sz="1200" b="0" i="0" kern="1200" dirty="0">
                <a:solidFill>
                  <a:schemeClr val="tx1"/>
                </a:solidFill>
                <a:effectLst/>
                <a:latin typeface="+mn-lt"/>
                <a:ea typeface="+mn-ea"/>
                <a:cs typeface="+mn-cs"/>
              </a:rPr>
              <a:t> Control Protocol/Internet Protocol) соединения.</a:t>
            </a:r>
          </a:p>
          <a:p>
            <a:r>
              <a:rPr lang="ru-RU" sz="1200" b="0" i="0" kern="1200" dirty="0">
                <a:solidFill>
                  <a:schemeClr val="tx1"/>
                </a:solidFill>
                <a:effectLst/>
                <a:latin typeface="+mn-lt"/>
                <a:ea typeface="+mn-ea"/>
                <a:cs typeface="+mn-cs"/>
              </a:rPr>
              <a:t>В настоящее время все большее количество специалистов в сфере ИБ отдает предпочтение Next Generation Firewall (NGFW). Межсетевой экран для глубокой фильтрации трафика, работающий на сетевом уровне модели OSI, интегрированный с IDS или IPS, и обладающий возможностью контролировать и блокировать трафик на уровне приложений.</a:t>
            </a:r>
          </a:p>
          <a:p>
            <a:endParaRPr lang="ru-RU" dirty="0"/>
          </a:p>
        </p:txBody>
      </p:sp>
      <p:sp>
        <p:nvSpPr>
          <p:cNvPr id="4" name="Номер слайда 3">
            <a:extLst>
              <a:ext uri="{FF2B5EF4-FFF2-40B4-BE49-F238E27FC236}">
                <a16:creationId xmlns:a16="http://schemas.microsoft.com/office/drawing/2014/main" id="{FC497965-27CD-4DED-6FFE-8F5820552197}"/>
              </a:ext>
            </a:extLst>
          </p:cNvPr>
          <p:cNvSpPr>
            <a:spLocks noGrp="1"/>
          </p:cNvSpPr>
          <p:nvPr>
            <p:ph type="sldNum" sz="quarter" idx="5"/>
          </p:nvPr>
        </p:nvSpPr>
        <p:spPr/>
        <p:txBody>
          <a:bodyPr/>
          <a:lstStyle/>
          <a:p>
            <a:fld id="{B031B7BB-A9A1-40FA-ABB3-45C29D47E728}" type="slidenum">
              <a:rPr lang="ru-RU" smtClean="0"/>
              <a:t>18</a:t>
            </a:fld>
            <a:endParaRPr lang="ru-RU"/>
          </a:p>
        </p:txBody>
      </p:sp>
    </p:spTree>
    <p:extLst>
      <p:ext uri="{BB962C8B-B14F-4D97-AF65-F5344CB8AC3E}">
        <p14:creationId xmlns:p14="http://schemas.microsoft.com/office/powerpoint/2010/main" val="3981295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1" kern="1200" dirty="0">
                <a:solidFill>
                  <a:schemeClr val="tx1"/>
                </a:solidFill>
                <a:effectLst/>
                <a:latin typeface="+mn-lt"/>
                <a:ea typeface="+mn-ea"/>
                <a:cs typeface="+mn-cs"/>
              </a:rPr>
              <a:t>Межсетевой экран</a:t>
            </a:r>
            <a:r>
              <a:rPr lang="ru-RU" sz="1200" b="0" i="0" kern="1200" dirty="0">
                <a:solidFill>
                  <a:schemeClr val="tx1"/>
                </a:solidFill>
                <a:effectLst/>
                <a:latin typeface="+mn-lt"/>
                <a:ea typeface="+mn-ea"/>
                <a:cs typeface="+mn-cs"/>
              </a:rPr>
              <a:t> – это программа или программно-аппаратный комплекс (аппаратный межсетевой экран), который служит для контроля сетевых пакетов. МЭ отслеживает сетевые пакеты, блокирует или разрешает их прохождение с помощью установленных специальных правил. Основное назначение межсетевых экранов – ограничить транзит трафика, установку нежелательных соединений и т.д. за счет средств фильтрации и аутентификации.</a:t>
            </a:r>
          </a:p>
          <a:p>
            <a:r>
              <a:rPr lang="ru-RU" sz="1200" b="0" i="0" kern="1200" dirty="0">
                <a:solidFill>
                  <a:schemeClr val="tx1"/>
                </a:solidFill>
                <a:effectLst/>
                <a:latin typeface="+mn-lt"/>
                <a:ea typeface="+mn-ea"/>
                <a:cs typeface="+mn-cs"/>
              </a:rPr>
              <a:t>Политика безопасности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содержит правила, которые приводят в действие программный код устройства, анализируя каждый фрейм и пакет, пришедший и исходящий с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В правилах </a:t>
            </a:r>
            <a:r>
              <a:rPr lang="ru-RU" sz="1200" b="0" i="0" kern="1200" dirty="0" err="1">
                <a:solidFill>
                  <a:schemeClr val="tx1"/>
                </a:solidFill>
                <a:effectLst/>
                <a:latin typeface="+mn-lt"/>
                <a:ea typeface="+mn-ea"/>
                <a:cs typeface="+mn-cs"/>
              </a:rPr>
              <a:t>firewall</a:t>
            </a:r>
            <a:r>
              <a:rPr lang="ru-RU" sz="1200" b="0" i="0" kern="1200" dirty="0">
                <a:solidFill>
                  <a:schemeClr val="tx1"/>
                </a:solidFill>
                <a:effectLst/>
                <a:latin typeface="+mn-lt"/>
                <a:ea typeface="+mn-ea"/>
                <a:cs typeface="+mn-cs"/>
              </a:rPr>
              <a:t> задаются критерии проверки (квалификаторы), по которым принимается решение пропускать или блокировать трафик.</a:t>
            </a:r>
          </a:p>
          <a:p>
            <a:r>
              <a:rPr lang="ru-RU" sz="1200" b="0" i="0" kern="1200" dirty="0">
                <a:solidFill>
                  <a:schemeClr val="tx1"/>
                </a:solidFill>
                <a:effectLst/>
                <a:latin typeface="+mn-lt"/>
                <a:ea typeface="+mn-ea"/>
                <a:cs typeface="+mn-cs"/>
              </a:rPr>
              <a:t>Примерами квалификаторов в правилах являются: адрес, порт, приложение, пользователь, зона. Межсетевой экран последовательно, правило за правилом, сверху вниз по списку просматривает критерии, и, если входящий трафик соответствует всем критериям правила, то применяется указанное действие: заблокировать или пропустить. Действие выполняется как для первого пакета, так и для всех последующих пакетов одного TCP/IP (</a:t>
            </a:r>
            <a:r>
              <a:rPr lang="ru-RU" sz="1200" b="0" i="0" kern="1200" dirty="0" err="1">
                <a:solidFill>
                  <a:schemeClr val="tx1"/>
                </a:solidFill>
                <a:effectLst/>
                <a:latin typeface="+mn-lt"/>
                <a:ea typeface="+mn-ea"/>
                <a:cs typeface="+mn-cs"/>
              </a:rPr>
              <a:t>Transmission</a:t>
            </a:r>
            <a:r>
              <a:rPr lang="ru-RU" sz="1200" b="0" i="0" kern="1200" dirty="0">
                <a:solidFill>
                  <a:schemeClr val="tx1"/>
                </a:solidFill>
                <a:effectLst/>
                <a:latin typeface="+mn-lt"/>
                <a:ea typeface="+mn-ea"/>
                <a:cs typeface="+mn-cs"/>
              </a:rPr>
              <a:t> Control Protocol/Internet Protocol) соединения.</a:t>
            </a:r>
          </a:p>
          <a:p>
            <a:r>
              <a:rPr lang="ru-RU" sz="1200" b="0" i="0" kern="1200" dirty="0">
                <a:solidFill>
                  <a:schemeClr val="tx1"/>
                </a:solidFill>
                <a:effectLst/>
                <a:latin typeface="+mn-lt"/>
                <a:ea typeface="+mn-ea"/>
                <a:cs typeface="+mn-cs"/>
              </a:rPr>
              <a:t>В настоящее время все большее количество специалистов в сфере ИБ отдает предпочтение Next Generation Firewall (NGFW). Межсетевой экран для глубокой фильтрации трафика, работающий на сетевом уровне модели OSI, интегрированный с IDS или IPS, и обладающий возможностью контролировать и блокировать трафик на уровне приложений.</a:t>
            </a:r>
          </a:p>
          <a:p>
            <a:r>
              <a:rPr lang="ru-RU" sz="1200" b="0" i="0" kern="1200" dirty="0">
                <a:solidFill>
                  <a:schemeClr val="tx1"/>
                </a:solidFill>
                <a:effectLst/>
                <a:latin typeface="+mn-lt"/>
                <a:ea typeface="+mn-ea"/>
                <a:cs typeface="+mn-cs"/>
              </a:rPr>
              <a:t>NGFW также позволяет реализовать </a:t>
            </a:r>
            <a:r>
              <a:rPr lang="ru-RU" sz="1200" b="0" i="0" kern="1200" dirty="0" err="1">
                <a:solidFill>
                  <a:schemeClr val="tx1"/>
                </a:solidFill>
                <a:effectLst/>
                <a:latin typeface="+mn-lt"/>
                <a:ea typeface="+mn-ea"/>
                <a:cs typeface="+mn-cs"/>
              </a:rPr>
              <a:t>микросегментацию</a:t>
            </a:r>
            <a:r>
              <a:rPr lang="ru-RU" sz="1200" b="0" i="0" kern="1200" dirty="0">
                <a:solidFill>
                  <a:schemeClr val="tx1"/>
                </a:solidFill>
                <a:effectLst/>
                <a:latin typeface="+mn-lt"/>
                <a:ea typeface="+mn-ea"/>
                <a:cs typeface="+mn-cs"/>
              </a:rPr>
              <a:t> сети, выделив в отдельные сегменты приложения, а не только группы портов и/или IP-адресов. Чаще всего NGFW поставляется в виде отдельного устройства, однако существуют также межсетевые экраны нового поколения в форме виртуальной машины или облачного сервиса.</a:t>
            </a:r>
          </a:p>
          <a:p>
            <a:r>
              <a:rPr lang="ru-RU" sz="1200" b="1" i="0" kern="1200" dirty="0">
                <a:solidFill>
                  <a:schemeClr val="tx1"/>
                </a:solidFill>
                <a:effectLst/>
                <a:latin typeface="+mn-lt"/>
                <a:ea typeface="+mn-ea"/>
                <a:cs typeface="+mn-cs"/>
              </a:rPr>
              <a:t>Основные характеристики NGFW:</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Все возможности стандартного брандмауэра;</a:t>
            </a:r>
          </a:p>
          <a:p>
            <a:r>
              <a:rPr lang="ru-RU" sz="1200" b="0" i="0" kern="1200" dirty="0">
                <a:solidFill>
                  <a:schemeClr val="tx1"/>
                </a:solidFill>
                <a:effectLst/>
                <a:latin typeface="+mn-lt"/>
                <a:ea typeface="+mn-ea"/>
                <a:cs typeface="+mn-cs"/>
              </a:rPr>
              <a:t>Возможность быстрой интеграции (</a:t>
            </a:r>
            <a:r>
              <a:rPr lang="ru-RU" sz="1200" b="0" i="0" kern="1200" dirty="0" err="1">
                <a:solidFill>
                  <a:schemeClr val="tx1"/>
                </a:solidFill>
                <a:effectLst/>
                <a:latin typeface="+mn-lt"/>
                <a:ea typeface="+mn-ea"/>
                <a:cs typeface="+mn-cs"/>
              </a:rPr>
              <a:t>bump-in-the-wire</a:t>
            </a:r>
            <a:r>
              <a:rPr lang="ru-RU" sz="1200" b="0" i="0" kern="1200" dirty="0">
                <a:solidFill>
                  <a:schemeClr val="tx1"/>
                </a:solidFill>
                <a:effectLst/>
                <a:latin typeface="+mn-lt"/>
                <a:ea typeface="+mn-ea"/>
                <a:cs typeface="+mn-cs"/>
              </a:rPr>
              <a:t>) в существующую инфраструктуру;</a:t>
            </a:r>
          </a:p>
          <a:p>
            <a:r>
              <a:rPr lang="ru-RU" sz="1200" b="0" i="0" kern="1200" dirty="0">
                <a:solidFill>
                  <a:schemeClr val="tx1"/>
                </a:solidFill>
                <a:effectLst/>
                <a:latin typeface="+mn-lt"/>
                <a:ea typeface="+mn-ea"/>
                <a:cs typeface="+mn-cs"/>
              </a:rPr>
              <a:t>Встроенный механизм обнаружения и предотвращения вторжений (IDS/IPS);</a:t>
            </a:r>
          </a:p>
          <a:p>
            <a:r>
              <a:rPr lang="ru-RU" sz="1200" b="0" i="0" kern="1200" dirty="0">
                <a:solidFill>
                  <a:schemeClr val="tx1"/>
                </a:solidFill>
                <a:effectLst/>
                <a:latin typeface="+mn-lt"/>
                <a:ea typeface="+mn-ea"/>
                <a:cs typeface="+mn-cs"/>
              </a:rPr>
              <a:t>Возможность анализа трафика и применения политик безопасности на уровне отдельных приложений;</a:t>
            </a:r>
          </a:p>
          <a:p>
            <a:r>
              <a:rPr lang="ru-RU" sz="1200" b="0" i="0" kern="1200" dirty="0">
                <a:solidFill>
                  <a:schemeClr val="tx1"/>
                </a:solidFill>
                <a:effectLst/>
                <a:latin typeface="+mn-lt"/>
                <a:ea typeface="+mn-ea"/>
                <a:cs typeface="+mn-cs"/>
              </a:rPr>
              <a:t>Возможность получать данные об угрозах из внешних источников;</a:t>
            </a:r>
          </a:p>
          <a:p>
            <a:r>
              <a:rPr lang="ru-RU" sz="1200" b="0" i="0" kern="1200" dirty="0">
                <a:solidFill>
                  <a:schemeClr val="tx1"/>
                </a:solidFill>
                <a:effectLst/>
                <a:latin typeface="+mn-lt"/>
                <a:ea typeface="+mn-ea"/>
                <a:cs typeface="+mn-cs"/>
              </a:rPr>
              <a:t>Возможность при необходимости добавлять новые защитные функции.</a:t>
            </a:r>
          </a:p>
          <a:p>
            <a:r>
              <a:rPr lang="ru-RU" sz="1200" b="0" i="0" kern="1200" dirty="0">
                <a:solidFill>
                  <a:schemeClr val="tx1"/>
                </a:solidFill>
                <a:effectLst/>
                <a:latin typeface="+mn-lt"/>
                <a:ea typeface="+mn-ea"/>
                <a:cs typeface="+mn-cs"/>
              </a:rPr>
              <a:t>Один из самых популярных способов защиты и предотвращения атак на веб-приложения – использовать WAF (Web Application Firewall).</a:t>
            </a:r>
          </a:p>
          <a:p>
            <a:r>
              <a:rPr lang="ru-RU" sz="1200" b="0" i="0" kern="1200" dirty="0">
                <a:solidFill>
                  <a:schemeClr val="tx1"/>
                </a:solidFill>
                <a:effectLst/>
                <a:latin typeface="+mn-lt"/>
                <a:ea typeface="+mn-ea"/>
                <a:cs typeface="+mn-cs"/>
              </a:rPr>
              <a:t>Web Application Firewall – файервол веб-приложений, это программа, которая анализирует поступающие на веб-сервер запросы и на основе правил отфильтровывает потенциально опасные для веб-сайта.</a:t>
            </a:r>
          </a:p>
          <a:p>
            <a:r>
              <a:rPr lang="ru-RU" sz="1200" b="1" i="0" kern="1200" dirty="0">
                <a:solidFill>
                  <a:schemeClr val="tx1"/>
                </a:solidFill>
                <a:effectLst/>
                <a:latin typeface="+mn-lt"/>
                <a:ea typeface="+mn-ea"/>
                <a:cs typeface="+mn-cs"/>
              </a:rPr>
              <a:t>Система защиты веб-приложений предназначена для:</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Высокого уровня защиты при минимальном количестве ложных срабатываний;</a:t>
            </a:r>
          </a:p>
          <a:p>
            <a:r>
              <a:rPr lang="ru-RU" sz="1200" b="0" i="0" kern="1200" dirty="0">
                <a:solidFill>
                  <a:schemeClr val="tx1"/>
                </a:solidFill>
                <a:effectLst/>
                <a:latin typeface="+mn-lt"/>
                <a:ea typeface="+mn-ea"/>
                <a:cs typeface="+mn-cs"/>
              </a:rPr>
              <a:t>Моментальной реакции на угрозы с помощью виртуальных обновлений до устранения уязвимости;</a:t>
            </a:r>
          </a:p>
          <a:p>
            <a:r>
              <a:rPr lang="ru-RU" sz="1200" b="0" i="0" kern="1200" dirty="0">
                <a:solidFill>
                  <a:schemeClr val="tx1"/>
                </a:solidFill>
                <a:effectLst/>
                <a:latin typeface="+mn-lt"/>
                <a:ea typeface="+mn-ea"/>
                <a:cs typeface="+mn-cs"/>
              </a:rPr>
              <a:t>Виртуального устранения уязвимости в реальном времени;</a:t>
            </a:r>
          </a:p>
          <a:p>
            <a:r>
              <a:rPr lang="ru-RU" sz="1200" b="0" i="0" kern="1200" dirty="0">
                <a:solidFill>
                  <a:schemeClr val="tx1"/>
                </a:solidFill>
                <a:effectLst/>
                <a:latin typeface="+mn-lt"/>
                <a:ea typeface="+mn-ea"/>
                <a:cs typeface="+mn-cs"/>
              </a:rPr>
              <a:t>Блокирования современных атак, таких как HPP, HPC и XXE;</a:t>
            </a:r>
          </a:p>
          <a:p>
            <a:r>
              <a:rPr lang="ru-RU" sz="1200" b="0" i="0" kern="1200" dirty="0">
                <a:solidFill>
                  <a:schemeClr val="tx1"/>
                </a:solidFill>
                <a:effectLst/>
                <a:latin typeface="+mn-lt"/>
                <a:ea typeface="+mn-ea"/>
                <a:cs typeface="+mn-cs"/>
              </a:rPr>
              <a:t>Противодействия </a:t>
            </a:r>
            <a:r>
              <a:rPr lang="ru-RU" sz="1200" b="0" i="0" kern="1200" dirty="0" err="1">
                <a:solidFill>
                  <a:schemeClr val="tx1"/>
                </a:solidFill>
                <a:effectLst/>
                <a:latin typeface="+mn-lt"/>
                <a:ea typeface="+mn-ea"/>
                <a:cs typeface="+mn-cs"/>
              </a:rPr>
              <a:t>брутфорс</a:t>
            </a:r>
            <a:r>
              <a:rPr lang="ru-RU" sz="1200" b="0" i="0" kern="1200" dirty="0">
                <a:solidFill>
                  <a:schemeClr val="tx1"/>
                </a:solidFill>
                <a:effectLst/>
                <a:latin typeface="+mn-lt"/>
                <a:ea typeface="+mn-ea"/>
                <a:cs typeface="+mn-cs"/>
              </a:rPr>
              <a:t>-атакам, защита от фрода и роботов;</a:t>
            </a:r>
          </a:p>
          <a:p>
            <a:r>
              <a:rPr lang="ru-RU" sz="1200" b="0" i="0" kern="1200" dirty="0">
                <a:solidFill>
                  <a:schemeClr val="tx1"/>
                </a:solidFill>
                <a:effectLst/>
                <a:latin typeface="+mn-lt"/>
                <a:ea typeface="+mn-ea"/>
                <a:cs typeface="+mn-cs"/>
              </a:rPr>
              <a:t>Быстрого обучения на основе журналов событий;</a:t>
            </a:r>
          </a:p>
          <a:p>
            <a:r>
              <a:rPr lang="ru-RU" sz="1200" b="0" i="0" kern="1200" dirty="0">
                <a:solidFill>
                  <a:schemeClr val="tx1"/>
                </a:solidFill>
                <a:effectLst/>
                <a:latin typeface="+mn-lt"/>
                <a:ea typeface="+mn-ea"/>
                <a:cs typeface="+mn-cs"/>
              </a:rPr>
              <a:t>Анализа журналов веб-сервера при расследовании инцидентов;</a:t>
            </a:r>
          </a:p>
          <a:p>
            <a:r>
              <a:rPr lang="ru-RU" sz="1200" b="0" i="0" kern="1200" dirty="0">
                <a:solidFill>
                  <a:schemeClr val="tx1"/>
                </a:solidFill>
                <a:effectLst/>
                <a:latin typeface="+mn-lt"/>
                <a:ea typeface="+mn-ea"/>
                <a:cs typeface="+mn-cs"/>
              </a:rPr>
              <a:t>Защиты от атак нулевого дня;</a:t>
            </a:r>
          </a:p>
          <a:p>
            <a:r>
              <a:rPr lang="ru-RU" sz="1200" b="0" i="0" kern="1200" dirty="0">
                <a:solidFill>
                  <a:schemeClr val="tx1"/>
                </a:solidFill>
                <a:effectLst/>
                <a:latin typeface="+mn-lt"/>
                <a:ea typeface="+mn-ea"/>
                <a:cs typeface="+mn-cs"/>
              </a:rPr>
              <a:t>Обнаружения </a:t>
            </a:r>
            <a:r>
              <a:rPr lang="ru-RU" sz="1200" b="0" i="0" kern="1200" dirty="0" err="1">
                <a:solidFill>
                  <a:schemeClr val="tx1"/>
                </a:solidFill>
                <a:effectLst/>
                <a:latin typeface="+mn-lt"/>
                <a:ea typeface="+mn-ea"/>
                <a:cs typeface="+mn-cs"/>
              </a:rPr>
              <a:t>DDoS</a:t>
            </a:r>
            <a:r>
              <a:rPr lang="ru-RU" sz="1200" b="0" i="0" kern="1200" dirty="0">
                <a:solidFill>
                  <a:schemeClr val="tx1"/>
                </a:solidFill>
                <a:effectLst/>
                <a:latin typeface="+mn-lt"/>
                <a:ea typeface="+mn-ea"/>
                <a:cs typeface="+mn-cs"/>
              </a:rPr>
              <a:t>-атак (</a:t>
            </a:r>
            <a:r>
              <a:rPr lang="ru-RU" sz="1200" b="0" i="0" kern="1200" dirty="0" err="1">
                <a:solidFill>
                  <a:schemeClr val="tx1"/>
                </a:solidFill>
                <a:effectLst/>
                <a:latin typeface="+mn-lt"/>
                <a:ea typeface="+mn-ea"/>
                <a:cs typeface="+mn-cs"/>
              </a:rPr>
              <a:t>Distributed</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Denial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of</a:t>
            </a:r>
            <a:r>
              <a:rPr lang="ru-RU" sz="1200" b="0" i="0" kern="1200" dirty="0">
                <a:solidFill>
                  <a:schemeClr val="tx1"/>
                </a:solidFill>
                <a:effectLst/>
                <a:latin typeface="+mn-lt"/>
                <a:ea typeface="+mn-ea"/>
                <a:cs typeface="+mn-cs"/>
              </a:rPr>
              <a:t> Service) на уровне приложения.</a:t>
            </a:r>
          </a:p>
          <a:p>
            <a:r>
              <a:rPr lang="ru-RU" sz="1200" b="0" i="0" kern="1200" dirty="0">
                <a:solidFill>
                  <a:schemeClr val="tx1"/>
                </a:solidFill>
                <a:effectLst/>
                <a:latin typeface="+mn-lt"/>
                <a:ea typeface="+mn-ea"/>
                <a:cs typeface="+mn-cs"/>
              </a:rPr>
              <a:t>WAF осуществляет защиту на седьмом, прикладном уровне по модели OSI и анализирует запросы, которые не контролирует ни обычный файервол, ни NGFW. Помимо сайта, WAF защищает веб-серверы приложений и контролирует интеграции со сторонними сервисами. У каждого WAF есть набор модулей защиты, по которым проходит весь трафик. Обычно всё начинается с базовых уровней – модулей защиты от </a:t>
            </a:r>
            <a:r>
              <a:rPr lang="ru-RU" sz="1200" b="0" i="0" kern="1200" dirty="0" err="1">
                <a:solidFill>
                  <a:schemeClr val="tx1"/>
                </a:solidFill>
                <a:effectLst/>
                <a:latin typeface="+mn-lt"/>
                <a:ea typeface="+mn-ea"/>
                <a:cs typeface="+mn-cs"/>
              </a:rPr>
              <a:t>DDoS</a:t>
            </a:r>
            <a:r>
              <a:rPr lang="ru-RU" sz="1200" b="0" i="0" kern="1200" dirty="0">
                <a:solidFill>
                  <a:schemeClr val="tx1"/>
                </a:solidFill>
                <a:effectLst/>
                <a:latin typeface="+mn-lt"/>
                <a:ea typeface="+mn-ea"/>
                <a:cs typeface="+mn-cs"/>
              </a:rPr>
              <a:t>-атак и блоков сигнатурного анализа.</a:t>
            </a:r>
          </a:p>
          <a:p>
            <a:r>
              <a:rPr lang="ru-RU" sz="1200" b="0" i="0" kern="1200" dirty="0">
                <a:solidFill>
                  <a:schemeClr val="tx1"/>
                </a:solidFill>
                <a:effectLst/>
                <a:latin typeface="+mn-lt"/>
                <a:ea typeface="+mn-ea"/>
                <a:cs typeface="+mn-cs"/>
              </a:rPr>
              <a:t>Уровнем выше стоит возможность разработки своих собственных политик безопасности, а также подсистема математического обучения. На одном из последних этапов обычно появляется блок интеграции со сторонними системами.</a:t>
            </a:r>
          </a:p>
          <a:p>
            <a:r>
              <a:rPr lang="ru-RU" sz="1200" b="0" i="0" kern="1200" dirty="0">
                <a:solidFill>
                  <a:schemeClr val="tx1"/>
                </a:solidFill>
                <a:effectLst/>
                <a:latin typeface="+mn-lt"/>
                <a:ea typeface="+mn-ea"/>
                <a:cs typeface="+mn-cs"/>
              </a:rPr>
              <a:t>Ещё одной важной частью WAF является пассивный или активный сканер, который на основании ответов сервера и опроса конечных точек может выявлять уязвимости. Некоторые файерволы способны детектировать мошенническую активность на стороне браузера.</a:t>
            </a:r>
          </a:p>
          <a:p>
            <a:r>
              <a:rPr lang="ru-RU" dirty="0"/>
              <a:t>**Эволюция методов фильтрации в межсетевых экранах**</a:t>
            </a:r>
          </a:p>
          <a:p>
            <a:endParaRPr lang="ru-RU" dirty="0"/>
          </a:p>
          <a:p>
            <a:r>
              <a:rPr lang="ru-RU" dirty="0"/>
              <a:t>Историческое развитие методов фильтрации сетевого трафика демонстрирует последовательный переход от простых систем контроля до интеллектуальных платформ управления безопасностью. Первое поколение межсетевых экранов использовало **пакетную фильтрацию**, основанную на статическом анализе заголовков IP-пакетов. Эти системы оперировали сетевыми адресами, портами и протоколами, обеспечивая базовое разграничение доступа, но не обладали контекстным пониманием сетевых сеансов и были уязвимы для спуфинга.</a:t>
            </a:r>
          </a:p>
          <a:p>
            <a:endParaRPr lang="ru-RU" dirty="0"/>
          </a:p>
          <a:p>
            <a:r>
              <a:rPr lang="ru-RU" dirty="0"/>
              <a:t>Следующим этапом эволюции стало внедрение **</a:t>
            </a:r>
            <a:r>
              <a:rPr lang="ru-RU" dirty="0" err="1"/>
              <a:t>stateful</a:t>
            </a:r>
            <a:r>
              <a:rPr lang="ru-RU" dirty="0"/>
              <a:t> </a:t>
            </a:r>
            <a:r>
              <a:rPr lang="ru-RU" dirty="0" err="1"/>
              <a:t>inspection</a:t>
            </a:r>
            <a:r>
              <a:rPr lang="ru-RU" dirty="0"/>
              <a:t>** (динамической фильтрации с отслеживанием состояния). Данная технология позволила анализировать состояние TCP-сессий, отслеживая установление, поддержание и завершение соединений. Межсетевые экраны начали учитывать контекст сетевых диалогов, динамически открывая порты для обратного трафика и предотвращая нарушения последовательности пакетов. Это значительно повысило безопасность, но не решало проблему анализа содержимого приложений.</a:t>
            </a:r>
          </a:p>
          <a:p>
            <a:endParaRPr lang="ru-RU" dirty="0"/>
          </a:p>
          <a:p>
            <a:r>
              <a:rPr lang="ru-RU" dirty="0"/>
              <a:t>Появление **шлюзов прикладного уровня** ознаменовало переход к глубокому анализу трафика. Эти системы функционировали как полноценные прокси-серверы, полностью завершая соединения и </a:t>
            </a:r>
            <a:r>
              <a:rPr lang="ru-RU" dirty="0" err="1"/>
              <a:t>пересобирая</a:t>
            </a:r>
            <a:r>
              <a:rPr lang="ru-RU" dirty="0"/>
              <a:t> потоки данных на прикладном уровне. Они обеспечивали детальный контроль над содержимым HTTP, FTP, SMTP и других протоколов, но обладали существенными ограничениями производительности и сложностью интеграции.</a:t>
            </a:r>
          </a:p>
          <a:p>
            <a:endParaRPr lang="ru-RU" dirty="0"/>
          </a:p>
          <a:p>
            <a:r>
              <a:rPr lang="ru-RU" dirty="0"/>
              <a:t>Современный этап развития характеризуется доминированием **межсетевых экранов следующего поколения (NGFW)**, которые интегрируют множественные методы фильтрации. Эти платформы комбинируют </a:t>
            </a:r>
            <a:r>
              <a:rPr lang="ru-RU" dirty="0" err="1"/>
              <a:t>stateful</a:t>
            </a:r>
            <a:r>
              <a:rPr lang="ru-RU" dirty="0"/>
              <a:t> </a:t>
            </a:r>
            <a:r>
              <a:rPr lang="ru-RU" dirty="0" err="1"/>
              <a:t>inspection</a:t>
            </a:r>
            <a:r>
              <a:rPr lang="ru-RU" dirty="0"/>
              <a:t> с глубоким анализом пакетов (DPI), идентификацией приложений (</a:t>
            </a:r>
            <a:r>
              <a:rPr lang="ru-RU" dirty="0" err="1"/>
              <a:t>App</a:t>
            </a:r>
            <a:r>
              <a:rPr lang="ru-RU" dirty="0"/>
              <a:t>-ID), контролем пользователей (User-ID) и системами предотвращения вторжений (IPS). Ключевым преимуществом NGFW стала возможность создания политик безопасности на основе приложений, пользователей и контента, а не только сетевых атрибутов.</a:t>
            </a:r>
          </a:p>
          <a:p>
            <a:endParaRPr lang="ru-RU" dirty="0"/>
          </a:p>
          <a:p>
            <a:r>
              <a:rPr lang="ru-RU" dirty="0"/>
              <a:t>Текущий тренд эволюции направлен на внедрение **технологий искусственного интеллекта и машинного обучения**. Современные системы начали использовать поведенческий анализ для выявления аномалий, прогнозирования угроз и автоматической адаптации политик безопасности. Интеграция с платформами киберразведки (</a:t>
            </a:r>
            <a:r>
              <a:rPr lang="ru-RU" dirty="0" err="1"/>
              <a:t>Threat</a:t>
            </a:r>
            <a:r>
              <a:rPr lang="ru-RU" dirty="0"/>
              <a:t> Intelligence) позволяет осуществлять проактивную блокировку угроз на основе актуальных индикаторов компрометации.</a:t>
            </a:r>
          </a:p>
          <a:p>
            <a:endParaRPr lang="ru-RU" dirty="0"/>
          </a:p>
          <a:p>
            <a:r>
              <a:rPr lang="ru-RU" dirty="0"/>
              <a:t>Перспективы развития связаны с **конвергенцией сетевой безопасности и концепции Zero Trust**. Будущие поколения межсетевых экранов будут обеспечивать непрерывную верификацию устройств и пользователей, микросервисную сегментацию и </a:t>
            </a:r>
            <a:r>
              <a:rPr lang="ru-RU" dirty="0" err="1"/>
              <a:t>оркестрацию</a:t>
            </a:r>
            <a:r>
              <a:rPr lang="ru-RU" dirty="0"/>
              <a:t> политик безопасности через единые платформы. Особое внимание уделяется защите облачных сред и контейнерных инфраструктур, где традиционные </a:t>
            </a:r>
            <a:r>
              <a:rPr lang="ru-RU" dirty="0" err="1"/>
              <a:t>периметровые</a:t>
            </a:r>
            <a:r>
              <a:rPr lang="ru-RU" dirty="0"/>
              <a:t> модели уступают место распределенным системам безопасности.</a:t>
            </a:r>
          </a:p>
          <a:p>
            <a:endParaRPr lang="ru-RU" dirty="0"/>
          </a:p>
          <a:p>
            <a:r>
              <a:rPr lang="ru-RU" dirty="0"/>
              <a:t>Эволюция методов фильтрации демонстрирует последовательный переход от простого контроля сетевого периметра к комплексным системам управления безопасностью, интегрированным в архитектуру цифровых предприятий и способным адаптироваться к динамично изменяющимся угрозам киберпространства.</a:t>
            </a:r>
          </a:p>
        </p:txBody>
      </p:sp>
      <p:sp>
        <p:nvSpPr>
          <p:cNvPr id="4" name="Номер слайда 3"/>
          <p:cNvSpPr>
            <a:spLocks noGrp="1"/>
          </p:cNvSpPr>
          <p:nvPr>
            <p:ph type="sldNum" sz="quarter" idx="5"/>
          </p:nvPr>
        </p:nvSpPr>
        <p:spPr/>
        <p:txBody>
          <a:bodyPr/>
          <a:lstStyle/>
          <a:p>
            <a:fld id="{B031B7BB-A9A1-40FA-ABB3-45C29D47E728}" type="slidenum">
              <a:rPr lang="ru-RU" smtClean="0"/>
              <a:t>19</a:t>
            </a:fld>
            <a:endParaRPr lang="ru-RU"/>
          </a:p>
        </p:txBody>
      </p:sp>
    </p:spTree>
    <p:extLst>
      <p:ext uri="{BB962C8B-B14F-4D97-AF65-F5344CB8AC3E}">
        <p14:creationId xmlns:p14="http://schemas.microsoft.com/office/powerpoint/2010/main" val="3896130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a:p>
            <a:r>
              <a:rPr lang="ru-RU" dirty="0"/>
              <a:t>### **Что такое спуфинг сенсоров и как он работает?**</a:t>
            </a:r>
          </a:p>
          <a:p>
            <a:endParaRPr lang="ru-RU" dirty="0"/>
          </a:p>
          <a:p>
            <a:r>
              <a:rPr lang="ru-RU" dirty="0"/>
              <a:t>**Представьте себе:** У нас есть беспилотный автомобиль или дрон. У него есть «органы чувств» — датчики:</a:t>
            </a:r>
          </a:p>
          <a:p>
            <a:r>
              <a:rPr lang="ru-RU" dirty="0"/>
              <a:t>- **GPS** — определяет местоположение</a:t>
            </a:r>
          </a:p>
          <a:p>
            <a:r>
              <a:rPr lang="ru-RU" dirty="0"/>
              <a:t>- **Камеры** — видят дорогу и знаки</a:t>
            </a:r>
          </a:p>
          <a:p>
            <a:r>
              <a:rPr lang="ru-RU" dirty="0"/>
              <a:t>- **</a:t>
            </a:r>
            <a:r>
              <a:rPr lang="ru-RU" dirty="0" err="1"/>
              <a:t>LiDAR</a:t>
            </a:r>
            <a:r>
              <a:rPr lang="ru-RU" dirty="0"/>
              <a:t>** (лазерный радар) — измеряет расстояние до объектов</a:t>
            </a:r>
          </a:p>
          <a:p>
            <a:r>
              <a:rPr lang="ru-RU" dirty="0"/>
              <a:t>- **Микрофоны** — понимают голосовые команды</a:t>
            </a:r>
          </a:p>
          <a:p>
            <a:r>
              <a:rPr lang="ru-RU" dirty="0"/>
              <a:t>- **IMU** (инерциальный блок) — чувствует ускорение и повороты</a:t>
            </a:r>
          </a:p>
          <a:p>
            <a:endParaRPr lang="ru-RU" dirty="0"/>
          </a:p>
          <a:p>
            <a:r>
              <a:rPr lang="ru-RU" dirty="0"/>
              <a:t>**Спуфинг** — это когда мы **обманываем** эти датчики, подсовывая им ложные данные. </a:t>
            </a:r>
          </a:p>
          <a:p>
            <a:endParaRPr lang="ru-RU" dirty="0"/>
          </a:p>
          <a:p>
            <a:r>
              <a:rPr lang="ru-RU" dirty="0"/>
              <a:t>**Ключевое ограничение:** Злоумышленник не может взломать компьютер автомобиля напрямую. Он может только «наврать» датчикам извне.</a:t>
            </a:r>
          </a:p>
          <a:p>
            <a:endParaRPr lang="ru-RU" dirty="0"/>
          </a:p>
          <a:p>
            <a:r>
              <a:rPr lang="ru-RU" dirty="0"/>
              <a:t>---</a:t>
            </a:r>
          </a:p>
          <a:p>
            <a:endParaRPr lang="ru-RU" dirty="0"/>
          </a:p>
          <a:p>
            <a:r>
              <a:rPr lang="ru-RU" dirty="0"/>
              <a:t>### **Как именно происходят атаки? Разбираем на примерах**</a:t>
            </a:r>
          </a:p>
          <a:p>
            <a:endParaRPr lang="ru-RU" dirty="0"/>
          </a:p>
          <a:p>
            <a:r>
              <a:rPr lang="ru-RU" dirty="0"/>
              <a:t>#### **1. Простые атаки («один обман — одно последствие»)**</a:t>
            </a:r>
          </a:p>
          <a:p>
            <a:endParaRPr lang="ru-RU" dirty="0"/>
          </a:p>
          <a:p>
            <a:r>
              <a:rPr lang="ru-RU" dirty="0"/>
              <a:t>**Атака 1: «Сломанный компас»**  </a:t>
            </a:r>
          </a:p>
          <a:p>
            <a:r>
              <a:rPr lang="ru-RU" dirty="0"/>
              <a:t>- **Что делаем:** Подделываем данные IMU (датчика ориентации)</a:t>
            </a:r>
          </a:p>
          <a:p>
            <a:r>
              <a:rPr lang="ru-RU" dirty="0"/>
              <a:t>- **Результат:** Дрон теряет равновесие и падает</a:t>
            </a:r>
          </a:p>
          <a:p>
            <a:r>
              <a:rPr lang="ru-RU" dirty="0"/>
              <a:t>- **Как будто:** Вы закрыли глаза пилоту и начали его крутить</a:t>
            </a:r>
          </a:p>
          <a:p>
            <a:endParaRPr lang="ru-RU" dirty="0"/>
          </a:p>
          <a:p>
            <a:r>
              <a:rPr lang="ru-RU" dirty="0"/>
              <a:t>**Атака 2: «Фальшивая зона»**  </a:t>
            </a:r>
          </a:p>
          <a:p>
            <a:r>
              <a:rPr lang="ru-RU" dirty="0"/>
              <a:t>- **Что делаем:** Подделываем GPS-сигнал</a:t>
            </a:r>
          </a:p>
          <a:p>
            <a:r>
              <a:rPr lang="ru-RU" dirty="0"/>
              <a:t>- **Результат:** Дрон думает, что попал в запретную зону, и садится</a:t>
            </a:r>
          </a:p>
          <a:p>
            <a:r>
              <a:rPr lang="ru-RU" dirty="0"/>
              <a:t>- **Как будто:** Вы сказали человеку, что он зашёл в опасную зону, и он убежал</a:t>
            </a:r>
          </a:p>
          <a:p>
            <a:endParaRPr lang="ru-RU" dirty="0"/>
          </a:p>
          <a:p>
            <a:r>
              <a:rPr lang="ru-RU" dirty="0"/>
              <a:t>**Атака 3: «Несуществующее препятствие»**  </a:t>
            </a:r>
          </a:p>
          <a:p>
            <a:r>
              <a:rPr lang="ru-RU" dirty="0"/>
              <a:t>- **Что делаем:** Создаём ложные точки в </a:t>
            </a:r>
            <a:r>
              <a:rPr lang="ru-RU" dirty="0" err="1"/>
              <a:t>LiDAR</a:t>
            </a:r>
            <a:endParaRPr lang="ru-RU" dirty="0"/>
          </a:p>
          <a:p>
            <a:r>
              <a:rPr lang="ru-RU" dirty="0"/>
              <a:t>- **Результат:** Автомобиль резко тормозит из-за «призрачного» препятствия</a:t>
            </a:r>
          </a:p>
          <a:p>
            <a:r>
              <a:rPr lang="ru-RU" dirty="0"/>
              <a:t>- **Как будто:** Вы крикнули «СТОЙ!» перед несуществующей ямой</a:t>
            </a:r>
          </a:p>
          <a:p>
            <a:endParaRPr lang="ru-RU" dirty="0"/>
          </a:p>
          <a:p>
            <a:r>
              <a:rPr lang="ru-RU" dirty="0"/>
              <a:t>---</a:t>
            </a:r>
          </a:p>
          <a:p>
            <a:endParaRPr lang="ru-RU" dirty="0"/>
          </a:p>
          <a:p>
            <a:r>
              <a:rPr lang="ru-RU" dirty="0"/>
              <a:t>#### **2. Сложные атаки («цепочка обманов»)**</a:t>
            </a:r>
          </a:p>
          <a:p>
            <a:endParaRPr lang="ru-RU" dirty="0"/>
          </a:p>
          <a:p>
            <a:r>
              <a:rPr lang="ru-RU" dirty="0"/>
              <a:t>**Атака 4: «Дрожащая камера»**  </a:t>
            </a:r>
          </a:p>
          <a:p>
            <a:r>
              <a:rPr lang="ru-RU" dirty="0"/>
              <a:t>- **Шаг 1:** Подделываем данные IMU → машина думает, что её трясёт</a:t>
            </a:r>
          </a:p>
          <a:p>
            <a:r>
              <a:rPr lang="ru-RU" dirty="0"/>
              <a:t>- **Шаг 2:** Система стабилизации пытается «убрать тряску» → камера смазывает изображение</a:t>
            </a:r>
          </a:p>
          <a:p>
            <a:r>
              <a:rPr lang="ru-RU" dirty="0"/>
              <a:t>- **Шаг 3:** Размытое изображение → компьютер не видит пешехода</a:t>
            </a:r>
          </a:p>
          <a:p>
            <a:r>
              <a:rPr lang="ru-RU" dirty="0"/>
              <a:t>- **Результат:** Автомобиль не останавливается перед человеком</a:t>
            </a:r>
          </a:p>
          <a:p>
            <a:endParaRPr lang="ru-RU" dirty="0"/>
          </a:p>
          <a:p>
            <a:r>
              <a:rPr lang="ru-RU" dirty="0"/>
              <a:t>**Атака 5: «Путаница со светофорами»**  </a:t>
            </a:r>
          </a:p>
          <a:p>
            <a:r>
              <a:rPr lang="ru-RU" dirty="0"/>
              <a:t>- **Шаг 1:** Подделываем GPS-позицию → машина не знает точно, где находится</a:t>
            </a:r>
          </a:p>
          <a:p>
            <a:r>
              <a:rPr lang="ru-RU" dirty="0"/>
              <a:t>- **Шаг 2:** Система неправильно определяет, какой светофор «её»</a:t>
            </a:r>
          </a:p>
          <a:p>
            <a:r>
              <a:rPr lang="ru-RU" dirty="0"/>
              <a:t>- **Шаг 3:** Автомобиль едет на красный свет</a:t>
            </a:r>
          </a:p>
          <a:p>
            <a:r>
              <a:rPr lang="ru-RU" dirty="0"/>
              <a:t>- **Результат:** Авария на перекрёстке</a:t>
            </a:r>
          </a:p>
          <a:p>
            <a:endParaRPr lang="ru-RU" dirty="0"/>
          </a:p>
          <a:p>
            <a:r>
              <a:rPr lang="ru-RU" dirty="0"/>
              <a:t>---</a:t>
            </a:r>
          </a:p>
          <a:p>
            <a:endParaRPr lang="ru-RU" dirty="0"/>
          </a:p>
          <a:p>
            <a:r>
              <a:rPr lang="ru-RU" dirty="0"/>
              <a:t>### **Почему это опасно?**</a:t>
            </a:r>
          </a:p>
          <a:p>
            <a:endParaRPr lang="ru-RU" dirty="0"/>
          </a:p>
          <a:p>
            <a:r>
              <a:rPr lang="ru-RU" dirty="0"/>
              <a:t>1. **Незаметность** — система не понимает, что её обманывают</a:t>
            </a:r>
          </a:p>
          <a:p>
            <a:r>
              <a:rPr lang="ru-RU" dirty="0"/>
              <a:t>2. **Каскадный эффект** — маленькая ложь приводит к большим последствиям</a:t>
            </a:r>
          </a:p>
          <a:p>
            <a:r>
              <a:rPr lang="ru-RU" dirty="0"/>
              <a:t>3. **Физическая безопасность** — могут пострадать люди</a:t>
            </a:r>
          </a:p>
          <a:p>
            <a:endParaRPr lang="ru-RU" dirty="0"/>
          </a:p>
          <a:p>
            <a:r>
              <a:rPr lang="ru-RU" dirty="0"/>
              <a:t>### **Как защищаться?**</a:t>
            </a:r>
          </a:p>
          <a:p>
            <a:endParaRPr lang="ru-RU" dirty="0"/>
          </a:p>
          <a:p>
            <a:r>
              <a:rPr lang="ru-RU" dirty="0"/>
              <a:t>- **Перекрёстная проверка** — если GPS показывает одно, а камера другое, нужно насторожиться</a:t>
            </a:r>
          </a:p>
          <a:p>
            <a:r>
              <a:rPr lang="ru-RU" dirty="0"/>
              <a:t>- **Аномалии поведения** — если система внезапно начинает делать странные вещи, возможно, её обманывают</a:t>
            </a:r>
          </a:p>
          <a:p>
            <a:r>
              <a:rPr lang="ru-RU" dirty="0"/>
              <a:t>- **Фильтрация сигналов** — отсеивать «невозможные» данные</a:t>
            </a:r>
          </a:p>
          <a:p>
            <a:endParaRPr lang="ru-RU" dirty="0"/>
          </a:p>
          <a:p>
            <a:r>
              <a:rPr lang="ru-RU" dirty="0"/>
              <a:t>---</a:t>
            </a:r>
          </a:p>
          <a:p>
            <a:endParaRPr lang="ru-RU" dirty="0"/>
          </a:p>
          <a:p>
            <a:r>
              <a:rPr lang="ru-RU" dirty="0"/>
              <a:t>### **Главный вывод**</a:t>
            </a:r>
          </a:p>
          <a:p>
            <a:endParaRPr lang="ru-RU" dirty="0"/>
          </a:p>
          <a:p>
            <a:r>
              <a:rPr lang="ru-RU" dirty="0"/>
              <a:t>Современные роботизированные системы очень умные, но их можно обмануть через «органы чувств». Задача инженеров — создавать системы, которые умеют распознавать такой обман и защищаться от него.</a:t>
            </a:r>
          </a:p>
          <a:p>
            <a:endParaRPr lang="ru-RU" dirty="0"/>
          </a:p>
          <a:p>
            <a:r>
              <a:rPr lang="ru-RU" dirty="0"/>
              <a:t>**Это как учить ребёнка:** «Если незнакомец предлагает конфету — не бери, даже если очень хочется». Система должна понимать, когда ей «предлагают конфету» и уметь говорить «нет».</a:t>
            </a:r>
          </a:p>
        </p:txBody>
      </p:sp>
      <p:sp>
        <p:nvSpPr>
          <p:cNvPr id="4" name="Номер слайда 3"/>
          <p:cNvSpPr>
            <a:spLocks noGrp="1"/>
          </p:cNvSpPr>
          <p:nvPr>
            <p:ph type="sldNum" sz="quarter" idx="5"/>
          </p:nvPr>
        </p:nvSpPr>
        <p:spPr/>
        <p:txBody>
          <a:bodyPr/>
          <a:lstStyle/>
          <a:p>
            <a:fld id="{B031B7BB-A9A1-40FA-ABB3-45C29D47E728}" type="slidenum">
              <a:rPr lang="ru-RU" smtClean="0"/>
              <a:t>20</a:t>
            </a:fld>
            <a:endParaRPr lang="ru-RU"/>
          </a:p>
        </p:txBody>
      </p:sp>
    </p:spTree>
    <p:extLst>
      <p:ext uri="{BB962C8B-B14F-4D97-AF65-F5344CB8AC3E}">
        <p14:creationId xmlns:p14="http://schemas.microsoft.com/office/powerpoint/2010/main" val="1492725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a:solidFill>
                  <a:schemeClr val="tx1"/>
                </a:solidFill>
                <a:effectLst/>
                <a:latin typeface="+mn-lt"/>
                <a:ea typeface="+mn-ea"/>
                <a:cs typeface="+mn-cs"/>
              </a:rPr>
              <a:t>Межсетевой экран для веб-приложений защищает сервисы от эксплуатации и попыток эксплуатации уязвимостей на уровне L7. Без WAF может случиться утечка пользовательских данных, отказ обслуживания сервиса, а нестабильно или некорректно работающий сайт может привести к остановке бизнеса. Если сканеры уязвимостей обращаются к вашим бэкендам с большим RPS, это может вызывать повышенную нагрузку на них.</a:t>
            </a:r>
          </a:p>
          <a:p>
            <a:r>
              <a:rPr lang="ru-RU" sz="1200" b="0" i="0" kern="1200" dirty="0">
                <a:solidFill>
                  <a:schemeClr val="tx1"/>
                </a:solidFill>
                <a:effectLst/>
                <a:latin typeface="+mn-lt"/>
                <a:ea typeface="+mn-ea"/>
                <a:cs typeface="+mn-cs"/>
              </a:rPr>
              <a:t>Что лучше использовать для разработки WAF: машинное обучение или текстовые правила? Кажется, что в 2025 году ответ на этот вопрос очевиден. Плюсы ML понятны. Такие решения могут, например, отражать атаки, сигнатуры которых ещё не известны специалистам по ИБ. Преимущества текстовых же правил в том, что они являются более понятными и интерпретируемыми.</a:t>
            </a:r>
          </a:p>
          <a:p>
            <a:r>
              <a:rPr lang="ru-RU" sz="1200" b="0" i="0" kern="1200" dirty="0">
                <a:solidFill>
                  <a:schemeClr val="tx1"/>
                </a:solidFill>
                <a:effectLst/>
                <a:latin typeface="+mn-lt"/>
                <a:ea typeface="+mn-ea"/>
                <a:cs typeface="+mn-cs"/>
              </a:rPr>
              <a:t>Однако на практике у каждого метода также есть свои ограничения. Чтобы лучше понять риски использования ML и текстовых правил, посмотрим подробнее, как это работает.</a:t>
            </a:r>
          </a:p>
          <a:p>
            <a:r>
              <a:rPr lang="ru-RU" sz="1200" b="0" i="0" kern="1200" dirty="0">
                <a:solidFill>
                  <a:schemeClr val="tx1"/>
                </a:solidFill>
                <a:effectLst/>
                <a:latin typeface="+mn-lt"/>
                <a:ea typeface="+mn-ea"/>
                <a:cs typeface="+mn-cs"/>
              </a:rPr>
              <a:t>Интерфейс решения</a:t>
            </a:r>
          </a:p>
          <a:p>
            <a:r>
              <a:rPr lang="ru-RU" sz="1200" b="0" i="0" kern="1200" dirty="0">
                <a:solidFill>
                  <a:schemeClr val="tx1"/>
                </a:solidFill>
                <a:effectLst/>
                <a:latin typeface="+mn-lt"/>
                <a:ea typeface="+mn-ea"/>
                <a:cs typeface="+mn-cs"/>
              </a:rPr>
              <a:t>Первое, что встречает пользователей при настройке WAF, — это WAF-профиль.</a:t>
            </a:r>
          </a:p>
          <a:p>
            <a:r>
              <a:rPr lang="ru-RU" sz="1200" b="0" i="0" kern="1200" dirty="0">
                <a:solidFill>
                  <a:schemeClr val="tx1"/>
                </a:solidFill>
                <a:effectLst/>
                <a:latin typeface="+mn-lt"/>
                <a:ea typeface="+mn-ea"/>
                <a:cs typeface="+mn-cs"/>
              </a:rPr>
              <a:t>Как происходит блокировка запроса? Чтобы разобраться в этом, стоит рассказать о некоторых абстракциях интерфейса.</a:t>
            </a:r>
          </a:p>
          <a:p>
            <a:r>
              <a:rPr lang="ru-RU" sz="1200" b="1" i="0" kern="1200" dirty="0">
                <a:solidFill>
                  <a:schemeClr val="tx1"/>
                </a:solidFill>
                <a:effectLst/>
                <a:latin typeface="+mn-lt"/>
                <a:ea typeface="+mn-ea"/>
                <a:cs typeface="+mn-cs"/>
              </a:rPr>
              <a:t>Группы правил</a:t>
            </a:r>
            <a:r>
              <a:rPr lang="ru-RU" sz="1200" b="0" i="0" kern="1200" dirty="0">
                <a:solidFill>
                  <a:schemeClr val="tx1"/>
                </a:solidFill>
                <a:effectLst/>
                <a:latin typeface="+mn-lt"/>
                <a:ea typeface="+mn-ea"/>
                <a:cs typeface="+mn-cs"/>
              </a:rPr>
              <a:t>. Все правила в каждом наборе от Яндекса объединены в группы по атакам, которые они отражают. Например, есть группы правил SQL-инъекций и RCE.</a:t>
            </a:r>
          </a:p>
          <a:p>
            <a:r>
              <a:rPr lang="ru-RU" sz="1200" b="1" i="0" kern="1200" dirty="0">
                <a:solidFill>
                  <a:schemeClr val="tx1"/>
                </a:solidFill>
                <a:effectLst/>
                <a:latin typeface="+mn-lt"/>
                <a:ea typeface="+mn-ea"/>
                <a:cs typeface="+mn-cs"/>
              </a:rPr>
              <a:t>Балл аномальности</a:t>
            </a:r>
            <a:r>
              <a:rPr lang="ru-RU" sz="1200" b="0" i="0" kern="1200" dirty="0">
                <a:solidFill>
                  <a:schemeClr val="tx1"/>
                </a:solidFill>
                <a:effectLst/>
                <a:latin typeface="+mn-lt"/>
                <a:ea typeface="+mn-ea"/>
                <a:cs typeface="+mn-cs"/>
              </a:rPr>
              <a:t>. Каждое правило имеет свой вес — иными словами, аномальность. Для любого сработавшего правила аномальность добавляется в общую сумму группы. Например, если в группе сработало три правила с весом 1, то общая сумма для группы будет 3.</a:t>
            </a:r>
          </a:p>
          <a:p>
            <a:r>
              <a:rPr lang="ru-RU" sz="1200" b="1" i="0" kern="1200" dirty="0">
                <a:solidFill>
                  <a:schemeClr val="tx1"/>
                </a:solidFill>
                <a:effectLst/>
                <a:latin typeface="+mn-lt"/>
                <a:ea typeface="+mn-ea"/>
                <a:cs typeface="+mn-cs"/>
              </a:rPr>
              <a:t>Правила-исключения</a:t>
            </a:r>
            <a:r>
              <a:rPr lang="ru-RU" sz="1200" b="0" i="0" kern="1200" dirty="0">
                <a:solidFill>
                  <a:schemeClr val="tx1"/>
                </a:solidFill>
                <a:effectLst/>
                <a:latin typeface="+mn-lt"/>
                <a:ea typeface="+mn-ea"/>
                <a:cs typeface="+mn-cs"/>
              </a:rPr>
              <a:t>, которые позволяют отключить часть правил или все, если трафик соответствует определённым условиям. Можно, например, отключить часть правил для конкретной API-ручки.</a:t>
            </a:r>
          </a:p>
          <a:p>
            <a:r>
              <a:rPr lang="ru-RU" sz="1200" b="0" i="0" kern="1200" dirty="0">
                <a:solidFill>
                  <a:schemeClr val="tx1"/>
                </a:solidFill>
                <a:effectLst/>
                <a:latin typeface="+mn-lt"/>
                <a:ea typeface="+mn-ea"/>
                <a:cs typeface="+mn-cs"/>
              </a:rPr>
              <a:t>Как устроена ML-модель и как её учили</a:t>
            </a:r>
          </a:p>
          <a:p>
            <a:r>
              <a:rPr lang="ru-RU" sz="1200" b="0" i="0" kern="1200" dirty="0">
                <a:solidFill>
                  <a:schemeClr val="tx1"/>
                </a:solidFill>
                <a:effectLst/>
                <a:latin typeface="+mn-lt"/>
                <a:ea typeface="+mn-ea"/>
                <a:cs typeface="+mn-cs"/>
              </a:rPr>
              <a:t>Мы используем </a:t>
            </a:r>
            <a:r>
              <a:rPr lang="ru-RU" sz="1200" b="0" i="0" kern="1200" dirty="0" err="1">
                <a:solidFill>
                  <a:schemeClr val="tx1"/>
                </a:solidFill>
                <a:effectLst/>
                <a:latin typeface="+mn-lt"/>
                <a:ea typeface="+mn-ea"/>
                <a:cs typeface="+mn-cs"/>
              </a:rPr>
              <a:t>CatBoost</a:t>
            </a:r>
            <a:r>
              <a:rPr lang="ru-RU" sz="1200" b="0" i="0" kern="1200" dirty="0">
                <a:solidFill>
                  <a:schemeClr val="tx1"/>
                </a:solidFill>
                <a:effectLst/>
                <a:latin typeface="+mn-lt"/>
                <a:ea typeface="+mn-ea"/>
                <a:cs typeface="+mn-cs"/>
              </a:rPr>
              <a:t> на основе </a:t>
            </a:r>
            <a:r>
              <a:rPr lang="ru-RU" sz="1200" b="0" i="0" kern="1200" dirty="0" err="1">
                <a:solidFill>
                  <a:schemeClr val="tx1"/>
                </a:solidFill>
                <a:effectLst/>
                <a:latin typeface="+mn-lt"/>
                <a:ea typeface="+mn-ea"/>
                <a:cs typeface="+mn-cs"/>
              </a:rPr>
              <a:t>float</a:t>
            </a:r>
            <a:r>
              <a:rPr lang="ru-RU" sz="1200" b="0" i="0" kern="1200" dirty="0">
                <a:solidFill>
                  <a:schemeClr val="tx1"/>
                </a:solidFill>
                <a:effectLst/>
                <a:latin typeface="+mn-lt"/>
                <a:ea typeface="+mn-ea"/>
                <a:cs typeface="+mn-cs"/>
              </a:rPr>
              <a:t>-фич. Векторизацию мы сделали с помощью словаря N-грамм. Модель, в свою очередь, решает задачу </a:t>
            </a:r>
            <a:r>
              <a:rPr lang="ru-RU" sz="1200" b="0" i="0" kern="1200" dirty="0" err="1">
                <a:solidFill>
                  <a:schemeClr val="tx1"/>
                </a:solidFill>
                <a:effectLst/>
                <a:latin typeface="+mn-lt"/>
                <a:ea typeface="+mn-ea"/>
                <a:cs typeface="+mn-cs"/>
              </a:rPr>
              <a:t>мультитаргетной</a:t>
            </a:r>
            <a:r>
              <a:rPr lang="ru-RU" sz="1200" b="0" i="0" kern="1200" dirty="0">
                <a:solidFill>
                  <a:schemeClr val="tx1"/>
                </a:solidFill>
                <a:effectLst/>
                <a:latin typeface="+mn-lt"/>
                <a:ea typeface="+mn-ea"/>
                <a:cs typeface="+mn-cs"/>
              </a:rPr>
              <a:t> классификации.</a:t>
            </a:r>
          </a:p>
          <a:p>
            <a:r>
              <a:rPr lang="ru-RU" sz="1200" b="0" i="0" kern="1200" dirty="0">
                <a:solidFill>
                  <a:schemeClr val="tx1"/>
                </a:solidFill>
                <a:effectLst/>
                <a:latin typeface="+mn-lt"/>
                <a:ea typeface="+mn-ea"/>
                <a:cs typeface="+mn-cs"/>
              </a:rPr>
              <a:t>Также мы тестировали архитектуру BERT, но поняли, что она работает медленно и требует довольно много железа, а метрики качества улучшаются не слишком сильно.</a:t>
            </a:r>
          </a:p>
          <a:p>
            <a:r>
              <a:rPr lang="ru-RU" sz="1200" b="0" i="0" kern="1200" dirty="0">
                <a:solidFill>
                  <a:schemeClr val="tx1"/>
                </a:solidFill>
                <a:effectLst/>
                <a:latin typeface="+mn-lt"/>
                <a:ea typeface="+mn-ea"/>
                <a:cs typeface="+mn-cs"/>
              </a:rPr>
              <a:t>Данные мы берём из публичных справочников атак. Также у нас есть размеченный трафик Яндекса, </a:t>
            </a:r>
            <a:r>
              <a:rPr lang="ru-RU" sz="1200" b="0" i="0" kern="1200" dirty="0" err="1">
                <a:solidFill>
                  <a:schemeClr val="tx1"/>
                </a:solidFill>
                <a:effectLst/>
                <a:latin typeface="+mn-lt"/>
                <a:ea typeface="+mn-ea"/>
                <a:cs typeface="+mn-cs"/>
              </a:rPr>
              <a:t>аугментированные</a:t>
            </a:r>
            <a:r>
              <a:rPr lang="ru-RU" sz="1200" b="0" i="0" kern="1200" dirty="0">
                <a:solidFill>
                  <a:schemeClr val="tx1"/>
                </a:solidFill>
                <a:effectLst/>
                <a:latin typeface="+mn-lt"/>
                <a:ea typeface="+mn-ea"/>
                <a:cs typeface="+mn-cs"/>
              </a:rPr>
              <a:t> данные, которые мы получаем путём синтеза других данных, и данные, которые генерируют большие языковые модели. Все эти данные нужны для того, чтобы улучшать метрики качества.</a:t>
            </a:r>
          </a:p>
          <a:p>
            <a:r>
              <a:rPr lang="ru-RU" sz="1200" b="0" i="0" kern="1200" dirty="0">
                <a:solidFill>
                  <a:schemeClr val="tx1"/>
                </a:solidFill>
                <a:effectLst/>
                <a:latin typeface="+mn-lt"/>
                <a:ea typeface="+mn-ea"/>
                <a:cs typeface="+mn-cs"/>
              </a:rPr>
              <a:t>Существуют риски и ограничения, которые связаны с разными </a:t>
            </a:r>
            <a:r>
              <a:rPr lang="ru-RU" sz="1200" b="0" i="0" kern="1200" dirty="0" err="1">
                <a:solidFill>
                  <a:schemeClr val="tx1"/>
                </a:solidFill>
                <a:effectLst/>
                <a:latin typeface="+mn-lt"/>
                <a:ea typeface="+mn-ea"/>
                <a:cs typeface="+mn-cs"/>
              </a:rPr>
              <a:t>рулсетами</a:t>
            </a:r>
            <a:r>
              <a:rPr lang="ru-RU" sz="1200" b="0" i="0" kern="1200" dirty="0">
                <a:solidFill>
                  <a:schemeClr val="tx1"/>
                </a:solidFill>
                <a:effectLst/>
                <a:latin typeface="+mn-lt"/>
                <a:ea typeface="+mn-ea"/>
                <a:cs typeface="+mn-cs"/>
              </a:rPr>
              <a:t> и их использованием. Для машинного обучения это классическая проблема с менее понятными и менее интерпретируемыми результатами относительно регулярок. Например, если добавлять какие-то символы к нагрузке, то регулярка не изменит свой вердикт, а модель машинного обучения может. Мы, конечно, работаем над этим, но такая вероятность есть.</a:t>
            </a:r>
          </a:p>
          <a:p>
            <a:r>
              <a:rPr lang="ru-RU" sz="1200" b="0" i="0" kern="1200" dirty="0">
                <a:solidFill>
                  <a:schemeClr val="tx1"/>
                </a:solidFill>
                <a:effectLst/>
                <a:latin typeface="+mn-lt"/>
                <a:ea typeface="+mn-ea"/>
                <a:cs typeface="+mn-cs"/>
              </a:rPr>
              <a:t>У Yandex </a:t>
            </a:r>
            <a:r>
              <a:rPr lang="ru-RU" sz="1200" b="0" i="0" kern="1200" dirty="0" err="1">
                <a:solidFill>
                  <a:schemeClr val="tx1"/>
                </a:solidFill>
                <a:effectLst/>
                <a:latin typeface="+mn-lt"/>
                <a:ea typeface="+mn-ea"/>
                <a:cs typeface="+mn-cs"/>
              </a:rPr>
              <a:t>Ruleset</a:t>
            </a:r>
            <a:r>
              <a:rPr lang="ru-RU" sz="1200" b="0" i="0" kern="1200" dirty="0">
                <a:solidFill>
                  <a:schemeClr val="tx1"/>
                </a:solidFill>
                <a:effectLst/>
                <a:latin typeface="+mn-lt"/>
                <a:ea typeface="+mn-ea"/>
                <a:cs typeface="+mn-cs"/>
              </a:rPr>
              <a:t> ограничения тоже понятны. Он не может автоматически подстраиваться под новые атаки, в отличие от машинного обучения, потому что это статический набор правил. Кроме того, в полноте он ограничен экспертизой человека.</a:t>
            </a:r>
          </a:p>
          <a:p>
            <a:r>
              <a:rPr lang="ru-RU" sz="1200" b="0" i="0" kern="1200" dirty="0">
                <a:solidFill>
                  <a:schemeClr val="tx1"/>
                </a:solidFill>
                <a:effectLst/>
                <a:latin typeface="+mn-lt"/>
                <a:ea typeface="+mn-ea"/>
                <a:cs typeface="+mn-cs"/>
              </a:rPr>
              <a:t>Использование трёх наборов правил помогает нам обойти ограничения каждого из них и при этом объединить разные возможности.</a:t>
            </a:r>
          </a:p>
          <a:p>
            <a:r>
              <a:rPr lang="ru-RU" sz="1200" b="0" i="0" kern="1200" dirty="0">
                <a:solidFill>
                  <a:schemeClr val="tx1"/>
                </a:solidFill>
                <a:effectLst/>
                <a:latin typeface="+mn-lt"/>
                <a:ea typeface="+mn-ea"/>
                <a:cs typeface="+mn-cs"/>
              </a:rPr>
              <a:t>Yandex </a:t>
            </a:r>
            <a:r>
              <a:rPr lang="ru-RU" sz="1200" b="0" i="0" kern="1200" dirty="0" err="1">
                <a:solidFill>
                  <a:schemeClr val="tx1"/>
                </a:solidFill>
                <a:effectLst/>
                <a:latin typeface="+mn-lt"/>
                <a:ea typeface="+mn-ea"/>
                <a:cs typeface="+mn-cs"/>
              </a:rPr>
              <a:t>Malicious</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Score</a:t>
            </a:r>
            <a:r>
              <a:rPr lang="ru-RU" sz="1200" b="0" i="0" kern="1200" dirty="0">
                <a:solidFill>
                  <a:schemeClr val="tx1"/>
                </a:solidFill>
                <a:effectLst/>
                <a:latin typeface="+mn-lt"/>
                <a:ea typeface="+mn-ea"/>
                <a:cs typeface="+mn-cs"/>
              </a:rPr>
              <a:t> работает довольно быстро, подстраивается под новые атаки, потому что основан на машинном обучении и постоянно обучается. Его довольно просто настраивать, фактически его нужно просто включить.</a:t>
            </a:r>
          </a:p>
          <a:p>
            <a:r>
              <a:rPr lang="ru-RU" sz="1200" b="0" i="0" kern="1200" dirty="0">
                <a:solidFill>
                  <a:schemeClr val="tx1"/>
                </a:solidFill>
                <a:effectLst/>
                <a:latin typeface="+mn-lt"/>
                <a:ea typeface="+mn-ea"/>
                <a:cs typeface="+mn-cs"/>
              </a:rPr>
              <a:t>Yandex </a:t>
            </a:r>
            <a:r>
              <a:rPr lang="ru-RU" sz="1200" b="0" i="0" kern="1200" dirty="0" err="1">
                <a:solidFill>
                  <a:schemeClr val="tx1"/>
                </a:solidFill>
                <a:effectLst/>
                <a:latin typeface="+mn-lt"/>
                <a:ea typeface="+mn-ea"/>
                <a:cs typeface="+mn-cs"/>
              </a:rPr>
              <a:t>Ruleset</a:t>
            </a:r>
            <a:r>
              <a:rPr lang="ru-RU" sz="1200" b="0" i="0" kern="1200" dirty="0">
                <a:solidFill>
                  <a:schemeClr val="tx1"/>
                </a:solidFill>
                <a:effectLst/>
                <a:latin typeface="+mn-lt"/>
                <a:ea typeface="+mn-ea"/>
                <a:cs typeface="+mn-cs"/>
              </a:rPr>
              <a:t> предсказуем, так как написан на текстовых правилах. Эксперты постоянно эти правила дописывают, и его тоже довольно просто настроить, так же как и ML WAF.</a:t>
            </a:r>
          </a:p>
          <a:p>
            <a:r>
              <a:rPr lang="ru-RU" sz="1200" b="0" i="0" kern="1200" dirty="0">
                <a:solidFill>
                  <a:schemeClr val="tx1"/>
                </a:solidFill>
                <a:effectLst/>
                <a:latin typeface="+mn-lt"/>
                <a:ea typeface="+mn-ea"/>
                <a:cs typeface="+mn-cs"/>
              </a:rPr>
              <a:t>OWASP CRS тоже предсказуем, так как написан в текстовых правилах. У него есть плюс — то, что он есть в </a:t>
            </a:r>
            <a:r>
              <a:rPr lang="ru-RU" sz="1200" b="0" i="0" kern="1200" dirty="0" err="1">
                <a:solidFill>
                  <a:schemeClr val="tx1"/>
                </a:solidFill>
                <a:effectLst/>
                <a:latin typeface="+mn-lt"/>
                <a:ea typeface="+mn-ea"/>
                <a:cs typeface="+mn-cs"/>
              </a:rPr>
              <a:t>опенсорсе</a:t>
            </a:r>
            <a:r>
              <a:rPr lang="ru-RU" sz="1200" b="0" i="0" kern="1200" dirty="0">
                <a:solidFill>
                  <a:schemeClr val="tx1"/>
                </a:solidFill>
                <a:effectLst/>
                <a:latin typeface="+mn-lt"/>
                <a:ea typeface="+mn-ea"/>
                <a:cs typeface="+mn-cs"/>
              </a:rPr>
              <a:t> и постоянно обновляется комьюнити. Мы, со своей стороны, постоянно подтягиваем новые версии </a:t>
            </a:r>
            <a:r>
              <a:rPr lang="ru-RU" sz="1200" b="0" i="0" kern="1200" dirty="0" err="1">
                <a:solidFill>
                  <a:schemeClr val="tx1"/>
                </a:solidFill>
                <a:effectLst/>
                <a:latin typeface="+mn-lt"/>
                <a:ea typeface="+mn-ea"/>
                <a:cs typeface="+mn-cs"/>
              </a:rPr>
              <a:t>рулсета</a:t>
            </a:r>
            <a:r>
              <a:rPr lang="ru-RU" sz="1200" b="0" i="0" kern="1200" dirty="0">
                <a:solidFill>
                  <a:schemeClr val="tx1"/>
                </a:solidFill>
                <a:effectLst/>
                <a:latin typeface="+mn-lt"/>
                <a:ea typeface="+mn-ea"/>
                <a:cs typeface="+mn-cs"/>
              </a:rPr>
              <a:t> к себе, но его чуть сложнее настраивать. Надо включать на высокий уровень </a:t>
            </a:r>
            <a:r>
              <a:rPr lang="ru-RU" sz="1200" b="0" i="0" kern="1200" dirty="0" err="1">
                <a:solidFill>
                  <a:schemeClr val="tx1"/>
                </a:solidFill>
                <a:effectLst/>
                <a:latin typeface="+mn-lt"/>
                <a:ea typeface="+mn-ea"/>
                <a:cs typeface="+mn-cs"/>
              </a:rPr>
              <a:t>Paranoia</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level</a:t>
            </a:r>
            <a:r>
              <a:rPr lang="ru-RU" sz="1200" b="0" i="0" kern="1200" dirty="0">
                <a:solidFill>
                  <a:schemeClr val="tx1"/>
                </a:solidFill>
                <a:effectLst/>
                <a:latin typeface="+mn-lt"/>
                <a:ea typeface="+mn-ea"/>
                <a:cs typeface="+mn-cs"/>
              </a:rPr>
              <a:t>, работать с </a:t>
            </a:r>
            <a:r>
              <a:rPr lang="ru-RU" sz="1200" b="0" i="0" kern="1200" dirty="0" err="1">
                <a:solidFill>
                  <a:schemeClr val="tx1"/>
                </a:solidFill>
                <a:effectLst/>
                <a:latin typeface="+mn-lt"/>
                <a:ea typeface="+mn-ea"/>
                <a:cs typeface="+mn-cs"/>
              </a:rPr>
              <a:t>false-positive</a:t>
            </a:r>
            <a:r>
              <a:rPr lang="ru-RU" sz="1200" b="0" i="0" kern="1200" dirty="0">
                <a:solidFill>
                  <a:schemeClr val="tx1"/>
                </a:solidFill>
                <a:effectLst/>
                <a:latin typeface="+mn-lt"/>
                <a:ea typeface="+mn-ea"/>
                <a:cs typeface="+mn-cs"/>
              </a:rPr>
              <a:t> и так далее. Также скорее всего для его настройки понадобится ИБ-специалист.</a:t>
            </a:r>
          </a:p>
          <a:p>
            <a:endParaRPr lang="ru-RU" sz="1200" b="0" i="0" kern="1200" dirty="0">
              <a:solidFill>
                <a:schemeClr val="tx1"/>
              </a:solidFill>
              <a:effectLst/>
              <a:latin typeface="+mn-lt"/>
              <a:ea typeface="+mn-ea"/>
              <a:cs typeface="+mn-cs"/>
            </a:endParaRP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21</a:t>
            </a:fld>
            <a:endParaRPr lang="ru-RU"/>
          </a:p>
        </p:txBody>
      </p:sp>
    </p:spTree>
    <p:extLst>
      <p:ext uri="{BB962C8B-B14F-4D97-AF65-F5344CB8AC3E}">
        <p14:creationId xmlns:p14="http://schemas.microsoft.com/office/powerpoint/2010/main" val="36197788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1" kern="1200" dirty="0">
                <a:solidFill>
                  <a:schemeClr val="tx1"/>
                </a:solidFill>
                <a:effectLst/>
                <a:latin typeface="+mn-lt"/>
                <a:ea typeface="+mn-ea"/>
                <a:cs typeface="+mn-cs"/>
              </a:rPr>
              <a:t>1. Качественная трансформация безопасности</a:t>
            </a:r>
          </a:p>
          <a:p>
            <a:r>
              <a:rPr lang="ru-RU" sz="1200" b="0" i="0" kern="1200" dirty="0">
                <a:solidFill>
                  <a:schemeClr val="tx1"/>
                </a:solidFill>
                <a:effectLst/>
                <a:latin typeface="+mn-lt"/>
                <a:ea typeface="+mn-ea"/>
                <a:cs typeface="+mn-cs"/>
              </a:rPr>
              <a:t>Искусственный интеллект произвел революцию в кибербезопасности, переведя защитные системы из реактивного в проактивное состояние. Традиционные сигнатурные методы уступают место предиктивной аналитике, где угрозы обнаруживаются до их полномасштабной реализации. Современные ИИ-решения способны выявлять сложные многомерные атаки, которые остаются невидимыми для </a:t>
            </a:r>
            <a:r>
              <a:rPr lang="ru-RU" sz="1200" b="0" i="0" kern="1200" dirty="0" err="1">
                <a:solidFill>
                  <a:schemeClr val="tx1"/>
                </a:solidFill>
                <a:effectLst/>
                <a:latin typeface="+mn-lt"/>
                <a:ea typeface="+mn-ea"/>
                <a:cs typeface="+mn-cs"/>
              </a:rPr>
              <a:t>rule-based</a:t>
            </a:r>
            <a:r>
              <a:rPr lang="ru-RU" sz="1200" b="0" i="0" kern="1200" dirty="0">
                <a:solidFill>
                  <a:schemeClr val="tx1"/>
                </a:solidFill>
                <a:effectLst/>
                <a:latin typeface="+mn-lt"/>
                <a:ea typeface="+mn-ea"/>
                <a:cs typeface="+mn-cs"/>
              </a:rPr>
              <a:t> систем.</a:t>
            </a:r>
          </a:p>
          <a:p>
            <a:r>
              <a:rPr lang="ru-RU" sz="1200" b="1" kern="1200" dirty="0">
                <a:solidFill>
                  <a:schemeClr val="tx1"/>
                </a:solidFill>
                <a:effectLst/>
                <a:latin typeface="+mn-lt"/>
                <a:ea typeface="+mn-ea"/>
                <a:cs typeface="+mn-cs"/>
              </a:rPr>
              <a:t>2. Ключевые технологические достижения</a:t>
            </a:r>
          </a:p>
          <a:p>
            <a:r>
              <a:rPr lang="ru-RU" sz="1200" b="1" i="0" kern="1200" dirty="0">
                <a:solidFill>
                  <a:schemeClr val="tx1"/>
                </a:solidFill>
                <a:effectLst/>
                <a:latin typeface="+mn-lt"/>
                <a:ea typeface="+mn-ea"/>
                <a:cs typeface="+mn-cs"/>
              </a:rPr>
              <a:t>Глубокое обучение</a:t>
            </a:r>
            <a:r>
              <a:rPr lang="ru-RU" sz="1200" b="0" i="0" kern="1200" dirty="0">
                <a:solidFill>
                  <a:schemeClr val="tx1"/>
                </a:solidFill>
                <a:effectLst/>
                <a:latin typeface="+mn-lt"/>
                <a:ea typeface="+mn-ea"/>
                <a:cs typeface="+mn-cs"/>
              </a:rPr>
              <a:t> продемонстрировало исключительную эффективность в задачах классификации сетевого трафика и анализа поведенческих паттернов. </a:t>
            </a:r>
            <a:r>
              <a:rPr lang="ru-RU" sz="1200" b="1" i="0" kern="1200" dirty="0">
                <a:solidFill>
                  <a:schemeClr val="tx1"/>
                </a:solidFill>
                <a:effectLst/>
                <a:latin typeface="+mn-lt"/>
                <a:ea typeface="+mn-ea"/>
                <a:cs typeface="+mn-cs"/>
              </a:rPr>
              <a:t>Рекуррентные нейронные сети</a:t>
            </a:r>
            <a:r>
              <a:rPr lang="ru-RU" sz="1200" b="0" i="0" kern="1200" dirty="0">
                <a:solidFill>
                  <a:schemeClr val="tx1"/>
                </a:solidFill>
                <a:effectLst/>
                <a:latin typeface="+mn-lt"/>
                <a:ea typeface="+mn-ea"/>
                <a:cs typeface="+mn-cs"/>
              </a:rPr>
              <a:t> (LSTM, GRU) успешно решают проблему обнаружения многостадийных APT-атак через анализ временных последовательностей. </a:t>
            </a:r>
            <a:r>
              <a:rPr lang="ru-RU" sz="1200" b="1" i="0" kern="1200" dirty="0" err="1">
                <a:solidFill>
                  <a:schemeClr val="tx1"/>
                </a:solidFill>
                <a:effectLst/>
                <a:latin typeface="+mn-lt"/>
                <a:ea typeface="+mn-ea"/>
                <a:cs typeface="+mn-cs"/>
              </a:rPr>
              <a:t>Автоэнкодеры</a:t>
            </a:r>
            <a:r>
              <a:rPr lang="ru-RU" sz="1200" b="0" i="0" kern="1200" dirty="0">
                <a:solidFill>
                  <a:schemeClr val="tx1"/>
                </a:solidFill>
                <a:effectLst/>
                <a:latin typeface="+mn-lt"/>
                <a:ea typeface="+mn-ea"/>
                <a:cs typeface="+mn-cs"/>
              </a:rPr>
              <a:t> и </a:t>
            </a:r>
            <a:r>
              <a:rPr lang="ru-RU" sz="1200" b="1" i="0" kern="1200" dirty="0">
                <a:solidFill>
                  <a:schemeClr val="tx1"/>
                </a:solidFill>
                <a:effectLst/>
                <a:latin typeface="+mn-lt"/>
                <a:ea typeface="+mn-ea"/>
                <a:cs typeface="+mn-cs"/>
              </a:rPr>
              <a:t>GAN</a:t>
            </a:r>
            <a:r>
              <a:rPr lang="ru-RU" sz="1200" b="0" i="0" kern="1200" dirty="0">
                <a:solidFill>
                  <a:schemeClr val="tx1"/>
                </a:solidFill>
                <a:effectLst/>
                <a:latin typeface="+mn-lt"/>
                <a:ea typeface="+mn-ea"/>
                <a:cs typeface="+mn-cs"/>
              </a:rPr>
              <a:t> открыли новые возможности в обнаружении аномалий и генерации синтетических данных для обучения.</a:t>
            </a:r>
          </a:p>
          <a:p>
            <a:r>
              <a:rPr lang="ru-RU" sz="1200" b="1" kern="1200" dirty="0">
                <a:solidFill>
                  <a:schemeClr val="tx1"/>
                </a:solidFill>
                <a:effectLst/>
                <a:latin typeface="+mn-lt"/>
                <a:ea typeface="+mn-ea"/>
                <a:cs typeface="+mn-cs"/>
              </a:rPr>
              <a:t>3. Практическая эффективность в различных доменах</a:t>
            </a:r>
          </a:p>
          <a:p>
            <a:r>
              <a:rPr lang="ru-RU" sz="1200" b="1" i="0" kern="1200" dirty="0">
                <a:solidFill>
                  <a:schemeClr val="tx1"/>
                </a:solidFill>
                <a:effectLst/>
                <a:latin typeface="+mn-lt"/>
                <a:ea typeface="+mn-ea"/>
                <a:cs typeface="+mn-cs"/>
              </a:rPr>
              <a:t>NGFW:</a:t>
            </a:r>
            <a:r>
              <a:rPr lang="ru-RU" sz="1200" b="0" i="0" kern="1200" dirty="0">
                <a:solidFill>
                  <a:schemeClr val="tx1"/>
                </a:solidFill>
                <a:effectLst/>
                <a:latin typeface="+mn-lt"/>
                <a:ea typeface="+mn-ea"/>
                <a:cs typeface="+mn-cs"/>
              </a:rPr>
              <a:t> Снижение ложных срабатываний на 40-60% при увеличении точности обнаружения неизвестных угроз</a:t>
            </a:r>
          </a:p>
          <a:p>
            <a:r>
              <a:rPr lang="ru-RU" sz="1200" b="1" i="0" kern="1200" dirty="0">
                <a:solidFill>
                  <a:schemeClr val="tx1"/>
                </a:solidFill>
                <a:effectLst/>
                <a:latin typeface="+mn-lt"/>
                <a:ea typeface="+mn-ea"/>
                <a:cs typeface="+mn-cs"/>
              </a:rPr>
              <a:t>WAF:</a:t>
            </a:r>
            <a:r>
              <a:rPr lang="ru-RU" sz="1200" b="0" i="0" kern="1200" dirty="0">
                <a:solidFill>
                  <a:schemeClr val="tx1"/>
                </a:solidFill>
                <a:effectLst/>
                <a:latin typeface="+mn-lt"/>
                <a:ea typeface="+mn-ea"/>
                <a:cs typeface="+mn-cs"/>
              </a:rPr>
              <a:t> Успешное выявление сложных </a:t>
            </a:r>
            <a:r>
              <a:rPr lang="ru-RU" sz="1200" b="0" i="0" kern="1200" dirty="0" err="1">
                <a:solidFill>
                  <a:schemeClr val="tx1"/>
                </a:solidFill>
                <a:effectLst/>
                <a:latin typeface="+mn-lt"/>
                <a:ea typeface="+mn-ea"/>
                <a:cs typeface="+mn-cs"/>
              </a:rPr>
              <a:t>SQLi</a:t>
            </a:r>
            <a:r>
              <a:rPr lang="ru-RU" sz="1200" b="0" i="0" kern="1200" dirty="0">
                <a:solidFill>
                  <a:schemeClr val="tx1"/>
                </a:solidFill>
                <a:effectLst/>
                <a:latin typeface="+mn-lt"/>
                <a:ea typeface="+mn-ea"/>
                <a:cs typeface="+mn-cs"/>
              </a:rPr>
              <a:t> и XSS атак с точностью превышающей 95%</a:t>
            </a:r>
          </a:p>
          <a:p>
            <a:r>
              <a:rPr lang="ru-RU" sz="1200" b="1" i="0" kern="1200" dirty="0">
                <a:solidFill>
                  <a:schemeClr val="tx1"/>
                </a:solidFill>
                <a:effectLst/>
                <a:latin typeface="+mn-lt"/>
                <a:ea typeface="+mn-ea"/>
                <a:cs typeface="+mn-cs"/>
              </a:rPr>
              <a:t>IDS/IPS:</a:t>
            </a:r>
            <a:r>
              <a:rPr lang="ru-RU" sz="1200" b="0" i="0" kern="1200" dirty="0">
                <a:solidFill>
                  <a:schemeClr val="tx1"/>
                </a:solidFill>
                <a:effectLst/>
                <a:latin typeface="+mn-lt"/>
                <a:ea typeface="+mn-ea"/>
                <a:cs typeface="+mn-cs"/>
              </a:rPr>
              <a:t> Сокращение времени обнаружения (MTTD) с дней до минут для целевых атак</a:t>
            </a:r>
          </a:p>
          <a:p>
            <a:r>
              <a:rPr lang="ru-RU" sz="1200" b="1" i="0" kern="1200" dirty="0">
                <a:solidFill>
                  <a:schemeClr val="tx1"/>
                </a:solidFill>
                <a:effectLst/>
                <a:latin typeface="+mn-lt"/>
                <a:ea typeface="+mn-ea"/>
                <a:cs typeface="+mn-cs"/>
              </a:rPr>
              <a:t>SIEM/SOAR:</a:t>
            </a:r>
            <a:r>
              <a:rPr lang="ru-RU" sz="1200" b="0" i="0" kern="1200" dirty="0">
                <a:solidFill>
                  <a:schemeClr val="tx1"/>
                </a:solidFill>
                <a:effectLst/>
                <a:latin typeface="+mn-lt"/>
                <a:ea typeface="+mn-ea"/>
                <a:cs typeface="+mn-cs"/>
              </a:rPr>
              <a:t> Автоматизация до 70% рутинных операций по расследованию инцидентов</a:t>
            </a:r>
          </a:p>
          <a:p>
            <a:r>
              <a:rPr lang="ru-RU" sz="1200" b="1" kern="1200" dirty="0">
                <a:solidFill>
                  <a:schemeClr val="tx1"/>
                </a:solidFill>
                <a:effectLst/>
                <a:latin typeface="+mn-lt"/>
                <a:ea typeface="+mn-ea"/>
                <a:cs typeface="+mn-cs"/>
              </a:rPr>
              <a:t>4. Операционные преимущества</a:t>
            </a:r>
          </a:p>
          <a:p>
            <a:r>
              <a:rPr lang="ru-RU" sz="1200" b="1" i="0" kern="1200" dirty="0">
                <a:solidFill>
                  <a:schemeClr val="tx1"/>
                </a:solidFill>
                <a:effectLst/>
                <a:latin typeface="+mn-lt"/>
                <a:ea typeface="+mn-ea"/>
                <a:cs typeface="+mn-cs"/>
              </a:rPr>
              <a:t>Экономические выгоды: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Снижение TCO на 25-35% через автоматизацию рутинных задач</a:t>
            </a:r>
          </a:p>
          <a:p>
            <a:r>
              <a:rPr lang="ru-RU" sz="1200" b="0" i="0" kern="1200" dirty="0">
                <a:solidFill>
                  <a:schemeClr val="tx1"/>
                </a:solidFill>
                <a:effectLst/>
                <a:latin typeface="+mn-lt"/>
                <a:ea typeface="+mn-ea"/>
                <a:cs typeface="+mn-cs"/>
              </a:rPr>
              <a:t>Оптимизация человеческих ресурсов через перераспределение экспертов на стратегические задачи</a:t>
            </a:r>
          </a:p>
          <a:p>
            <a:r>
              <a:rPr lang="ru-RU" sz="1200" b="0" i="0" kern="1200" dirty="0">
                <a:solidFill>
                  <a:schemeClr val="tx1"/>
                </a:solidFill>
                <a:effectLst/>
                <a:latin typeface="+mn-lt"/>
                <a:ea typeface="+mn-ea"/>
                <a:cs typeface="+mn-cs"/>
              </a:rPr>
              <a:t>Сокращение финансовых потерь от инцидентов на 40-50%</a:t>
            </a:r>
          </a:p>
          <a:p>
            <a:r>
              <a:rPr lang="ru-RU" sz="1200" b="1" i="0" kern="1200" dirty="0">
                <a:solidFill>
                  <a:schemeClr val="tx1"/>
                </a:solidFill>
                <a:effectLst/>
                <a:latin typeface="+mn-lt"/>
                <a:ea typeface="+mn-ea"/>
                <a:cs typeface="+mn-cs"/>
              </a:rPr>
              <a:t>Тактические преимущества:</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Круглосуточный мониторинг без "слепых зон"</a:t>
            </a:r>
          </a:p>
          <a:p>
            <a:r>
              <a:rPr lang="ru-RU" sz="1200" b="0" i="0" kern="1200" dirty="0">
                <a:solidFill>
                  <a:schemeClr val="tx1"/>
                </a:solidFill>
                <a:effectLst/>
                <a:latin typeface="+mn-lt"/>
                <a:ea typeface="+mn-ea"/>
                <a:cs typeface="+mn-cs"/>
              </a:rPr>
              <a:t>Адаптация к изменяющимся тактикам противника в реальном времени</a:t>
            </a:r>
          </a:p>
          <a:p>
            <a:r>
              <a:rPr lang="ru-RU" sz="1200" b="0" i="0" kern="1200" dirty="0">
                <a:solidFill>
                  <a:schemeClr val="tx1"/>
                </a:solidFill>
                <a:effectLst/>
                <a:latin typeface="+mn-lt"/>
                <a:ea typeface="+mn-ea"/>
                <a:cs typeface="+mn-cs"/>
              </a:rPr>
              <a:t>Интеграция разрозненных источников данных в единую картину угроз</a:t>
            </a:r>
          </a:p>
          <a:p>
            <a:r>
              <a:rPr lang="ru-RU" sz="1200" b="1" kern="1200" dirty="0">
                <a:solidFill>
                  <a:schemeClr val="tx1"/>
                </a:solidFill>
                <a:effectLst/>
                <a:latin typeface="+mn-lt"/>
                <a:ea typeface="+mn-ea"/>
                <a:cs typeface="+mn-cs"/>
              </a:rPr>
              <a:t>5. Критические вызовы и ограничения</a:t>
            </a:r>
          </a:p>
          <a:p>
            <a:r>
              <a:rPr lang="ru-RU" sz="1200" b="1" i="0" kern="1200" dirty="0">
                <a:solidFill>
                  <a:schemeClr val="tx1"/>
                </a:solidFill>
                <a:effectLst/>
                <a:latin typeface="+mn-lt"/>
                <a:ea typeface="+mn-ea"/>
                <a:cs typeface="+mn-cs"/>
              </a:rPr>
              <a:t>Технические проблемы: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Высокие вычислительные требования для реального времени анализа</a:t>
            </a:r>
          </a:p>
          <a:p>
            <a:r>
              <a:rPr lang="ru-RU" sz="1200" b="0" i="0" kern="1200" dirty="0">
                <a:solidFill>
                  <a:schemeClr val="tx1"/>
                </a:solidFill>
                <a:effectLst/>
                <a:latin typeface="+mn-lt"/>
                <a:ea typeface="+mn-ea"/>
                <a:cs typeface="+mn-cs"/>
              </a:rPr>
              <a:t>Проблемы интерпретируемости решений ("черный ящик")</a:t>
            </a:r>
          </a:p>
          <a:p>
            <a:r>
              <a:rPr lang="ru-RU" sz="1200" b="0" i="0" kern="1200" dirty="0">
                <a:solidFill>
                  <a:schemeClr val="tx1"/>
                </a:solidFill>
                <a:effectLst/>
                <a:latin typeface="+mn-lt"/>
                <a:ea typeface="+mn-ea"/>
                <a:cs typeface="+mn-cs"/>
              </a:rPr>
              <a:t>Уязвимость к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attacks</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Качество и репрезентативность тренировочных данных</a:t>
            </a:r>
          </a:p>
          <a:p>
            <a:r>
              <a:rPr lang="ru-RU" sz="1200" b="1" i="0" kern="1200" dirty="0">
                <a:solidFill>
                  <a:schemeClr val="tx1"/>
                </a:solidFill>
                <a:effectLst/>
                <a:latin typeface="+mn-lt"/>
                <a:ea typeface="+mn-ea"/>
                <a:cs typeface="+mn-cs"/>
              </a:rPr>
              <a:t>Операционные сложности:</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Дефицит квалифицированных специалистов по ML в безопасности</a:t>
            </a:r>
          </a:p>
          <a:p>
            <a:r>
              <a:rPr lang="ru-RU" sz="1200" b="0" i="0" kern="1200" dirty="0">
                <a:solidFill>
                  <a:schemeClr val="tx1"/>
                </a:solidFill>
                <a:effectLst/>
                <a:latin typeface="+mn-lt"/>
                <a:ea typeface="+mn-ea"/>
                <a:cs typeface="+mn-cs"/>
              </a:rPr>
              <a:t>Сложность интеграции с </a:t>
            </a:r>
            <a:r>
              <a:rPr lang="ru-RU" sz="1200" b="0" i="0" kern="1200" dirty="0" err="1">
                <a:solidFill>
                  <a:schemeClr val="tx1"/>
                </a:solidFill>
                <a:effectLst/>
                <a:latin typeface="+mn-lt"/>
                <a:ea typeface="+mn-ea"/>
                <a:cs typeface="+mn-cs"/>
              </a:rPr>
              <a:t>legacy</a:t>
            </a:r>
            <a:r>
              <a:rPr lang="ru-RU" sz="1200" b="0" i="0" kern="1200" dirty="0">
                <a:solidFill>
                  <a:schemeClr val="tx1"/>
                </a:solidFill>
                <a:effectLst/>
                <a:latin typeface="+mn-lt"/>
                <a:ea typeface="+mn-ea"/>
                <a:cs typeface="+mn-cs"/>
              </a:rPr>
              <a:t>-системами</a:t>
            </a:r>
          </a:p>
          <a:p>
            <a:r>
              <a:rPr lang="ru-RU" sz="1200" b="0" i="0" kern="1200" dirty="0">
                <a:solidFill>
                  <a:schemeClr val="tx1"/>
                </a:solidFill>
                <a:effectLst/>
                <a:latin typeface="+mn-lt"/>
                <a:ea typeface="+mn-ea"/>
                <a:cs typeface="+mn-cs"/>
              </a:rPr>
              <a:t>Необходимость постоянного переобучения и валидации моделей</a:t>
            </a:r>
          </a:p>
          <a:p>
            <a:r>
              <a:rPr lang="ru-RU" sz="1200" b="1" kern="1200" dirty="0">
                <a:solidFill>
                  <a:schemeClr val="tx1"/>
                </a:solidFill>
                <a:effectLst/>
                <a:latin typeface="+mn-lt"/>
                <a:ea typeface="+mn-ea"/>
                <a:cs typeface="+mn-cs"/>
              </a:rPr>
              <a:t>6. Будущие направления развития</a:t>
            </a:r>
          </a:p>
          <a:p>
            <a:r>
              <a:rPr lang="ru-RU" sz="1200" b="1" i="0" kern="1200" dirty="0">
                <a:solidFill>
                  <a:schemeClr val="tx1"/>
                </a:solidFill>
                <a:effectLst/>
                <a:latin typeface="+mn-lt"/>
                <a:ea typeface="+mn-ea"/>
                <a:cs typeface="+mn-cs"/>
              </a:rPr>
              <a:t>Перспективные технологии:</a:t>
            </a:r>
            <a:endParaRPr lang="ru-RU" sz="1200" b="0" i="0" kern="1200" dirty="0">
              <a:solidFill>
                <a:schemeClr val="tx1"/>
              </a:solidFill>
              <a:effectLst/>
              <a:latin typeface="+mn-lt"/>
              <a:ea typeface="+mn-ea"/>
              <a:cs typeface="+mn-cs"/>
            </a:endParaRPr>
          </a:p>
          <a:p>
            <a:r>
              <a:rPr lang="ru-RU" sz="1200" b="1" i="0" kern="1200" dirty="0">
                <a:solidFill>
                  <a:schemeClr val="tx1"/>
                </a:solidFill>
                <a:effectLst/>
                <a:latin typeface="+mn-lt"/>
                <a:ea typeface="+mn-ea"/>
                <a:cs typeface="+mn-cs"/>
              </a:rPr>
              <a:t>Федеративное обучение</a:t>
            </a:r>
            <a:r>
              <a:rPr lang="ru-RU" sz="1200" b="0" i="0" kern="1200" dirty="0">
                <a:solidFill>
                  <a:schemeClr val="tx1"/>
                </a:solidFill>
                <a:effectLst/>
                <a:latin typeface="+mn-lt"/>
                <a:ea typeface="+mn-ea"/>
                <a:cs typeface="+mn-cs"/>
              </a:rPr>
              <a:t> для распределенного анализа без централизации данных</a:t>
            </a:r>
          </a:p>
          <a:p>
            <a:r>
              <a:rPr lang="ru-RU" sz="1200" b="1" i="0" kern="1200" dirty="0" err="1">
                <a:solidFill>
                  <a:schemeClr val="tx1"/>
                </a:solidFill>
                <a:effectLst/>
                <a:latin typeface="+mn-lt"/>
                <a:ea typeface="+mn-ea"/>
                <a:cs typeface="+mn-cs"/>
              </a:rPr>
              <a:t>Графовые</a:t>
            </a:r>
            <a:r>
              <a:rPr lang="ru-RU" sz="1200" b="1" i="0" kern="1200" dirty="0">
                <a:solidFill>
                  <a:schemeClr val="tx1"/>
                </a:solidFill>
                <a:effectLst/>
                <a:latin typeface="+mn-lt"/>
                <a:ea typeface="+mn-ea"/>
                <a:cs typeface="+mn-cs"/>
              </a:rPr>
              <a:t> нейронные сети</a:t>
            </a:r>
            <a:r>
              <a:rPr lang="ru-RU" sz="1200" b="0" i="0" kern="1200" dirty="0">
                <a:solidFill>
                  <a:schemeClr val="tx1"/>
                </a:solidFill>
                <a:effectLst/>
                <a:latin typeface="+mn-lt"/>
                <a:ea typeface="+mn-ea"/>
                <a:cs typeface="+mn-cs"/>
              </a:rPr>
              <a:t> для анализа сложных сетевых взаимосвязей</a:t>
            </a:r>
          </a:p>
          <a:p>
            <a:r>
              <a:rPr lang="ru-RU" sz="1200" b="1" i="0" kern="1200" dirty="0">
                <a:solidFill>
                  <a:schemeClr val="tx1"/>
                </a:solidFill>
                <a:effectLst/>
                <a:latin typeface="+mn-lt"/>
                <a:ea typeface="+mn-ea"/>
                <a:cs typeface="+mn-cs"/>
              </a:rPr>
              <a:t>Нейроморфные вычисления</a:t>
            </a:r>
            <a:r>
              <a:rPr lang="ru-RU" sz="1200" b="0" i="0" kern="1200" dirty="0">
                <a:solidFill>
                  <a:schemeClr val="tx1"/>
                </a:solidFill>
                <a:effectLst/>
                <a:latin typeface="+mn-lt"/>
                <a:ea typeface="+mn-ea"/>
                <a:cs typeface="+mn-cs"/>
              </a:rPr>
              <a:t> для энергоэффективной обработки трафика</a:t>
            </a:r>
          </a:p>
          <a:p>
            <a:r>
              <a:rPr lang="ru-RU" sz="1200" b="1" i="0" kern="1200" dirty="0" err="1">
                <a:solidFill>
                  <a:schemeClr val="tx1"/>
                </a:solidFill>
                <a:effectLst/>
                <a:latin typeface="+mn-lt"/>
                <a:ea typeface="+mn-ea"/>
                <a:cs typeface="+mn-cs"/>
              </a:rPr>
              <a:t>Explainable</a:t>
            </a:r>
            <a:r>
              <a:rPr lang="ru-RU" sz="1200" b="1" i="0" kern="1200" dirty="0">
                <a:solidFill>
                  <a:schemeClr val="tx1"/>
                </a:solidFill>
                <a:effectLst/>
                <a:latin typeface="+mn-lt"/>
                <a:ea typeface="+mn-ea"/>
                <a:cs typeface="+mn-cs"/>
              </a:rPr>
              <a:t> AI (XAI)</a:t>
            </a:r>
            <a:r>
              <a:rPr lang="ru-RU" sz="1200" b="0" i="0" kern="1200" dirty="0">
                <a:solidFill>
                  <a:schemeClr val="tx1"/>
                </a:solidFill>
                <a:effectLst/>
                <a:latin typeface="+mn-lt"/>
                <a:ea typeface="+mn-ea"/>
                <a:cs typeface="+mn-cs"/>
              </a:rPr>
              <a:t> для повышения прозрачности принятия решений</a:t>
            </a:r>
          </a:p>
          <a:p>
            <a:r>
              <a:rPr lang="ru-RU" sz="1200" b="1" i="0" kern="1200" dirty="0">
                <a:solidFill>
                  <a:schemeClr val="tx1"/>
                </a:solidFill>
                <a:effectLst/>
                <a:latin typeface="+mn-lt"/>
                <a:ea typeface="+mn-ea"/>
                <a:cs typeface="+mn-cs"/>
              </a:rPr>
              <a:t>Стратегические тренды:</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Конвергенция в платформы </a:t>
            </a:r>
            <a:r>
              <a:rPr lang="ru-RU" sz="1200" b="1" i="0" kern="1200" dirty="0">
                <a:solidFill>
                  <a:schemeClr val="tx1"/>
                </a:solidFill>
                <a:effectLst/>
                <a:latin typeface="+mn-lt"/>
                <a:ea typeface="+mn-ea"/>
                <a:cs typeface="+mn-cs"/>
              </a:rPr>
              <a:t>XDR</a:t>
            </a:r>
            <a:r>
              <a:rPr lang="ru-RU" sz="1200" b="0" i="0" kern="1200" dirty="0">
                <a:solidFill>
                  <a:schemeClr val="tx1"/>
                </a:solidFill>
                <a:effectLst/>
                <a:latin typeface="+mn-lt"/>
                <a:ea typeface="+mn-ea"/>
                <a:cs typeface="+mn-cs"/>
              </a:rPr>
              <a:t> с единым AI-ядром</a:t>
            </a:r>
          </a:p>
          <a:p>
            <a:r>
              <a:rPr lang="ru-RU" sz="1200" b="0" i="0" kern="1200" dirty="0">
                <a:solidFill>
                  <a:schemeClr val="tx1"/>
                </a:solidFill>
                <a:effectLst/>
                <a:latin typeface="+mn-lt"/>
                <a:ea typeface="+mn-ea"/>
                <a:cs typeface="+mn-cs"/>
              </a:rPr>
              <a:t>Развитие </a:t>
            </a:r>
            <a:r>
              <a:rPr lang="ru-RU" sz="1200" b="1" i="0" kern="1200" dirty="0" err="1">
                <a:solidFill>
                  <a:schemeClr val="tx1"/>
                </a:solidFill>
                <a:effectLst/>
                <a:latin typeface="+mn-lt"/>
                <a:ea typeface="+mn-ea"/>
                <a:cs typeface="+mn-cs"/>
              </a:rPr>
              <a:t>кибериммунных</a:t>
            </a:r>
            <a:r>
              <a:rPr lang="ru-RU" sz="1200" b="1" i="0" kern="1200" dirty="0">
                <a:solidFill>
                  <a:schemeClr val="tx1"/>
                </a:solidFill>
                <a:effectLst/>
                <a:latin typeface="+mn-lt"/>
                <a:ea typeface="+mn-ea"/>
                <a:cs typeface="+mn-cs"/>
              </a:rPr>
              <a:t> систем</a:t>
            </a:r>
            <a:r>
              <a:rPr lang="ru-RU" sz="1200" b="0" i="0" kern="1200" dirty="0">
                <a:solidFill>
                  <a:schemeClr val="tx1"/>
                </a:solidFill>
                <a:effectLst/>
                <a:latin typeface="+mn-lt"/>
                <a:ea typeface="+mn-ea"/>
                <a:cs typeface="+mn-cs"/>
              </a:rPr>
              <a:t> на основе принципов Zero Trust</a:t>
            </a:r>
          </a:p>
          <a:p>
            <a:r>
              <a:rPr lang="ru-RU" sz="1200" b="0" i="0" kern="1200" dirty="0">
                <a:solidFill>
                  <a:schemeClr val="tx1"/>
                </a:solidFill>
                <a:effectLst/>
                <a:latin typeface="+mn-lt"/>
                <a:ea typeface="+mn-ea"/>
                <a:cs typeface="+mn-cs"/>
              </a:rPr>
              <a:t>Создание </a:t>
            </a:r>
            <a:r>
              <a:rPr lang="ru-RU" sz="1200" b="1" i="0" kern="1200" dirty="0">
                <a:solidFill>
                  <a:schemeClr val="tx1"/>
                </a:solidFill>
                <a:effectLst/>
                <a:latin typeface="+mn-lt"/>
                <a:ea typeface="+mn-ea"/>
                <a:cs typeface="+mn-cs"/>
              </a:rPr>
              <a:t>автономных SOC</a:t>
            </a:r>
            <a:r>
              <a:rPr lang="ru-RU" sz="1200" b="0" i="0" kern="1200" dirty="0">
                <a:solidFill>
                  <a:schemeClr val="tx1"/>
                </a:solidFill>
                <a:effectLst/>
                <a:latin typeface="+mn-lt"/>
                <a:ea typeface="+mn-ea"/>
                <a:cs typeface="+mn-cs"/>
              </a:rPr>
              <a:t> с минимальным человеческим вмешательством</a:t>
            </a:r>
          </a:p>
          <a:p>
            <a:r>
              <a:rPr lang="ru-RU" sz="1200" b="1" kern="1200" dirty="0">
                <a:solidFill>
                  <a:schemeClr val="tx1"/>
                </a:solidFill>
                <a:effectLst/>
                <a:latin typeface="+mn-lt"/>
                <a:ea typeface="+mn-ea"/>
                <a:cs typeface="+mn-cs"/>
              </a:rPr>
              <a:t>7. Рекомендации по внедрению</a:t>
            </a:r>
          </a:p>
          <a:p>
            <a:r>
              <a:rPr lang="ru-RU" sz="1200" b="1" i="0" kern="1200" dirty="0">
                <a:solidFill>
                  <a:schemeClr val="tx1"/>
                </a:solidFill>
                <a:effectLst/>
                <a:latin typeface="+mn-lt"/>
                <a:ea typeface="+mn-ea"/>
                <a:cs typeface="+mn-cs"/>
              </a:rPr>
              <a:t>Для вендоров:</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Разработка отказоустойчивых архитектур с резервированием AI-компонентов</a:t>
            </a:r>
          </a:p>
          <a:p>
            <a:r>
              <a:rPr lang="ru-RU" sz="1200" b="0" i="0" kern="1200" dirty="0">
                <a:solidFill>
                  <a:schemeClr val="tx1"/>
                </a:solidFill>
                <a:effectLst/>
                <a:latin typeface="+mn-lt"/>
                <a:ea typeface="+mn-ea"/>
                <a:cs typeface="+mn-cs"/>
              </a:rPr>
              <a:t>Создание инструментов мониторинга дрейфа данных и концепций</a:t>
            </a:r>
          </a:p>
          <a:p>
            <a:r>
              <a:rPr lang="ru-RU" sz="1200" b="0" i="0" kern="1200" dirty="0">
                <a:solidFill>
                  <a:schemeClr val="tx1"/>
                </a:solidFill>
                <a:effectLst/>
                <a:latin typeface="+mn-lt"/>
                <a:ea typeface="+mn-ea"/>
                <a:cs typeface="+mn-cs"/>
              </a:rPr>
              <a:t>Внедрение механизмов защиты от </a:t>
            </a:r>
            <a:r>
              <a:rPr lang="ru-RU" sz="1200" b="0" i="0" kern="1200" dirty="0" err="1">
                <a:solidFill>
                  <a:schemeClr val="tx1"/>
                </a:solidFill>
                <a:effectLst/>
                <a:latin typeface="+mn-lt"/>
                <a:ea typeface="+mn-ea"/>
                <a:cs typeface="+mn-cs"/>
              </a:rPr>
              <a:t>adversarial</a:t>
            </a:r>
            <a:r>
              <a:rPr lang="ru-RU" sz="1200" b="0" i="0" kern="1200" dirty="0">
                <a:solidFill>
                  <a:schemeClr val="tx1"/>
                </a:solidFill>
                <a:effectLst/>
                <a:latin typeface="+mn-lt"/>
                <a:ea typeface="+mn-ea"/>
                <a:cs typeface="+mn-cs"/>
              </a:rPr>
              <a:t> атак</a:t>
            </a:r>
          </a:p>
          <a:p>
            <a:r>
              <a:rPr lang="ru-RU" sz="1200" b="1" i="0" kern="1200" dirty="0">
                <a:solidFill>
                  <a:schemeClr val="tx1"/>
                </a:solidFill>
                <a:effectLst/>
                <a:latin typeface="+mn-lt"/>
                <a:ea typeface="+mn-ea"/>
                <a:cs typeface="+mn-cs"/>
              </a:rPr>
              <a:t>Для </a:t>
            </a:r>
            <a:r>
              <a:rPr lang="ru-RU" sz="1200" b="1" i="0" kern="1200" dirty="0" err="1">
                <a:solidFill>
                  <a:schemeClr val="tx1"/>
                </a:solidFill>
                <a:effectLst/>
                <a:latin typeface="+mn-lt"/>
                <a:ea typeface="+mn-ea"/>
                <a:cs typeface="+mn-cs"/>
              </a:rPr>
              <a:t>enterprises</a:t>
            </a:r>
            <a:r>
              <a:rPr lang="ru-RU" sz="1200" b="1" i="0" kern="1200" dirty="0">
                <a:solidFill>
                  <a:schemeClr val="tx1"/>
                </a:solidFill>
                <a:effectLst/>
                <a:latin typeface="+mn-lt"/>
                <a:ea typeface="+mn-ea"/>
                <a:cs typeface="+mn-cs"/>
              </a:rPr>
              <a:t>:</a:t>
            </a:r>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Поэтапное внедрение с пилотными зонами</a:t>
            </a:r>
          </a:p>
          <a:p>
            <a:r>
              <a:rPr lang="ru-RU" sz="1200" b="0" i="0" kern="1200" dirty="0">
                <a:solidFill>
                  <a:schemeClr val="tx1"/>
                </a:solidFill>
                <a:effectLst/>
                <a:latin typeface="+mn-lt"/>
                <a:ea typeface="+mn-ea"/>
                <a:cs typeface="+mn-cs"/>
              </a:rPr>
              <a:t>Инвестиции в обучение персонала и создание </a:t>
            </a:r>
            <a:r>
              <a:rPr lang="ru-RU" sz="1200" b="0" i="0" kern="1200" dirty="0" err="1">
                <a:solidFill>
                  <a:schemeClr val="tx1"/>
                </a:solidFill>
                <a:effectLst/>
                <a:latin typeface="+mn-lt"/>
                <a:ea typeface="+mn-ea"/>
                <a:cs typeface="+mn-cs"/>
              </a:rPr>
              <a:t>MLops</a:t>
            </a:r>
            <a:r>
              <a:rPr lang="ru-RU" sz="1200" b="0" i="0" kern="1200" dirty="0">
                <a:solidFill>
                  <a:schemeClr val="tx1"/>
                </a:solidFill>
                <a:effectLst/>
                <a:latin typeface="+mn-lt"/>
                <a:ea typeface="+mn-ea"/>
                <a:cs typeface="+mn-cs"/>
              </a:rPr>
              <a:t> практик</a:t>
            </a:r>
          </a:p>
          <a:p>
            <a:r>
              <a:rPr lang="ru-RU" sz="1200" b="0" i="0" kern="1200" dirty="0">
                <a:solidFill>
                  <a:schemeClr val="tx1"/>
                </a:solidFill>
                <a:effectLst/>
                <a:latin typeface="+mn-lt"/>
                <a:ea typeface="+mn-ea"/>
                <a:cs typeface="+mn-cs"/>
              </a:rPr>
              <a:t>Разработка стратегии миграции от традиционных систем</a:t>
            </a:r>
          </a:p>
          <a:p>
            <a:r>
              <a:rPr lang="ru-RU" sz="1200" b="1" kern="1200" dirty="0">
                <a:solidFill>
                  <a:schemeClr val="tx1"/>
                </a:solidFill>
                <a:effectLst/>
                <a:latin typeface="+mn-lt"/>
                <a:ea typeface="+mn-ea"/>
                <a:cs typeface="+mn-cs"/>
              </a:rPr>
              <a:t>8. Заключение</a:t>
            </a:r>
          </a:p>
          <a:p>
            <a:r>
              <a:rPr lang="ru-RU" sz="1200" b="0" i="0" kern="1200" dirty="0">
                <a:solidFill>
                  <a:schemeClr val="tx1"/>
                </a:solidFill>
                <a:effectLst/>
                <a:latin typeface="+mn-lt"/>
                <a:ea typeface="+mn-ea"/>
                <a:cs typeface="+mn-cs"/>
              </a:rPr>
              <a:t>Искусственный интеллект трансформировал кибербезопасность из области, основанной на правилах, в науку о данных. Современные ИИ-системы демонстрируют превосходство в точности, скорости и адаптивности по сравнению с традиционными подходами. Однако успешное внедрение требует сбалансированного подхода, учитывающего как технологические возможности, так и операционные ограничения.</a:t>
            </a:r>
          </a:p>
          <a:p>
            <a:r>
              <a:rPr lang="ru-RU" sz="1200" b="0" i="0" kern="1200" dirty="0">
                <a:solidFill>
                  <a:schemeClr val="tx1"/>
                </a:solidFill>
                <a:effectLst/>
                <a:latin typeface="+mn-lt"/>
                <a:ea typeface="+mn-ea"/>
                <a:cs typeface="+mn-cs"/>
              </a:rPr>
              <a:t>Дальнейшее развитие будет определяться конвергенцией AI-технологий с операционными процессами, создавая киберзащиту нового поколения — интеллектуальную, проактивную и адаптивную к динамично эволюционирующему ландшафту угроз. Ключевым фактором успеха станет способность организаций эффективно интегрировать ИИ в стратегию безопасности, сохраняя при этом человеческий контроль над критическими решениями.</a:t>
            </a:r>
          </a:p>
          <a:p>
            <a:endParaRPr lang="ru-RU" dirty="0"/>
          </a:p>
        </p:txBody>
      </p:sp>
      <p:sp>
        <p:nvSpPr>
          <p:cNvPr id="4" name="Номер слайда 3"/>
          <p:cNvSpPr>
            <a:spLocks noGrp="1"/>
          </p:cNvSpPr>
          <p:nvPr>
            <p:ph type="sldNum" sz="quarter" idx="5"/>
          </p:nvPr>
        </p:nvSpPr>
        <p:spPr/>
        <p:txBody>
          <a:bodyPr/>
          <a:lstStyle/>
          <a:p>
            <a:fld id="{B031B7BB-A9A1-40FA-ABB3-45C29D47E728}" type="slidenum">
              <a:rPr lang="ru-RU" smtClean="0"/>
              <a:t>22</a:t>
            </a:fld>
            <a:endParaRPr lang="ru-RU"/>
          </a:p>
        </p:txBody>
      </p:sp>
    </p:spTree>
    <p:extLst>
      <p:ext uri="{BB962C8B-B14F-4D97-AF65-F5344CB8AC3E}">
        <p14:creationId xmlns:p14="http://schemas.microsoft.com/office/powerpoint/2010/main" val="552074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pn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png"/><Relationship Id="rId7" Type="http://schemas.openxmlformats.org/officeDocument/2006/relationships/diagramColors" Target="../diagrams/colors6.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1.png"/><Relationship Id="rId7" Type="http://schemas.openxmlformats.org/officeDocument/2006/relationships/diagramColors" Target="../diagrams/colors7.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3B533-9AAA-A1CC-E7CE-DDBD73169AF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7DA9B4-9B9F-A361-2520-5FFEA31356B4}"/>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8EDEDF4B-761F-61E7-6A31-CA54BEC310B7}"/>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21A1178-14D5-FF26-403F-95764A20C1A2}"/>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20E603B-193D-9B1A-D474-266217C339E9}"/>
              </a:ext>
            </a:extLst>
          </p:cNvPr>
          <p:cNvSpPr txBox="1"/>
          <p:nvPr/>
        </p:nvSpPr>
        <p:spPr>
          <a:xfrm>
            <a:off x="1402080" y="1690391"/>
            <a:ext cx="9696545" cy="1384995"/>
          </a:xfrm>
          <a:prstGeom prst="rect">
            <a:avLst/>
          </a:prstGeom>
          <a:noFill/>
        </p:spPr>
        <p:txBody>
          <a:bodyPr wrap="square">
            <a:spAutoFit/>
          </a:bodyPr>
          <a:lstStyle/>
          <a:p>
            <a:r>
              <a:rPr lang="ru-RU" sz="2800" b="1" dirty="0">
                <a:solidFill>
                  <a:srgbClr val="002060"/>
                </a:solidFill>
                <a:effectLst>
                  <a:outerShdw blurRad="38100" dist="38100" dir="2700000" algn="tl">
                    <a:srgbClr val="000000">
                      <a:alpha val="43137"/>
                    </a:srgbClr>
                  </a:outerShdw>
                </a:effectLst>
              </a:rPr>
              <a:t>Применение искусственного интеллекта при разработке средств защиты информации </a:t>
            </a:r>
          </a:p>
          <a:p>
            <a:endParaRPr lang="en" sz="28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7FC7A1F-9EF8-EE1F-DB21-6D7FC9AC839A}"/>
              </a:ext>
            </a:extLst>
          </p:cNvPr>
          <p:cNvSpPr/>
          <p:nvPr/>
        </p:nvSpPr>
        <p:spPr>
          <a:xfrm>
            <a:off x="640080" y="1573924"/>
            <a:ext cx="109728" cy="2834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Рисунок 9">
            <a:extLst>
              <a:ext uri="{FF2B5EF4-FFF2-40B4-BE49-F238E27FC236}">
                <a16:creationId xmlns:a16="http://schemas.microsoft.com/office/drawing/2014/main" id="{CE714E3C-602B-209E-0E60-C141CD2484FE}"/>
              </a:ext>
            </a:extLst>
          </p:cNvPr>
          <p:cNvPicPr>
            <a:picLocks noChangeAspect="1"/>
          </p:cNvPicPr>
          <p:nvPr/>
        </p:nvPicPr>
        <p:blipFill>
          <a:blip r:embed="rId2"/>
          <a:stretch>
            <a:fillRect/>
          </a:stretch>
        </p:blipFill>
        <p:spPr>
          <a:xfrm>
            <a:off x="364037" y="248094"/>
            <a:ext cx="771542" cy="866369"/>
          </a:xfrm>
          <a:prstGeom prst="rect">
            <a:avLst/>
          </a:prstGeom>
        </p:spPr>
      </p:pic>
      <p:sp>
        <p:nvSpPr>
          <p:cNvPr id="5" name="TextBox 4">
            <a:extLst>
              <a:ext uri="{FF2B5EF4-FFF2-40B4-BE49-F238E27FC236}">
                <a16:creationId xmlns:a16="http://schemas.microsoft.com/office/drawing/2014/main" id="{3EF9F6C1-43A5-83FA-0315-A03EC7CD7B9C}"/>
              </a:ext>
            </a:extLst>
          </p:cNvPr>
          <p:cNvSpPr txBox="1"/>
          <p:nvPr/>
        </p:nvSpPr>
        <p:spPr>
          <a:xfrm>
            <a:off x="1135577" y="3111027"/>
            <a:ext cx="3612267" cy="461665"/>
          </a:xfrm>
          <a:prstGeom prst="rect">
            <a:avLst/>
          </a:prstGeom>
          <a:noFill/>
        </p:spPr>
        <p:txBody>
          <a:bodyPr wrap="square">
            <a:spAutoFit/>
          </a:bodyPr>
          <a:lstStyle/>
          <a:p>
            <a:r>
              <a:rPr lang="ru-RU" sz="2400" dirty="0">
                <a:latin typeface="Times New Roman" panose="02020603050405020304" pitchFamily="18" charset="0"/>
                <a:cs typeface="Times New Roman" panose="02020603050405020304" pitchFamily="18" charset="0"/>
              </a:rPr>
              <a:t>Басан Е.С.</a:t>
            </a:r>
            <a:endParaRPr lang="e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6314D0B-5C52-1F55-35C3-DE335D8076B4}"/>
              </a:ext>
            </a:extLst>
          </p:cNvPr>
          <p:cNvSpPr txBox="1"/>
          <p:nvPr/>
        </p:nvSpPr>
        <p:spPr>
          <a:xfrm>
            <a:off x="1513953" y="6108633"/>
            <a:ext cx="8676413" cy="584775"/>
          </a:xfrm>
          <a:prstGeom prst="rect">
            <a:avLst/>
          </a:prstGeom>
          <a:noFill/>
        </p:spPr>
        <p:txBody>
          <a:bodyPr wrap="none">
            <a:spAutoFit/>
          </a:bodyPr>
          <a:lstStyle/>
          <a:p>
            <a:pPr algn="ctr"/>
            <a:r>
              <a:rPr lang="ru-RU" sz="1600" b="1" dirty="0">
                <a:solidFill>
                  <a:schemeClr val="bg1"/>
                </a:solidFill>
                <a:latin typeface="Times New Roman" panose="02020603050405020304" pitchFamily="18" charset="0"/>
                <a:cs typeface="Times New Roman" panose="02020603050405020304" pitchFamily="18" charset="0"/>
              </a:rPr>
              <a:t>Международная школа молодых ученых «Искусственный интеллект и кибербезопасность»</a:t>
            </a:r>
            <a:endParaRPr lang="ru-RU" sz="1600" dirty="0">
              <a:solidFill>
                <a:schemeClr val="bg1"/>
              </a:solidFill>
              <a:latin typeface="Times New Roman" panose="02020603050405020304" pitchFamily="18" charset="0"/>
              <a:cs typeface="Times New Roman" panose="02020603050405020304" pitchFamily="18" charset="0"/>
            </a:endParaRPr>
          </a:p>
          <a:p>
            <a:pPr algn="ctr"/>
            <a:r>
              <a:rPr lang="ru-RU" sz="1600" b="1" dirty="0">
                <a:solidFill>
                  <a:schemeClr val="bg1"/>
                </a:solidFill>
                <a:latin typeface="Times New Roman" panose="02020603050405020304" pitchFamily="18" charset="0"/>
                <a:cs typeface="Times New Roman" panose="02020603050405020304" pitchFamily="18" charset="0"/>
              </a:rPr>
              <a:t>25-28 ноября 2025, Ставрополь, Россия</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9891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0B30-EA65-6054-B674-26343D3867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B2B641-49BE-5B77-DC40-CEC3A2E54936}"/>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15C6584-DF26-4E7D-1F0F-C9B47AE423FC}"/>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3A45851-4769-BC14-0A9E-09715B51C1F2}"/>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A078D8E1-9151-21C3-8488-F404021A81E3}"/>
              </a:ext>
            </a:extLst>
          </p:cNvPr>
          <p:cNvSpPr/>
          <p:nvPr/>
        </p:nvSpPr>
        <p:spPr>
          <a:xfrm>
            <a:off x="640080" y="1573924"/>
            <a:ext cx="109728" cy="283464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443E970-B05C-DD3D-65ED-9A287801D6B3}"/>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B18E602F-37E6-0D1D-56DB-7A64105AA3E0}"/>
              </a:ext>
            </a:extLst>
          </p:cNvPr>
          <p:cNvPicPr>
            <a:picLocks noChangeAspect="1"/>
          </p:cNvPicPr>
          <p:nvPr/>
        </p:nvPicPr>
        <p:blipFill>
          <a:blip r:embed="rId3"/>
          <a:stretch>
            <a:fillRect/>
          </a:stretch>
        </p:blipFill>
        <p:spPr>
          <a:xfrm>
            <a:off x="364037" y="248094"/>
            <a:ext cx="771542" cy="866369"/>
          </a:xfrm>
          <a:prstGeom prst="rect">
            <a:avLst/>
          </a:prstGeom>
        </p:spPr>
      </p:pic>
      <p:sp>
        <p:nvSpPr>
          <p:cNvPr id="17" name="Заголовок 1">
            <a:extLst>
              <a:ext uri="{FF2B5EF4-FFF2-40B4-BE49-F238E27FC236}">
                <a16:creationId xmlns:a16="http://schemas.microsoft.com/office/drawing/2014/main" id="{31B52BC0-E387-07F2-D595-3AFFC9380B16}"/>
              </a:ext>
            </a:extLst>
          </p:cNvPr>
          <p:cNvSpPr txBox="1">
            <a:spLocks/>
          </p:cNvSpPr>
          <p:nvPr/>
        </p:nvSpPr>
        <p:spPr>
          <a:xfrm>
            <a:off x="1135579" y="342238"/>
            <a:ext cx="10251758" cy="999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tx2">
                    <a:lumMod val="75000"/>
                  </a:schemeClr>
                </a:solidFill>
              </a:rPr>
              <a:t>| </a:t>
            </a:r>
            <a:r>
              <a:rPr lang="ru-RU" b="1" dirty="0">
                <a:solidFill>
                  <a:schemeClr val="tx2">
                    <a:lumMod val="75000"/>
                  </a:schemeClr>
                </a:solidFill>
              </a:rPr>
              <a:t>Системы защиты на основе </a:t>
            </a:r>
            <a:r>
              <a:rPr lang="en-US" b="1" dirty="0">
                <a:solidFill>
                  <a:schemeClr val="tx2">
                    <a:lumMod val="75000"/>
                  </a:schemeClr>
                </a:solidFill>
              </a:rPr>
              <a:t>AI</a:t>
            </a:r>
            <a:endParaRPr lang="ru-RU" b="1" dirty="0">
              <a:solidFill>
                <a:schemeClr val="tx2">
                  <a:lumMod val="75000"/>
                </a:schemeClr>
              </a:solidFill>
            </a:endParaRPr>
          </a:p>
        </p:txBody>
      </p:sp>
      <p:graphicFrame>
        <p:nvGraphicFramePr>
          <p:cNvPr id="18" name="Схема 17">
            <a:extLst>
              <a:ext uri="{FF2B5EF4-FFF2-40B4-BE49-F238E27FC236}">
                <a16:creationId xmlns:a16="http://schemas.microsoft.com/office/drawing/2014/main" id="{BA897BCD-E141-9270-0117-69042AA9F032}"/>
              </a:ext>
            </a:extLst>
          </p:cNvPr>
          <p:cNvGraphicFramePr/>
          <p:nvPr>
            <p:extLst>
              <p:ext uri="{D42A27DB-BD31-4B8C-83A1-F6EECF244321}">
                <p14:modId xmlns:p14="http://schemas.microsoft.com/office/powerpoint/2010/main" val="3604118446"/>
              </p:ext>
            </p:extLst>
          </p:nvPr>
        </p:nvGraphicFramePr>
        <p:xfrm>
          <a:off x="-2" y="-1630680"/>
          <a:ext cx="12192001" cy="119176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86233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6AAD3-FCF7-A82E-F6AE-79D95D13E5C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F45FAC-F25E-FA78-1A97-CBB8F1C897DF}"/>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BC7775A-CFE9-35E8-C65E-88720FB457ED}"/>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183A345-270D-F3C6-18ED-19C3738FB228}"/>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8AA18D8-09F0-6506-00DB-34F136D5DC8C}"/>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E4633E77-357D-CAD7-9E42-E1F91E7DA650}"/>
              </a:ext>
            </a:extLst>
          </p:cNvPr>
          <p:cNvPicPr>
            <a:picLocks noChangeAspect="1"/>
          </p:cNvPicPr>
          <p:nvPr/>
        </p:nvPicPr>
        <p:blipFill>
          <a:blip r:embed="rId3"/>
          <a:stretch>
            <a:fillRect/>
          </a:stretch>
        </p:blipFill>
        <p:spPr>
          <a:xfrm>
            <a:off x="364037" y="248094"/>
            <a:ext cx="771542" cy="866369"/>
          </a:xfrm>
          <a:prstGeom prst="rect">
            <a:avLst/>
          </a:prstGeom>
        </p:spPr>
      </p:pic>
      <p:sp>
        <p:nvSpPr>
          <p:cNvPr id="27" name="Заголовок 1">
            <a:extLst>
              <a:ext uri="{FF2B5EF4-FFF2-40B4-BE49-F238E27FC236}">
                <a16:creationId xmlns:a16="http://schemas.microsoft.com/office/drawing/2014/main" id="{35D5F6A2-5DD7-A818-46E5-22DAC9823E15}"/>
              </a:ext>
            </a:extLst>
          </p:cNvPr>
          <p:cNvSpPr txBox="1">
            <a:spLocks/>
          </p:cNvSpPr>
          <p:nvPr/>
        </p:nvSpPr>
        <p:spPr>
          <a:xfrm>
            <a:off x="-10682" y="1929284"/>
            <a:ext cx="3256300" cy="3691579"/>
          </a:xfrm>
          <a:prstGeom prst="rect">
            <a:avLst/>
          </a:prstGeom>
        </p:spPr>
        <p:txBody>
          <a:bodyPr vert="horz" lIns="91440" tIns="45720" rIns="91440" bIns="45720" rtlCol="0" anchor="t">
            <a:normAutofit fontScale="925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tx2">
                    <a:lumMod val="75000"/>
                  </a:schemeClr>
                </a:solidFill>
              </a:rPr>
              <a:t>|</a:t>
            </a:r>
            <a:r>
              <a:rPr lang="ru-RU" b="1" dirty="0"/>
              <a:t>Ключевые технологии ИИ, используемые в этих системах:</a:t>
            </a:r>
          </a:p>
          <a:p>
            <a:endParaRPr lang="en-US" sz="2800" b="1" dirty="0">
              <a:solidFill>
                <a:schemeClr val="tx2">
                  <a:lumMod val="75000"/>
                </a:schemeClr>
              </a:solidFill>
            </a:endParaRPr>
          </a:p>
        </p:txBody>
      </p:sp>
      <p:graphicFrame>
        <p:nvGraphicFramePr>
          <p:cNvPr id="7" name="Схема 6">
            <a:extLst>
              <a:ext uri="{FF2B5EF4-FFF2-40B4-BE49-F238E27FC236}">
                <a16:creationId xmlns:a16="http://schemas.microsoft.com/office/drawing/2014/main" id="{4CCDEBD2-5EE6-4B8D-68D3-6C906EDCAFE6}"/>
              </a:ext>
            </a:extLst>
          </p:cNvPr>
          <p:cNvGraphicFramePr/>
          <p:nvPr>
            <p:extLst>
              <p:ext uri="{D42A27DB-BD31-4B8C-83A1-F6EECF244321}">
                <p14:modId xmlns:p14="http://schemas.microsoft.com/office/powerpoint/2010/main" val="3534799193"/>
              </p:ext>
            </p:extLst>
          </p:nvPr>
        </p:nvGraphicFramePr>
        <p:xfrm>
          <a:off x="3715474" y="688013"/>
          <a:ext cx="8009681" cy="512988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66201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BBF4-8F41-3AC6-B964-67D152F14C7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8BC681-DB64-026C-62F6-3F34915462AA}"/>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6D86C022-EB00-4868-4394-ACDC0B219FFB}"/>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51E0300-2694-7642-9773-8FE69B3B2F95}"/>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FFBEEB4-26D0-A9E3-BBF2-890CA41ABF1F}"/>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10" name="Рисунок 9">
            <a:extLst>
              <a:ext uri="{FF2B5EF4-FFF2-40B4-BE49-F238E27FC236}">
                <a16:creationId xmlns:a16="http://schemas.microsoft.com/office/drawing/2014/main" id="{34201904-B23F-D5D6-D7D7-93285DF438C2}"/>
              </a:ext>
            </a:extLst>
          </p:cNvPr>
          <p:cNvPicPr>
            <a:picLocks noChangeAspect="1"/>
          </p:cNvPicPr>
          <p:nvPr/>
        </p:nvPicPr>
        <p:blipFill>
          <a:blip r:embed="rId3"/>
          <a:stretch>
            <a:fillRect/>
          </a:stretch>
        </p:blipFill>
        <p:spPr>
          <a:xfrm>
            <a:off x="364037" y="248094"/>
            <a:ext cx="771542" cy="866369"/>
          </a:xfrm>
          <a:prstGeom prst="rect">
            <a:avLst/>
          </a:prstGeom>
        </p:spPr>
      </p:pic>
      <p:sp>
        <p:nvSpPr>
          <p:cNvPr id="8" name="Заголовок 1">
            <a:extLst>
              <a:ext uri="{FF2B5EF4-FFF2-40B4-BE49-F238E27FC236}">
                <a16:creationId xmlns:a16="http://schemas.microsoft.com/office/drawing/2014/main" id="{952488BB-79BE-3169-ECF2-AEDCD623097F}"/>
              </a:ext>
            </a:extLst>
          </p:cNvPr>
          <p:cNvSpPr txBox="1">
            <a:spLocks/>
          </p:cNvSpPr>
          <p:nvPr/>
        </p:nvSpPr>
        <p:spPr>
          <a:xfrm>
            <a:off x="2673986" y="265014"/>
            <a:ext cx="7063721" cy="804565"/>
          </a:xfrm>
          <a:prstGeom prst="rect">
            <a:avLst/>
          </a:prstGeom>
        </p:spPr>
        <p:txBody>
          <a:bodyPr vert="horz" lIns="91440" tIns="45720" rIns="91440" bIns="45720" rtlCol="0" anchor="ctr">
            <a:normAutofit fontScale="6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000" dirty="0">
                <a:solidFill>
                  <a:schemeClr val="tx2">
                    <a:lumMod val="75000"/>
                  </a:schemeClr>
                </a:solidFill>
              </a:rPr>
              <a:t>|</a:t>
            </a:r>
            <a:r>
              <a:rPr lang="en-US" b="1" dirty="0"/>
              <a:t>APT-</a:t>
            </a:r>
            <a:r>
              <a:rPr lang="ru-RU" b="1" dirty="0"/>
              <a:t>угрозы (</a:t>
            </a:r>
            <a:r>
              <a:rPr lang="en-US" b="1" dirty="0"/>
              <a:t>Advanced Persistent Threat)</a:t>
            </a:r>
            <a:r>
              <a:rPr lang="en-US" dirty="0"/>
              <a:t> </a:t>
            </a:r>
            <a:endParaRPr lang="en-US" sz="4000" dirty="0">
              <a:solidFill>
                <a:schemeClr val="tx2">
                  <a:lumMod val="75000"/>
                </a:schemeClr>
              </a:solidFill>
            </a:endParaRPr>
          </a:p>
        </p:txBody>
      </p:sp>
      <p:graphicFrame>
        <p:nvGraphicFramePr>
          <p:cNvPr id="7" name="Схема 6">
            <a:extLst>
              <a:ext uri="{FF2B5EF4-FFF2-40B4-BE49-F238E27FC236}">
                <a16:creationId xmlns:a16="http://schemas.microsoft.com/office/drawing/2014/main" id="{0AB2C254-2061-F36F-6A60-EC705C24E190}"/>
              </a:ext>
            </a:extLst>
          </p:cNvPr>
          <p:cNvGraphicFramePr/>
          <p:nvPr>
            <p:extLst>
              <p:ext uri="{D42A27DB-BD31-4B8C-83A1-F6EECF244321}">
                <p14:modId xmlns:p14="http://schemas.microsoft.com/office/powerpoint/2010/main" val="3002044213"/>
              </p:ext>
            </p:extLst>
          </p:nvPr>
        </p:nvGraphicFramePr>
        <p:xfrm>
          <a:off x="0" y="1214285"/>
          <a:ext cx="12192000" cy="90852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9991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86338" y="472252"/>
            <a:ext cx="11221403" cy="1323439"/>
          </a:xfrm>
          <a:prstGeom prst="rect">
            <a:avLst/>
          </a:prstGeom>
          <a:noFill/>
        </p:spPr>
        <p:txBody>
          <a:bodyPr wrap="square">
            <a:spAutoFit/>
          </a:bodyPr>
          <a:lstStyle/>
          <a:p>
            <a:r>
              <a:rPr lang="en-US" sz="3200" b="1" dirty="0"/>
              <a:t>Threat Intelligence</a:t>
            </a:r>
          </a:p>
          <a:p>
            <a:pPr>
              <a:defRPr sz="3200" b="1">
                <a:solidFill>
                  <a:srgbClr val="0A1B3F"/>
                </a:solidFill>
              </a:defRPr>
            </a:pPr>
            <a:endParaRPr sz="4800" dirty="0"/>
          </a:p>
        </p:txBody>
      </p:sp>
      <p:sp>
        <p:nvSpPr>
          <p:cNvPr id="7" name="Rectangle 6"/>
          <p:cNvSpPr/>
          <p:nvPr/>
        </p:nvSpPr>
        <p:spPr>
          <a:xfrm>
            <a:off x="181863" y="1114463"/>
            <a:ext cx="11827963" cy="752510"/>
          </a:xfrm>
          <a:prstGeom prst="rect">
            <a:avLst/>
          </a:prstGeom>
          <a:solidFill>
            <a:srgbClr val="F0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ru-RU" sz="1600" dirty="0">
                <a:solidFill>
                  <a:schemeClr val="tx2">
                    <a:lumMod val="75000"/>
                  </a:schemeClr>
                </a:solidFill>
              </a:rPr>
              <a:t>«Знания, основанные на фактических данных, включая контекст, механизмы, индикаторы, последствия и практические рекомендации, о существующей или возникающей угрозе или опасном риске для активов. Эти знания могут быть использованы для принятия обоснованных решений относительно реагирования субъекта на эту угрозу или опасный риск».</a:t>
            </a:r>
            <a:endParaRPr sz="1600" dirty="0">
              <a:solidFill>
                <a:schemeClr val="tx2">
                  <a:lumMod val="75000"/>
                </a:schemeClr>
              </a:solidFill>
            </a:endParaRPr>
          </a:p>
        </p:txBody>
      </p:sp>
      <p:sp>
        <p:nvSpPr>
          <p:cNvPr id="10" name="Rectangle 1">
            <a:extLst>
              <a:ext uri="{FF2B5EF4-FFF2-40B4-BE49-F238E27FC236}">
                <a16:creationId xmlns:a16="http://schemas.microsoft.com/office/drawing/2014/main" id="{31B8B6A8-0B4C-98C1-E5D3-8F394550E786}"/>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6008B04-0951-C887-CD49-23EFBB2CCD97}"/>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6A14116F-E91A-30D2-8354-518B012A1E0B}"/>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1F63A9DD-2019-D77F-D9FB-985350377FD6}"/>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0E559CE4-94E2-7056-D428-D8D94B097789}"/>
              </a:ext>
            </a:extLst>
          </p:cNvPr>
          <p:cNvPicPr>
            <a:picLocks noChangeAspect="1"/>
          </p:cNvPicPr>
          <p:nvPr/>
        </p:nvPicPr>
        <p:blipFill>
          <a:blip r:embed="rId3"/>
          <a:stretch>
            <a:fillRect/>
          </a:stretch>
        </p:blipFill>
        <p:spPr>
          <a:xfrm>
            <a:off x="364037" y="248094"/>
            <a:ext cx="771542" cy="866369"/>
          </a:xfrm>
          <a:prstGeom prst="rect">
            <a:avLst/>
          </a:prstGeom>
        </p:spPr>
      </p:pic>
      <p:graphicFrame>
        <p:nvGraphicFramePr>
          <p:cNvPr id="5" name="Схема 4">
            <a:extLst>
              <a:ext uri="{FF2B5EF4-FFF2-40B4-BE49-F238E27FC236}">
                <a16:creationId xmlns:a16="http://schemas.microsoft.com/office/drawing/2014/main" id="{F7E92AB6-A639-60D5-9161-BC893EB60D78}"/>
              </a:ext>
            </a:extLst>
          </p:cNvPr>
          <p:cNvGraphicFramePr/>
          <p:nvPr>
            <p:extLst>
              <p:ext uri="{D42A27DB-BD31-4B8C-83A1-F6EECF244321}">
                <p14:modId xmlns:p14="http://schemas.microsoft.com/office/powerpoint/2010/main" val="552654741"/>
              </p:ext>
            </p:extLst>
          </p:nvPr>
        </p:nvGraphicFramePr>
        <p:xfrm>
          <a:off x="-181869" y="1980832"/>
          <a:ext cx="12373561" cy="47125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
            <a:extLst>
              <a:ext uri="{FF2B5EF4-FFF2-40B4-BE49-F238E27FC236}">
                <a16:creationId xmlns:a16="http://schemas.microsoft.com/office/drawing/2014/main" id="{D909B408-379E-A39E-DAD1-6A3CA5E45BDC}"/>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5579" y="450861"/>
            <a:ext cx="10923071" cy="1938992"/>
          </a:xfrm>
          <a:prstGeom prst="rect">
            <a:avLst/>
          </a:prstGeom>
          <a:noFill/>
        </p:spPr>
        <p:txBody>
          <a:bodyPr wrap="square">
            <a:spAutoFit/>
          </a:bodyPr>
          <a:lstStyle/>
          <a:p>
            <a:r>
              <a:rPr lang="ru-RU" sz="2400" b="1" dirty="0">
                <a:solidFill>
                  <a:schemeClr val="tx2">
                    <a:lumMod val="75000"/>
                  </a:schemeClr>
                </a:solidFill>
              </a:rPr>
              <a:t> Автоматизация киберугроз и </a:t>
            </a:r>
          </a:p>
          <a:p>
            <a:r>
              <a:rPr lang="ru-RU" sz="2400" b="1" dirty="0">
                <a:solidFill>
                  <a:schemeClr val="tx2">
                    <a:lumMod val="75000"/>
                  </a:schemeClr>
                </a:solidFill>
              </a:rPr>
              <a:t>построение цепочек атак с использованием </a:t>
            </a:r>
          </a:p>
          <a:p>
            <a:r>
              <a:rPr lang="ru-RU" sz="2400" b="1" dirty="0">
                <a:solidFill>
                  <a:schemeClr val="tx2">
                    <a:lumMod val="75000"/>
                  </a:schemeClr>
                </a:solidFill>
              </a:rPr>
              <a:t>Графов Знаний и Больших Языковых Моделей</a:t>
            </a:r>
          </a:p>
          <a:p>
            <a:endParaRPr lang="ru-RU" sz="2400" dirty="0">
              <a:solidFill>
                <a:schemeClr val="tx2">
                  <a:lumMod val="75000"/>
                </a:schemeClr>
              </a:solidFill>
            </a:endParaRPr>
          </a:p>
          <a:p>
            <a:pPr>
              <a:defRPr sz="3200" b="1">
                <a:solidFill>
                  <a:srgbClr val="0A1B3F"/>
                </a:solidFill>
              </a:defRPr>
            </a:pPr>
            <a:endParaRPr sz="2400" dirty="0">
              <a:solidFill>
                <a:schemeClr val="tx2">
                  <a:lumMod val="75000"/>
                </a:schemeClr>
              </a:solidFill>
            </a:endParaRPr>
          </a:p>
        </p:txBody>
      </p:sp>
      <p:sp>
        <p:nvSpPr>
          <p:cNvPr id="10" name="TextBox 9">
            <a:extLst>
              <a:ext uri="{FF2B5EF4-FFF2-40B4-BE49-F238E27FC236}">
                <a16:creationId xmlns:a16="http://schemas.microsoft.com/office/drawing/2014/main" id="{AA97EC93-9077-CC69-D8BA-E97C3F082882}"/>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20F99BA7-227C-592E-CF1A-D0C4A82B3744}"/>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34C0ED39-6F3D-955C-8A58-E1CCCEC9FCEA}"/>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E23DA197-C915-6EAC-FA61-6DDBC308FFBF}"/>
              </a:ext>
            </a:extLst>
          </p:cNvPr>
          <p:cNvPicPr>
            <a:picLocks noChangeAspect="1"/>
          </p:cNvPicPr>
          <p:nvPr/>
        </p:nvPicPr>
        <p:blipFill>
          <a:blip r:embed="rId3"/>
          <a:stretch>
            <a:fillRect/>
          </a:stretch>
        </p:blipFill>
        <p:spPr>
          <a:xfrm>
            <a:off x="364037" y="248094"/>
            <a:ext cx="771542" cy="866369"/>
          </a:xfrm>
          <a:prstGeom prst="rect">
            <a:avLst/>
          </a:prstGeom>
        </p:spPr>
      </p:pic>
      <p:pic>
        <p:nvPicPr>
          <p:cNvPr id="3" name="Рисунок 2">
            <a:extLst>
              <a:ext uri="{FF2B5EF4-FFF2-40B4-BE49-F238E27FC236}">
                <a16:creationId xmlns:a16="http://schemas.microsoft.com/office/drawing/2014/main" id="{86DD367D-0E87-E38C-50E3-BD80DF152BBD}"/>
              </a:ext>
            </a:extLst>
          </p:cNvPr>
          <p:cNvPicPr>
            <a:picLocks noChangeAspect="1"/>
          </p:cNvPicPr>
          <p:nvPr/>
        </p:nvPicPr>
        <p:blipFill>
          <a:blip r:embed="rId4"/>
          <a:stretch>
            <a:fillRect/>
          </a:stretch>
        </p:blipFill>
        <p:spPr>
          <a:xfrm>
            <a:off x="8254036" y="153217"/>
            <a:ext cx="3573927" cy="6442578"/>
          </a:xfrm>
          <a:prstGeom prst="rect">
            <a:avLst/>
          </a:prstGeom>
        </p:spPr>
      </p:pic>
      <p:sp>
        <p:nvSpPr>
          <p:cNvPr id="5" name="TextBox 4">
            <a:extLst>
              <a:ext uri="{FF2B5EF4-FFF2-40B4-BE49-F238E27FC236}">
                <a16:creationId xmlns:a16="http://schemas.microsoft.com/office/drawing/2014/main" id="{A4B2B382-2290-A604-35B9-8DB77091EB6E}"/>
              </a:ext>
            </a:extLst>
          </p:cNvPr>
          <p:cNvSpPr txBox="1"/>
          <p:nvPr/>
        </p:nvSpPr>
        <p:spPr>
          <a:xfrm>
            <a:off x="604738" y="2275529"/>
            <a:ext cx="6140370" cy="3293209"/>
          </a:xfrm>
          <a:prstGeom prst="rect">
            <a:avLst/>
          </a:prstGeom>
          <a:noFill/>
        </p:spPr>
        <p:txBody>
          <a:bodyPr wrap="square">
            <a:spAutoFit/>
          </a:bodyPr>
          <a:lstStyle/>
          <a:p>
            <a:pPr algn="l">
              <a:buNone/>
            </a:pPr>
            <a:r>
              <a:rPr lang="ru-RU" sz="1600" b="1" i="0" dirty="0">
                <a:solidFill>
                  <a:srgbClr val="0F1115"/>
                </a:solidFill>
                <a:effectLst/>
                <a:latin typeface="quote-cjk-patch"/>
              </a:rPr>
              <a:t>1. Фаза анализа и извлечения знаний (Компоненты 1 и 2)</a:t>
            </a:r>
            <a:endParaRPr lang="ru-RU" sz="1600" b="0" i="0" dirty="0">
              <a:solidFill>
                <a:srgbClr val="0F1115"/>
              </a:solidFill>
              <a:effectLst/>
              <a:latin typeface="quote-cjk-patch"/>
            </a:endParaRPr>
          </a:p>
          <a:p>
            <a:pPr algn="l">
              <a:buFont typeface="Arial" panose="020B0604020202020204" pitchFamily="34" charset="0"/>
              <a:buChar char="•"/>
            </a:pPr>
            <a:r>
              <a:rPr lang="ru-RU" sz="1600" b="1" i="0" dirty="0" err="1">
                <a:solidFill>
                  <a:srgbClr val="0F1115"/>
                </a:solidFill>
                <a:effectLst/>
                <a:latin typeface="quote-cjk-patch"/>
              </a:rPr>
              <a:t>Attack</a:t>
            </a:r>
            <a:r>
              <a:rPr lang="ru-RU" sz="1600" b="1" i="0" dirty="0">
                <a:solidFill>
                  <a:srgbClr val="0F1115"/>
                </a:solidFill>
                <a:effectLst/>
                <a:latin typeface="quote-cjk-patch"/>
              </a:rPr>
              <a:t> Tool </a:t>
            </a:r>
            <a:r>
              <a:rPr lang="ru-RU" sz="1600" b="1" i="0" dirty="0" err="1">
                <a:solidFill>
                  <a:srgbClr val="0F1115"/>
                </a:solidFill>
                <a:effectLst/>
                <a:latin typeface="quote-cjk-patch"/>
              </a:rPr>
              <a:t>Analyser</a:t>
            </a:r>
            <a:r>
              <a:rPr lang="ru-RU" sz="1600" b="1" i="0" dirty="0">
                <a:solidFill>
                  <a:srgbClr val="0F1115"/>
                </a:solidFill>
                <a:effectLst/>
                <a:latin typeface="quote-cjk-patch"/>
              </a:rPr>
              <a:t> (Анализатор Инструментов Атак):</a:t>
            </a:r>
            <a:r>
              <a:rPr lang="ru-RU" sz="1600" b="0" i="0" dirty="0">
                <a:solidFill>
                  <a:srgbClr val="0F1115"/>
                </a:solidFill>
                <a:effectLst/>
                <a:latin typeface="quote-cjk-patch"/>
              </a:rPr>
              <a:t> Это "база действий" злоумышленника. </a:t>
            </a:r>
          </a:p>
          <a:p>
            <a:pPr algn="l">
              <a:buFont typeface="Arial" panose="020B0604020202020204" pitchFamily="34" charset="0"/>
              <a:buChar char="•"/>
            </a:pPr>
            <a:r>
              <a:rPr lang="ru-RU" sz="1600" b="1" i="0" dirty="0">
                <a:solidFill>
                  <a:srgbClr val="0F1115"/>
                </a:solidFill>
                <a:effectLst/>
                <a:latin typeface="quote-cjk-patch"/>
              </a:rPr>
              <a:t>CTI Report </a:t>
            </a:r>
            <a:r>
              <a:rPr lang="ru-RU" sz="1600" b="1" i="0" dirty="0" err="1">
                <a:solidFill>
                  <a:srgbClr val="0F1115"/>
                </a:solidFill>
                <a:effectLst/>
                <a:latin typeface="quote-cjk-patch"/>
              </a:rPr>
              <a:t>Analyser</a:t>
            </a:r>
            <a:r>
              <a:rPr lang="ru-RU" sz="1600" b="1" i="0" dirty="0">
                <a:solidFill>
                  <a:srgbClr val="0F1115"/>
                </a:solidFill>
                <a:effectLst/>
                <a:latin typeface="quote-cjk-patch"/>
              </a:rPr>
              <a:t> (Анализатор Отчетов об Угрозах):</a:t>
            </a:r>
            <a:r>
              <a:rPr lang="ru-RU" sz="1600" b="0" i="0" dirty="0">
                <a:solidFill>
                  <a:srgbClr val="0F1115"/>
                </a:solidFill>
                <a:effectLst/>
                <a:latin typeface="quote-cjk-patch"/>
              </a:rPr>
              <a:t> Это "понимание текущей угрозы".</a:t>
            </a:r>
          </a:p>
          <a:p>
            <a:pPr algn="l">
              <a:buNone/>
            </a:pPr>
            <a:r>
              <a:rPr lang="ru-RU" sz="1600" b="1" i="0" dirty="0">
                <a:solidFill>
                  <a:srgbClr val="0F1115"/>
                </a:solidFill>
                <a:effectLst/>
                <a:latin typeface="quote-cjk-patch"/>
              </a:rPr>
              <a:t>2. Фаза интеграции знаний и построения контекста (Компонент 3 и База Знаний)</a:t>
            </a:r>
            <a:endParaRPr lang="ru-RU" sz="1600" b="0" i="0" dirty="0">
              <a:solidFill>
                <a:srgbClr val="0F1115"/>
              </a:solidFill>
              <a:effectLst/>
              <a:latin typeface="quote-cjk-patch"/>
            </a:endParaRPr>
          </a:p>
          <a:p>
            <a:pPr algn="l">
              <a:buFont typeface="Arial" panose="020B0604020202020204" pitchFamily="34" charset="0"/>
              <a:buChar char="•"/>
            </a:pPr>
            <a:r>
              <a:rPr lang="ru-RU" sz="1600" b="1" i="0" dirty="0">
                <a:solidFill>
                  <a:srgbClr val="0F1115"/>
                </a:solidFill>
                <a:effectLst/>
                <a:latin typeface="quote-cjk-patch"/>
              </a:rPr>
              <a:t>Cyber Security </a:t>
            </a:r>
            <a:r>
              <a:rPr lang="ru-RU" sz="1600" b="1" i="0" dirty="0" err="1">
                <a:solidFill>
                  <a:srgbClr val="0F1115"/>
                </a:solidFill>
                <a:effectLst/>
                <a:latin typeface="quote-cjk-patch"/>
              </a:rPr>
              <a:t>Knowledge</a:t>
            </a:r>
            <a:r>
              <a:rPr lang="ru-RU" sz="1600" b="1" i="0" dirty="0">
                <a:solidFill>
                  <a:srgbClr val="0F1115"/>
                </a:solidFill>
                <a:effectLst/>
                <a:latin typeface="quote-cjk-patch"/>
              </a:rPr>
              <a:t> </a:t>
            </a:r>
            <a:r>
              <a:rPr lang="ru-RU" sz="1600" b="1" i="0" dirty="0" err="1">
                <a:solidFill>
                  <a:srgbClr val="0F1115"/>
                </a:solidFill>
                <a:effectLst/>
                <a:latin typeface="quote-cjk-patch"/>
              </a:rPr>
              <a:t>Graph</a:t>
            </a:r>
            <a:r>
              <a:rPr lang="ru-RU" sz="1600" b="1" i="0" dirty="0">
                <a:solidFill>
                  <a:srgbClr val="0F1115"/>
                </a:solidFill>
                <a:effectLst/>
                <a:latin typeface="quote-cjk-patch"/>
              </a:rPr>
              <a:t> (CSKG):</a:t>
            </a:r>
            <a:r>
              <a:rPr lang="ru-RU" sz="1600" b="0" i="0" dirty="0">
                <a:solidFill>
                  <a:srgbClr val="0F1115"/>
                </a:solidFill>
                <a:effectLst/>
                <a:latin typeface="quote-cjk-patch"/>
              </a:rPr>
              <a:t> Здесь данные объединяются в единую интеллектуальную модель. Это "мозг" системы.</a:t>
            </a:r>
          </a:p>
          <a:p>
            <a:pPr algn="l">
              <a:buNone/>
            </a:pPr>
            <a:r>
              <a:rPr lang="ru-RU" sz="1600" b="1" i="0" dirty="0">
                <a:solidFill>
                  <a:srgbClr val="0F1115"/>
                </a:solidFill>
                <a:effectLst/>
                <a:latin typeface="quote-cjk-patch"/>
              </a:rPr>
              <a:t>3. Фаза планирования и генерации (Компонент 4)</a:t>
            </a:r>
            <a:endParaRPr lang="ru-RU" sz="1600" b="0" i="0" dirty="0">
              <a:solidFill>
                <a:srgbClr val="0F1115"/>
              </a:solidFill>
              <a:effectLst/>
              <a:latin typeface="quote-cjk-patch"/>
            </a:endParaRPr>
          </a:p>
          <a:p>
            <a:pPr algn="l">
              <a:buFont typeface="Arial" panose="020B0604020202020204" pitchFamily="34" charset="0"/>
              <a:buChar char="•"/>
            </a:pPr>
            <a:r>
              <a:rPr lang="ru-RU" sz="1600" b="1" i="0" dirty="0" err="1">
                <a:solidFill>
                  <a:srgbClr val="0F1115"/>
                </a:solidFill>
                <a:effectLst/>
                <a:latin typeface="quote-cjk-patch"/>
              </a:rPr>
              <a:t>Attack</a:t>
            </a:r>
            <a:r>
              <a:rPr lang="ru-RU" sz="1600" b="1" i="0" dirty="0">
                <a:solidFill>
                  <a:srgbClr val="0F1115"/>
                </a:solidFill>
                <a:effectLst/>
                <a:latin typeface="quote-cjk-patch"/>
              </a:rPr>
              <a:t> </a:t>
            </a:r>
            <a:r>
              <a:rPr lang="ru-RU" sz="1600" b="1" i="0" dirty="0" err="1">
                <a:solidFill>
                  <a:srgbClr val="0F1115"/>
                </a:solidFill>
                <a:effectLst/>
                <a:latin typeface="quote-cjk-patch"/>
              </a:rPr>
              <a:t>Chain</a:t>
            </a:r>
            <a:r>
              <a:rPr lang="ru-RU" sz="1600" b="1" i="0" dirty="0">
                <a:solidFill>
                  <a:srgbClr val="0F1115"/>
                </a:solidFill>
                <a:effectLst/>
                <a:latin typeface="quote-cjk-patch"/>
              </a:rPr>
              <a:t> </a:t>
            </a:r>
            <a:r>
              <a:rPr lang="ru-RU" sz="1600" b="1" i="0" dirty="0" err="1">
                <a:solidFill>
                  <a:srgbClr val="0F1115"/>
                </a:solidFill>
                <a:effectLst/>
                <a:latin typeface="quote-cjk-patch"/>
              </a:rPr>
              <a:t>Generator</a:t>
            </a:r>
            <a:r>
              <a:rPr lang="ru-RU" sz="1600" b="1" i="0" dirty="0">
                <a:solidFill>
                  <a:srgbClr val="0F1115"/>
                </a:solidFill>
                <a:effectLst/>
                <a:latin typeface="quote-cjk-patch"/>
              </a:rPr>
              <a:t> (Генератор Цепочек Атак):</a:t>
            </a:r>
            <a:r>
              <a:rPr lang="ru-RU" sz="1600" b="0" i="0" dirty="0">
                <a:solidFill>
                  <a:srgbClr val="0F1115"/>
                </a:solidFill>
                <a:effectLst/>
                <a:latin typeface="quote-cjk-patch"/>
              </a:rPr>
              <a:t> Это "стратег", который превращает знания в действие.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F98FA3D-618D-AB8B-F05D-A749F7BC7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0"/>
            <a:ext cx="121300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500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F11608-BACA-F0D0-DFDA-AA58642ABB78}"/>
              </a:ext>
            </a:extLst>
          </p:cNvPr>
          <p:cNvSpPr txBox="1"/>
          <p:nvPr/>
        </p:nvSpPr>
        <p:spPr>
          <a:xfrm>
            <a:off x="1424395" y="203201"/>
            <a:ext cx="9343209" cy="923330"/>
          </a:xfrm>
          <a:prstGeom prst="rect">
            <a:avLst/>
          </a:prstGeom>
          <a:noFill/>
        </p:spPr>
        <p:txBody>
          <a:bodyPr wrap="square">
            <a:spAutoFit/>
          </a:bodyPr>
          <a:lstStyle/>
          <a:p>
            <a:r>
              <a:rPr lang="ru-RU" b="1" i="0" dirty="0">
                <a:solidFill>
                  <a:srgbClr val="0F1115"/>
                </a:solidFill>
                <a:effectLst/>
                <a:latin typeface="quote-cjk-patch"/>
              </a:rPr>
              <a:t>Индикаторы компрометации (</a:t>
            </a:r>
            <a:r>
              <a:rPr lang="ru-RU" b="1" i="0" dirty="0" err="1">
                <a:solidFill>
                  <a:srgbClr val="0F1115"/>
                </a:solidFill>
                <a:effectLst/>
                <a:latin typeface="quote-cjk-patch"/>
              </a:rPr>
              <a:t>Indicators</a:t>
            </a:r>
            <a:r>
              <a:rPr lang="ru-RU" b="1" i="0" dirty="0">
                <a:solidFill>
                  <a:srgbClr val="0F1115"/>
                </a:solidFill>
                <a:effectLst/>
                <a:latin typeface="quote-cjk-patch"/>
              </a:rPr>
              <a:t> </a:t>
            </a:r>
            <a:r>
              <a:rPr lang="ru-RU" b="1" i="0" dirty="0" err="1">
                <a:solidFill>
                  <a:srgbClr val="0F1115"/>
                </a:solidFill>
                <a:effectLst/>
                <a:latin typeface="quote-cjk-patch"/>
              </a:rPr>
              <a:t>of</a:t>
            </a:r>
            <a:r>
              <a:rPr lang="ru-RU" b="1" i="0" dirty="0">
                <a:solidFill>
                  <a:srgbClr val="0F1115"/>
                </a:solidFill>
                <a:effectLst/>
                <a:latin typeface="quote-cjk-patch"/>
              </a:rPr>
              <a:t> </a:t>
            </a:r>
            <a:r>
              <a:rPr lang="ru-RU" b="1" i="0" dirty="0" err="1">
                <a:solidFill>
                  <a:srgbClr val="0F1115"/>
                </a:solidFill>
                <a:effectLst/>
                <a:latin typeface="quote-cjk-patch"/>
              </a:rPr>
              <a:t>Compromise</a:t>
            </a:r>
            <a:r>
              <a:rPr lang="ru-RU" b="1" i="0" dirty="0">
                <a:solidFill>
                  <a:srgbClr val="0F1115"/>
                </a:solidFill>
                <a:effectLst/>
                <a:latin typeface="quote-cjk-patch"/>
              </a:rPr>
              <a:t>, </a:t>
            </a:r>
            <a:r>
              <a:rPr lang="ru-RU" b="1" i="0" dirty="0" err="1">
                <a:solidFill>
                  <a:srgbClr val="0F1115"/>
                </a:solidFill>
                <a:effectLst/>
                <a:latin typeface="quote-cjk-patch"/>
              </a:rPr>
              <a:t>IoC</a:t>
            </a:r>
            <a:r>
              <a:rPr lang="ru-RU" b="1" i="0" dirty="0">
                <a:solidFill>
                  <a:srgbClr val="0F1115"/>
                </a:solidFill>
                <a:effectLst/>
                <a:latin typeface="quote-cjk-patch"/>
              </a:rPr>
              <a:t>)</a:t>
            </a:r>
            <a:r>
              <a:rPr lang="ru-RU" b="0" i="0" dirty="0">
                <a:solidFill>
                  <a:srgbClr val="0F1115"/>
                </a:solidFill>
                <a:effectLst/>
                <a:latin typeface="quote-cjk-patch"/>
              </a:rPr>
              <a:t> — это артефакты и данные, которые свидетельствуют о потенциальной кибератаке или несанкционированной активности в системе или сети. </a:t>
            </a:r>
            <a:endParaRPr lang="ru-RU" dirty="0"/>
          </a:p>
        </p:txBody>
      </p:sp>
      <p:sp>
        <p:nvSpPr>
          <p:cNvPr id="2" name="Rectangle 1">
            <a:extLst>
              <a:ext uri="{FF2B5EF4-FFF2-40B4-BE49-F238E27FC236}">
                <a16:creationId xmlns:a16="http://schemas.microsoft.com/office/drawing/2014/main" id="{FB649E30-E923-54C5-A2B3-FA6C3BAF018E}"/>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F760F46-86A0-9E09-1433-048E605B07B6}"/>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9179AE1D-07F7-5DDA-0576-06375392BB57}"/>
              </a:ext>
            </a:extLst>
          </p:cNvPr>
          <p:cNvPicPr>
            <a:picLocks noChangeAspect="1"/>
          </p:cNvPicPr>
          <p:nvPr/>
        </p:nvPicPr>
        <p:blipFill>
          <a:blip r:embed="rId3"/>
          <a:stretch>
            <a:fillRect/>
          </a:stretch>
        </p:blipFill>
        <p:spPr>
          <a:xfrm>
            <a:off x="364037" y="248094"/>
            <a:ext cx="771542" cy="866369"/>
          </a:xfrm>
          <a:prstGeom prst="rect">
            <a:avLst/>
          </a:prstGeom>
        </p:spPr>
      </p:pic>
      <p:graphicFrame>
        <p:nvGraphicFramePr>
          <p:cNvPr id="4" name="Схема 3">
            <a:extLst>
              <a:ext uri="{FF2B5EF4-FFF2-40B4-BE49-F238E27FC236}">
                <a16:creationId xmlns:a16="http://schemas.microsoft.com/office/drawing/2014/main" id="{B6C308A3-07B7-7A3E-DB45-2AFF2EE9B06C}"/>
              </a:ext>
            </a:extLst>
          </p:cNvPr>
          <p:cNvGraphicFramePr/>
          <p:nvPr>
            <p:extLst>
              <p:ext uri="{D42A27DB-BD31-4B8C-83A1-F6EECF244321}">
                <p14:modId xmlns:p14="http://schemas.microsoft.com/office/powerpoint/2010/main" val="3297300030"/>
              </p:ext>
            </p:extLst>
          </p:nvPr>
        </p:nvGraphicFramePr>
        <p:xfrm>
          <a:off x="0" y="1397726"/>
          <a:ext cx="11861073" cy="546027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1981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3DBA8B04-41ED-9C64-C9A3-A01B83927C60}"/>
              </a:ext>
            </a:extLst>
          </p:cNvPr>
          <p:cNvGraphicFramePr>
            <a:graphicFrameLocks noGrp="1"/>
          </p:cNvGraphicFramePr>
          <p:nvPr>
            <p:extLst>
              <p:ext uri="{D42A27DB-BD31-4B8C-83A1-F6EECF244321}">
                <p14:modId xmlns:p14="http://schemas.microsoft.com/office/powerpoint/2010/main" val="1661423324"/>
              </p:ext>
            </p:extLst>
          </p:nvPr>
        </p:nvGraphicFramePr>
        <p:xfrm>
          <a:off x="1368310" y="1252770"/>
          <a:ext cx="9177767" cy="4905522"/>
        </p:xfrm>
        <a:graphic>
          <a:graphicData uri="http://schemas.openxmlformats.org/drawingml/2006/table">
            <a:tbl>
              <a:tblPr>
                <a:tableStyleId>{3C2FFA5D-87B4-456A-9821-1D502468CF0F}</a:tableStyleId>
              </a:tblPr>
              <a:tblGrid>
                <a:gridCol w="1665463">
                  <a:extLst>
                    <a:ext uri="{9D8B030D-6E8A-4147-A177-3AD203B41FA5}">
                      <a16:colId xmlns:a16="http://schemas.microsoft.com/office/drawing/2014/main" val="1263859469"/>
                    </a:ext>
                  </a:extLst>
                </a:gridCol>
                <a:gridCol w="1878076">
                  <a:extLst>
                    <a:ext uri="{9D8B030D-6E8A-4147-A177-3AD203B41FA5}">
                      <a16:colId xmlns:a16="http://schemas.microsoft.com/office/drawing/2014/main" val="546293261"/>
                    </a:ext>
                  </a:extLst>
                </a:gridCol>
                <a:gridCol w="1878076">
                  <a:extLst>
                    <a:ext uri="{9D8B030D-6E8A-4147-A177-3AD203B41FA5}">
                      <a16:colId xmlns:a16="http://schemas.microsoft.com/office/drawing/2014/main" val="3279896554"/>
                    </a:ext>
                  </a:extLst>
                </a:gridCol>
                <a:gridCol w="1878076">
                  <a:extLst>
                    <a:ext uri="{9D8B030D-6E8A-4147-A177-3AD203B41FA5}">
                      <a16:colId xmlns:a16="http://schemas.microsoft.com/office/drawing/2014/main" val="436954802"/>
                    </a:ext>
                  </a:extLst>
                </a:gridCol>
                <a:gridCol w="1878076">
                  <a:extLst>
                    <a:ext uri="{9D8B030D-6E8A-4147-A177-3AD203B41FA5}">
                      <a16:colId xmlns:a16="http://schemas.microsoft.com/office/drawing/2014/main" val="883352"/>
                    </a:ext>
                  </a:extLst>
                </a:gridCol>
              </a:tblGrid>
              <a:tr h="468526">
                <a:tc>
                  <a:txBody>
                    <a:bodyPr/>
                    <a:lstStyle/>
                    <a:p>
                      <a:pPr algn="l">
                        <a:lnSpc>
                          <a:spcPts val="1875"/>
                        </a:lnSpc>
                        <a:buNone/>
                      </a:pPr>
                      <a:r>
                        <a:rPr lang="ru-RU" sz="1600" b="1">
                          <a:effectLst/>
                        </a:rPr>
                        <a:t>Критерий</a:t>
                      </a:r>
                      <a:endParaRPr lang="ru-RU" sz="1600" b="0">
                        <a:effectLst/>
                        <a:latin typeface="quote-cjk-patch"/>
                      </a:endParaRPr>
                    </a:p>
                  </a:txBody>
                  <a:tcPr marL="67468" marR="89957" marT="56223" marB="56223" anchor="ctr"/>
                </a:tc>
                <a:tc>
                  <a:txBody>
                    <a:bodyPr/>
                    <a:lstStyle/>
                    <a:p>
                      <a:pPr algn="l">
                        <a:lnSpc>
                          <a:spcPts val="1875"/>
                        </a:lnSpc>
                        <a:buNone/>
                      </a:pPr>
                      <a:r>
                        <a:rPr lang="ru-RU" sz="1600" b="1">
                          <a:effectLst/>
                        </a:rPr>
                        <a:t>Тип </a:t>
                      </a:r>
                      <a:r>
                        <a:rPr lang="en-US" sz="1600" b="1">
                          <a:effectLst/>
                        </a:rPr>
                        <a:t>IDS</a:t>
                      </a:r>
                      <a:endParaRPr lang="en-US" sz="1600" b="0">
                        <a:effectLst/>
                        <a:latin typeface="quote-cjk-patch"/>
                      </a:endParaRPr>
                    </a:p>
                  </a:txBody>
                  <a:tcPr marL="89957" marR="89957" marT="56223" marB="56223" anchor="ctr"/>
                </a:tc>
                <a:tc>
                  <a:txBody>
                    <a:bodyPr/>
                    <a:lstStyle/>
                    <a:p>
                      <a:pPr algn="l">
                        <a:lnSpc>
                          <a:spcPts val="1875"/>
                        </a:lnSpc>
                        <a:buNone/>
                      </a:pPr>
                      <a:r>
                        <a:rPr lang="ru-RU" sz="1600" b="1">
                          <a:effectLst/>
                        </a:rPr>
                        <a:t>Основной принцип</a:t>
                      </a:r>
                      <a:endParaRPr lang="ru-RU" sz="1600" b="0">
                        <a:effectLst/>
                        <a:latin typeface="quote-cjk-patch"/>
                      </a:endParaRPr>
                    </a:p>
                  </a:txBody>
                  <a:tcPr marL="89957" marR="89957" marT="56223" marB="56223" anchor="ctr"/>
                </a:tc>
                <a:tc>
                  <a:txBody>
                    <a:bodyPr/>
                    <a:lstStyle/>
                    <a:p>
                      <a:pPr algn="l">
                        <a:lnSpc>
                          <a:spcPts val="1875"/>
                        </a:lnSpc>
                        <a:buNone/>
                      </a:pPr>
                      <a:r>
                        <a:rPr lang="ru-RU" sz="1600" b="1">
                          <a:effectLst/>
                        </a:rPr>
                        <a:t>Плюсы</a:t>
                      </a:r>
                      <a:endParaRPr lang="ru-RU" sz="1600" b="0">
                        <a:effectLst/>
                        <a:latin typeface="quote-cjk-patch"/>
                      </a:endParaRPr>
                    </a:p>
                  </a:txBody>
                  <a:tcPr marL="89957" marR="89957" marT="56223" marB="56223" anchor="ctr"/>
                </a:tc>
                <a:tc>
                  <a:txBody>
                    <a:bodyPr/>
                    <a:lstStyle/>
                    <a:p>
                      <a:pPr algn="l">
                        <a:lnSpc>
                          <a:spcPts val="1875"/>
                        </a:lnSpc>
                        <a:buNone/>
                      </a:pPr>
                      <a:r>
                        <a:rPr lang="ru-RU" sz="1600" b="1">
                          <a:effectLst/>
                        </a:rPr>
                        <a:t>Минусы</a:t>
                      </a:r>
                      <a:endParaRPr lang="ru-RU" sz="1600" b="0">
                        <a:effectLst/>
                        <a:latin typeface="quote-cjk-patch"/>
                      </a:endParaRPr>
                    </a:p>
                  </a:txBody>
                  <a:tcPr marL="89957" marR="89957" marT="56223" marB="56223" anchor="ctr"/>
                </a:tc>
                <a:extLst>
                  <a:ext uri="{0D108BD9-81ED-4DB2-BD59-A6C34878D82A}">
                    <a16:rowId xmlns:a16="http://schemas.microsoft.com/office/drawing/2014/main" val="1111361751"/>
                  </a:ext>
                </a:extLst>
              </a:tr>
              <a:tr h="468526">
                <a:tc>
                  <a:txBody>
                    <a:bodyPr/>
                    <a:lstStyle/>
                    <a:p>
                      <a:pPr>
                        <a:lnSpc>
                          <a:spcPts val="1875"/>
                        </a:lnSpc>
                        <a:buNone/>
                      </a:pPr>
                      <a:r>
                        <a:rPr lang="ru-RU" sz="1600" b="1">
                          <a:effectLst/>
                        </a:rPr>
                        <a:t>Место</a:t>
                      </a:r>
                      <a:endParaRPr lang="ru-RU" sz="1600" b="0">
                        <a:effectLst/>
                        <a:latin typeface="quote-cjk-patch"/>
                      </a:endParaRPr>
                    </a:p>
                  </a:txBody>
                  <a:tcPr marL="67468" marR="89957" marT="56223" marB="56223" anchor="ctr"/>
                </a:tc>
                <a:tc>
                  <a:txBody>
                    <a:bodyPr/>
                    <a:lstStyle/>
                    <a:p>
                      <a:pPr>
                        <a:lnSpc>
                          <a:spcPts val="1875"/>
                        </a:lnSpc>
                        <a:buNone/>
                      </a:pPr>
                      <a:r>
                        <a:rPr lang="ru-RU" sz="1600" b="0" dirty="0">
                          <a:effectLst/>
                        </a:rPr>
                        <a:t>Сетевые (</a:t>
                      </a:r>
                      <a:r>
                        <a:rPr lang="en-US" sz="1600" b="0" dirty="0">
                          <a:effectLst/>
                        </a:rPr>
                        <a:t>NIDS)</a:t>
                      </a:r>
                      <a:endParaRPr lang="en-US" sz="1600" b="0" dirty="0">
                        <a:effectLst/>
                        <a:latin typeface="quote-cjk-patch"/>
                      </a:endParaRPr>
                    </a:p>
                  </a:txBody>
                  <a:tcPr marL="89957" marR="89957" marT="56223" marB="56223" anchor="ctr"/>
                </a:tc>
                <a:tc>
                  <a:txBody>
                    <a:bodyPr/>
                    <a:lstStyle/>
                    <a:p>
                      <a:pPr>
                        <a:lnSpc>
                          <a:spcPts val="1875"/>
                        </a:lnSpc>
                        <a:buNone/>
                      </a:pPr>
                      <a:r>
                        <a:rPr lang="ru-RU" sz="1600" b="0">
                          <a:effectLst/>
                        </a:rPr>
                        <a:t>Анализ трафика в сети</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Широкий охват</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Сложность с шифрованием</a:t>
                      </a:r>
                      <a:endParaRPr lang="ru-RU" sz="1600" b="0">
                        <a:effectLst/>
                        <a:latin typeface="quote-cjk-patch"/>
                      </a:endParaRPr>
                    </a:p>
                  </a:txBody>
                  <a:tcPr marL="89957" marR="67468" marT="56223" marB="56223" anchor="ctr"/>
                </a:tc>
                <a:extLst>
                  <a:ext uri="{0D108BD9-81ED-4DB2-BD59-A6C34878D82A}">
                    <a16:rowId xmlns:a16="http://schemas.microsoft.com/office/drawing/2014/main" val="3662162415"/>
                  </a:ext>
                </a:extLst>
              </a:tr>
              <a:tr h="646566">
                <a:tc>
                  <a:txBody>
                    <a:bodyPr/>
                    <a:lstStyle/>
                    <a:p>
                      <a:pPr>
                        <a:lnSpc>
                          <a:spcPts val="1875"/>
                        </a:lnSpc>
                        <a:buNone/>
                      </a:pPr>
                      <a:r>
                        <a:rPr lang="ru-RU" sz="1600" b="1">
                          <a:effectLst/>
                        </a:rPr>
                        <a:t>Место</a:t>
                      </a:r>
                      <a:endParaRPr lang="ru-RU" sz="1600" b="0">
                        <a:effectLst/>
                        <a:latin typeface="quote-cjk-patch"/>
                      </a:endParaRPr>
                    </a:p>
                  </a:txBody>
                  <a:tcPr marL="67468" marR="89957" marT="56223" marB="56223" anchor="ctr"/>
                </a:tc>
                <a:tc>
                  <a:txBody>
                    <a:bodyPr/>
                    <a:lstStyle/>
                    <a:p>
                      <a:pPr>
                        <a:lnSpc>
                          <a:spcPts val="1875"/>
                        </a:lnSpc>
                        <a:buNone/>
                      </a:pPr>
                      <a:r>
                        <a:rPr lang="ru-RU" sz="1600" b="0">
                          <a:effectLst/>
                        </a:rPr>
                        <a:t>Хостовые (</a:t>
                      </a:r>
                      <a:r>
                        <a:rPr lang="en-US" sz="1600" b="0">
                          <a:effectLst/>
                        </a:rPr>
                        <a:t>HIDS)</a:t>
                      </a:r>
                      <a:endParaRPr lang="en-US" sz="1600" b="0">
                        <a:effectLst/>
                        <a:latin typeface="quote-cjk-patch"/>
                      </a:endParaRPr>
                    </a:p>
                  </a:txBody>
                  <a:tcPr marL="89957" marR="89957" marT="56223" marB="56223" anchor="ctr"/>
                </a:tc>
                <a:tc>
                  <a:txBody>
                    <a:bodyPr/>
                    <a:lstStyle/>
                    <a:p>
                      <a:pPr>
                        <a:lnSpc>
                          <a:spcPts val="1875"/>
                        </a:lnSpc>
                        <a:buNone/>
                      </a:pPr>
                      <a:r>
                        <a:rPr lang="ru-RU" sz="1600" b="0" dirty="0">
                          <a:effectLst/>
                        </a:rPr>
                        <a:t>Анализ на конечном узле</a:t>
                      </a:r>
                      <a:endParaRPr lang="ru-RU" sz="1600" b="0" dirty="0">
                        <a:effectLst/>
                        <a:latin typeface="quote-cjk-patch"/>
                      </a:endParaRPr>
                    </a:p>
                  </a:txBody>
                  <a:tcPr marL="89957" marR="89957" marT="56223" marB="56223" anchor="ctr"/>
                </a:tc>
                <a:tc>
                  <a:txBody>
                    <a:bodyPr/>
                    <a:lstStyle/>
                    <a:p>
                      <a:pPr>
                        <a:lnSpc>
                          <a:spcPts val="1875"/>
                        </a:lnSpc>
                        <a:buNone/>
                      </a:pPr>
                      <a:r>
                        <a:rPr lang="ru-RU" sz="1600" b="0">
                          <a:effectLst/>
                        </a:rPr>
                        <a:t>Глубина анализа</a:t>
                      </a:r>
                      <a:endParaRPr lang="ru-RU" sz="1600" b="0">
                        <a:effectLst/>
                        <a:latin typeface="quote-cjk-patch"/>
                      </a:endParaRPr>
                    </a:p>
                  </a:txBody>
                  <a:tcPr marL="89957" marR="89957" marT="56223" marB="56223" anchor="ctr"/>
                </a:tc>
                <a:tc>
                  <a:txBody>
                    <a:bodyPr/>
                    <a:lstStyle/>
                    <a:p>
                      <a:pPr>
                        <a:lnSpc>
                          <a:spcPts val="1875"/>
                        </a:lnSpc>
                        <a:buNone/>
                      </a:pPr>
                      <a:r>
                        <a:rPr lang="ru-RU" sz="1600" b="0" dirty="0">
                          <a:effectLst/>
                        </a:rPr>
                        <a:t>Нагрузка на хост</a:t>
                      </a:r>
                      <a:endParaRPr lang="ru-RU" sz="1600" b="0" dirty="0">
                        <a:effectLst/>
                        <a:latin typeface="quote-cjk-patch"/>
                      </a:endParaRPr>
                    </a:p>
                  </a:txBody>
                  <a:tcPr marL="89957" marR="67468" marT="56223" marB="56223" anchor="ctr"/>
                </a:tc>
                <a:extLst>
                  <a:ext uri="{0D108BD9-81ED-4DB2-BD59-A6C34878D82A}">
                    <a16:rowId xmlns:a16="http://schemas.microsoft.com/office/drawing/2014/main" val="1439238897"/>
                  </a:ext>
                </a:extLst>
              </a:tr>
              <a:tr h="824606">
                <a:tc>
                  <a:txBody>
                    <a:bodyPr/>
                    <a:lstStyle/>
                    <a:p>
                      <a:pPr>
                        <a:lnSpc>
                          <a:spcPts val="1875"/>
                        </a:lnSpc>
                        <a:buNone/>
                      </a:pPr>
                      <a:r>
                        <a:rPr lang="ru-RU" sz="1600" b="1">
                          <a:effectLst/>
                        </a:rPr>
                        <a:t>Метод</a:t>
                      </a:r>
                      <a:endParaRPr lang="ru-RU" sz="1600" b="0">
                        <a:effectLst/>
                        <a:latin typeface="quote-cjk-patch"/>
                      </a:endParaRPr>
                    </a:p>
                  </a:txBody>
                  <a:tcPr marL="67468" marR="89957" marT="56223" marB="56223" anchor="ctr"/>
                </a:tc>
                <a:tc>
                  <a:txBody>
                    <a:bodyPr/>
                    <a:lstStyle/>
                    <a:p>
                      <a:pPr>
                        <a:lnSpc>
                          <a:spcPts val="1875"/>
                        </a:lnSpc>
                        <a:buNone/>
                      </a:pPr>
                      <a:r>
                        <a:rPr lang="ru-RU" sz="1600" b="0">
                          <a:effectLst/>
                        </a:rPr>
                        <a:t>Сигнатурные</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Сравнение с шаблонами</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Точность против известных угроз</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Слепота к новым атакам</a:t>
                      </a:r>
                      <a:endParaRPr lang="ru-RU" sz="1600" b="0">
                        <a:effectLst/>
                        <a:latin typeface="quote-cjk-patch"/>
                      </a:endParaRPr>
                    </a:p>
                  </a:txBody>
                  <a:tcPr marL="89957" marR="67468" marT="56223" marB="56223" anchor="ctr"/>
                </a:tc>
                <a:extLst>
                  <a:ext uri="{0D108BD9-81ED-4DB2-BD59-A6C34878D82A}">
                    <a16:rowId xmlns:a16="http://schemas.microsoft.com/office/drawing/2014/main" val="1310903301"/>
                  </a:ext>
                </a:extLst>
              </a:tr>
              <a:tr h="646566">
                <a:tc>
                  <a:txBody>
                    <a:bodyPr/>
                    <a:lstStyle/>
                    <a:p>
                      <a:pPr>
                        <a:lnSpc>
                          <a:spcPts val="1875"/>
                        </a:lnSpc>
                        <a:buNone/>
                      </a:pPr>
                      <a:r>
                        <a:rPr lang="ru-RU" sz="1600" b="1">
                          <a:effectLst/>
                        </a:rPr>
                        <a:t>Метод</a:t>
                      </a:r>
                      <a:endParaRPr lang="ru-RU" sz="1600" b="0">
                        <a:effectLst/>
                        <a:latin typeface="quote-cjk-patch"/>
                      </a:endParaRPr>
                    </a:p>
                  </a:txBody>
                  <a:tcPr marL="67468" marR="89957" marT="56223" marB="56223" anchor="ctr"/>
                </a:tc>
                <a:tc>
                  <a:txBody>
                    <a:bodyPr/>
                    <a:lstStyle/>
                    <a:p>
                      <a:pPr>
                        <a:lnSpc>
                          <a:spcPts val="1875"/>
                        </a:lnSpc>
                        <a:buNone/>
                      </a:pPr>
                      <a:r>
                        <a:rPr lang="ru-RU" sz="1600" b="0">
                          <a:effectLst/>
                        </a:rPr>
                        <a:t>Аномалийные</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Поиск отклонений от нормы</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Обнаружение новых угроз</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Ложные срабатывания</a:t>
                      </a:r>
                      <a:endParaRPr lang="ru-RU" sz="1600" b="0">
                        <a:effectLst/>
                        <a:latin typeface="quote-cjk-patch"/>
                      </a:endParaRPr>
                    </a:p>
                  </a:txBody>
                  <a:tcPr marL="89957" marR="67468" marT="56223" marB="56223" anchor="ctr"/>
                </a:tc>
                <a:extLst>
                  <a:ext uri="{0D108BD9-81ED-4DB2-BD59-A6C34878D82A}">
                    <a16:rowId xmlns:a16="http://schemas.microsoft.com/office/drawing/2014/main" val="3031989383"/>
                  </a:ext>
                </a:extLst>
              </a:tr>
              <a:tr h="1002646">
                <a:tc>
                  <a:txBody>
                    <a:bodyPr/>
                    <a:lstStyle/>
                    <a:p>
                      <a:pPr>
                        <a:lnSpc>
                          <a:spcPts val="1875"/>
                        </a:lnSpc>
                        <a:buNone/>
                      </a:pPr>
                      <a:r>
                        <a:rPr lang="ru-RU" sz="1600" b="1">
                          <a:effectLst/>
                        </a:rPr>
                        <a:t>Реакция</a:t>
                      </a:r>
                      <a:endParaRPr lang="ru-RU" sz="1600" b="0">
                        <a:effectLst/>
                        <a:latin typeface="quote-cjk-patch"/>
                      </a:endParaRPr>
                    </a:p>
                  </a:txBody>
                  <a:tcPr marL="67468" marR="89957" marT="56223" marB="56223" anchor="ctr"/>
                </a:tc>
                <a:tc>
                  <a:txBody>
                    <a:bodyPr/>
                    <a:lstStyle/>
                    <a:p>
                      <a:pPr>
                        <a:lnSpc>
                          <a:spcPts val="1875"/>
                        </a:lnSpc>
                        <a:buNone/>
                      </a:pPr>
                      <a:r>
                        <a:rPr lang="ru-RU" sz="1600" b="0">
                          <a:effectLst/>
                        </a:rPr>
                        <a:t>Пассивные</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Оповещение</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Без риска для трафика</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Отсутствие автоматического предотвращения</a:t>
                      </a:r>
                      <a:endParaRPr lang="ru-RU" sz="1600" b="0">
                        <a:effectLst/>
                        <a:latin typeface="quote-cjk-patch"/>
                      </a:endParaRPr>
                    </a:p>
                  </a:txBody>
                  <a:tcPr marL="89957" marR="67468" marT="56223" marB="56223" anchor="ctr"/>
                </a:tc>
                <a:extLst>
                  <a:ext uri="{0D108BD9-81ED-4DB2-BD59-A6C34878D82A}">
                    <a16:rowId xmlns:a16="http://schemas.microsoft.com/office/drawing/2014/main" val="783334239"/>
                  </a:ext>
                </a:extLst>
              </a:tr>
              <a:tr h="468526">
                <a:tc>
                  <a:txBody>
                    <a:bodyPr/>
                    <a:lstStyle/>
                    <a:p>
                      <a:pPr>
                        <a:lnSpc>
                          <a:spcPts val="1875"/>
                        </a:lnSpc>
                        <a:buNone/>
                      </a:pPr>
                      <a:r>
                        <a:rPr lang="ru-RU" sz="1600" b="1">
                          <a:effectLst/>
                        </a:rPr>
                        <a:t>Реакция</a:t>
                      </a:r>
                      <a:endParaRPr lang="ru-RU" sz="1600" b="0">
                        <a:effectLst/>
                        <a:latin typeface="quote-cjk-patch"/>
                      </a:endParaRPr>
                    </a:p>
                  </a:txBody>
                  <a:tcPr marL="67468" marR="89957" marT="56223" marB="56223" anchor="ctr"/>
                </a:tc>
                <a:tc>
                  <a:txBody>
                    <a:bodyPr/>
                    <a:lstStyle/>
                    <a:p>
                      <a:pPr>
                        <a:lnSpc>
                          <a:spcPts val="1875"/>
                        </a:lnSpc>
                        <a:buNone/>
                      </a:pPr>
                      <a:r>
                        <a:rPr lang="ru-RU" sz="1600" b="0">
                          <a:effectLst/>
                        </a:rPr>
                        <a:t>Активные (</a:t>
                      </a:r>
                      <a:r>
                        <a:rPr lang="en-US" sz="1600" b="0">
                          <a:effectLst/>
                        </a:rPr>
                        <a:t>IPS)</a:t>
                      </a:r>
                      <a:endParaRPr lang="en-US" sz="1600" b="0">
                        <a:effectLst/>
                        <a:latin typeface="quote-cjk-patch"/>
                      </a:endParaRPr>
                    </a:p>
                  </a:txBody>
                  <a:tcPr marL="89957" marR="89957" marT="56223" marB="56223" anchor="ctr"/>
                </a:tc>
                <a:tc>
                  <a:txBody>
                    <a:bodyPr/>
                    <a:lstStyle/>
                    <a:p>
                      <a:pPr>
                        <a:lnSpc>
                          <a:spcPts val="1875"/>
                        </a:lnSpc>
                        <a:buNone/>
                      </a:pPr>
                      <a:r>
                        <a:rPr lang="ru-RU" sz="1600" b="0">
                          <a:effectLst/>
                        </a:rPr>
                        <a:t>Блокировка</a:t>
                      </a:r>
                      <a:endParaRPr lang="ru-RU" sz="1600" b="0">
                        <a:effectLst/>
                        <a:latin typeface="quote-cjk-patch"/>
                      </a:endParaRPr>
                    </a:p>
                  </a:txBody>
                  <a:tcPr marL="89957" marR="89957" marT="56223" marB="56223" anchor="ctr"/>
                </a:tc>
                <a:tc>
                  <a:txBody>
                    <a:bodyPr/>
                    <a:lstStyle/>
                    <a:p>
                      <a:pPr>
                        <a:lnSpc>
                          <a:spcPts val="1875"/>
                        </a:lnSpc>
                        <a:buNone/>
                      </a:pPr>
                      <a:r>
                        <a:rPr lang="ru-RU" sz="1600" b="0">
                          <a:effectLst/>
                        </a:rPr>
                        <a:t>Автоматическая защита</a:t>
                      </a:r>
                      <a:endParaRPr lang="ru-RU" sz="1600" b="0">
                        <a:effectLst/>
                        <a:latin typeface="quote-cjk-patch"/>
                      </a:endParaRPr>
                    </a:p>
                  </a:txBody>
                  <a:tcPr marL="89957" marR="89957" marT="56223" marB="56223" anchor="ctr"/>
                </a:tc>
                <a:tc>
                  <a:txBody>
                    <a:bodyPr/>
                    <a:lstStyle/>
                    <a:p>
                      <a:pPr>
                        <a:lnSpc>
                          <a:spcPts val="1875"/>
                        </a:lnSpc>
                        <a:buNone/>
                      </a:pPr>
                      <a:r>
                        <a:rPr lang="ru-RU" sz="1600" b="0" dirty="0">
                          <a:effectLst/>
                        </a:rPr>
                        <a:t>Риск ложных блокировок</a:t>
                      </a:r>
                      <a:endParaRPr lang="ru-RU" sz="1600" b="0" dirty="0">
                        <a:effectLst/>
                        <a:latin typeface="quote-cjk-patch"/>
                      </a:endParaRPr>
                    </a:p>
                  </a:txBody>
                  <a:tcPr marL="89957" marR="67468" marT="56223" marB="56223" anchor="ctr"/>
                </a:tc>
                <a:extLst>
                  <a:ext uri="{0D108BD9-81ED-4DB2-BD59-A6C34878D82A}">
                    <a16:rowId xmlns:a16="http://schemas.microsoft.com/office/drawing/2014/main" val="652335113"/>
                  </a:ext>
                </a:extLst>
              </a:tr>
            </a:tbl>
          </a:graphicData>
        </a:graphic>
      </p:graphicFrame>
      <p:sp>
        <p:nvSpPr>
          <p:cNvPr id="3" name="Rectangle 1">
            <a:extLst>
              <a:ext uri="{FF2B5EF4-FFF2-40B4-BE49-F238E27FC236}">
                <a16:creationId xmlns:a16="http://schemas.microsoft.com/office/drawing/2014/main" id="{21ADA0E2-E4A6-DFED-18C8-DFB8B8BE752D}"/>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C2EE80F-4016-7D5B-A6B3-B6BDBE4BE3E9}"/>
              </a:ext>
            </a:extLst>
          </p:cNvPr>
          <p:cNvSpPr txBox="1"/>
          <p:nvPr/>
        </p:nvSpPr>
        <p:spPr>
          <a:xfrm>
            <a:off x="1135579" y="450861"/>
            <a:ext cx="10923071" cy="830997"/>
          </a:xfrm>
          <a:prstGeom prst="rect">
            <a:avLst/>
          </a:prstGeom>
          <a:noFill/>
        </p:spPr>
        <p:txBody>
          <a:bodyPr wrap="square">
            <a:spAutoFit/>
          </a:bodyPr>
          <a:lstStyle/>
          <a:p>
            <a:r>
              <a:rPr lang="ru-RU" sz="2400" b="1" dirty="0">
                <a:solidFill>
                  <a:schemeClr val="tx2">
                    <a:lumMod val="75000"/>
                  </a:schemeClr>
                </a:solidFill>
              </a:rPr>
              <a:t> Типы систем обнаружения вторжений</a:t>
            </a:r>
            <a:endParaRPr lang="ru-RU" sz="2400" dirty="0">
              <a:solidFill>
                <a:schemeClr val="tx2">
                  <a:lumMod val="75000"/>
                </a:schemeClr>
              </a:solidFill>
            </a:endParaRPr>
          </a:p>
          <a:p>
            <a:pPr>
              <a:defRPr sz="3200" b="1">
                <a:solidFill>
                  <a:srgbClr val="0A1B3F"/>
                </a:solidFill>
              </a:defRPr>
            </a:pPr>
            <a:endParaRPr sz="2400" dirty="0">
              <a:solidFill>
                <a:schemeClr val="tx2">
                  <a:lumMod val="75000"/>
                </a:schemeClr>
              </a:solidFill>
            </a:endParaRPr>
          </a:p>
        </p:txBody>
      </p:sp>
      <p:sp>
        <p:nvSpPr>
          <p:cNvPr id="5" name="TextBox 4">
            <a:extLst>
              <a:ext uri="{FF2B5EF4-FFF2-40B4-BE49-F238E27FC236}">
                <a16:creationId xmlns:a16="http://schemas.microsoft.com/office/drawing/2014/main" id="{4331BF34-FE51-6E9F-9C69-09399C2974DB}"/>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78D73C84-318D-04AD-9BAF-0AA545EAC6F9}"/>
              </a:ext>
            </a:extLst>
          </p:cNvPr>
          <p:cNvPicPr>
            <a:picLocks noChangeAspect="1"/>
          </p:cNvPicPr>
          <p:nvPr/>
        </p:nvPicPr>
        <p:blipFill>
          <a:blip r:embed="rId3"/>
          <a:stretch>
            <a:fillRect/>
          </a:stretch>
        </p:blipFill>
        <p:spPr>
          <a:xfrm>
            <a:off x="364037" y="248094"/>
            <a:ext cx="771542" cy="866369"/>
          </a:xfrm>
          <a:prstGeom prst="rect">
            <a:avLst/>
          </a:prstGeom>
        </p:spPr>
      </p:pic>
    </p:spTree>
    <p:extLst>
      <p:ext uri="{BB962C8B-B14F-4D97-AF65-F5344CB8AC3E}">
        <p14:creationId xmlns:p14="http://schemas.microsoft.com/office/powerpoint/2010/main" val="1872469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677A-0127-56FB-D9EB-7146858BBB1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94F715E-ABA9-2E74-D091-9446DD2AB13E}"/>
              </a:ext>
            </a:extLst>
          </p:cNvPr>
          <p:cNvSpPr txBox="1"/>
          <p:nvPr/>
        </p:nvSpPr>
        <p:spPr>
          <a:xfrm>
            <a:off x="1186338" y="472252"/>
            <a:ext cx="11221403" cy="1077218"/>
          </a:xfrm>
          <a:prstGeom prst="rect">
            <a:avLst/>
          </a:prstGeom>
          <a:noFill/>
        </p:spPr>
        <p:txBody>
          <a:bodyPr wrap="square">
            <a:spAutoFit/>
          </a:bodyPr>
          <a:lstStyle/>
          <a:p>
            <a:pPr>
              <a:defRPr sz="3200" b="1">
                <a:solidFill>
                  <a:srgbClr val="0A1B3F"/>
                </a:solidFill>
              </a:defRPr>
            </a:pPr>
            <a:r>
              <a:rPr lang="ru-RU" sz="3200" b="1" dirty="0"/>
              <a:t>Как разные методы ИИ используются для обнаружения атак</a:t>
            </a:r>
          </a:p>
          <a:p>
            <a:pPr>
              <a:defRPr sz="3200" b="1">
                <a:solidFill>
                  <a:srgbClr val="0A1B3F"/>
                </a:solidFill>
              </a:defRPr>
            </a:pPr>
            <a:endParaRPr lang="ru-RU" sz="3200" dirty="0"/>
          </a:p>
        </p:txBody>
      </p:sp>
      <p:sp>
        <p:nvSpPr>
          <p:cNvPr id="10" name="Rectangle 1">
            <a:extLst>
              <a:ext uri="{FF2B5EF4-FFF2-40B4-BE49-F238E27FC236}">
                <a16:creationId xmlns:a16="http://schemas.microsoft.com/office/drawing/2014/main" id="{A653A4C8-A627-E577-9392-3BDF42199BDC}"/>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CDC7274-09A2-6F6F-D060-A07DE569CE4C}"/>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280ED778-40EF-BC91-36CE-E9111EF64DDE}"/>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5833AA1C-672C-0464-823C-97EE7FDE76A5}"/>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9A074A6C-57DC-2673-44E5-82B447B62029}"/>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FBEA3728-6F8E-60FC-2BC6-3EB51EE438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3" name="Рисунок 2">
            <a:extLst>
              <a:ext uri="{FF2B5EF4-FFF2-40B4-BE49-F238E27FC236}">
                <a16:creationId xmlns:a16="http://schemas.microsoft.com/office/drawing/2014/main" id="{5EB2DAA9-9BED-BF10-E3C9-42D470090605}"/>
              </a:ext>
            </a:extLst>
          </p:cNvPr>
          <p:cNvPicPr>
            <a:picLocks noChangeAspect="1"/>
          </p:cNvPicPr>
          <p:nvPr/>
        </p:nvPicPr>
        <p:blipFill>
          <a:blip r:embed="rId4"/>
          <a:stretch>
            <a:fillRect/>
          </a:stretch>
        </p:blipFill>
        <p:spPr>
          <a:xfrm>
            <a:off x="2252662" y="1019175"/>
            <a:ext cx="7991475" cy="5838825"/>
          </a:xfrm>
          <a:prstGeom prst="rect">
            <a:avLst/>
          </a:prstGeom>
        </p:spPr>
      </p:pic>
    </p:spTree>
    <p:extLst>
      <p:ext uri="{BB962C8B-B14F-4D97-AF65-F5344CB8AC3E}">
        <p14:creationId xmlns:p14="http://schemas.microsoft.com/office/powerpoint/2010/main" val="437101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0D67E-88FA-A5F6-5142-5F4FDC5D15B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F4199CA-0CCC-D499-D457-65F6A5F4356C}"/>
              </a:ext>
            </a:extLst>
          </p:cNvPr>
          <p:cNvSpPr txBox="1"/>
          <p:nvPr/>
        </p:nvSpPr>
        <p:spPr>
          <a:xfrm>
            <a:off x="1054820" y="364835"/>
            <a:ext cx="11221403" cy="1077218"/>
          </a:xfrm>
          <a:prstGeom prst="rect">
            <a:avLst/>
          </a:prstGeom>
          <a:noFill/>
        </p:spPr>
        <p:txBody>
          <a:bodyPr wrap="square">
            <a:spAutoFit/>
          </a:bodyPr>
          <a:lstStyle/>
          <a:p>
            <a:pPr>
              <a:defRPr sz="3200" b="1">
                <a:solidFill>
                  <a:srgbClr val="0A1B3F"/>
                </a:solidFill>
              </a:defRPr>
            </a:pPr>
            <a:r>
              <a:rPr lang="ru-RU" sz="3200" b="1" dirty="0"/>
              <a:t>Какой метод для чего использовать?</a:t>
            </a:r>
          </a:p>
          <a:p>
            <a:pPr>
              <a:defRPr sz="3200" b="1">
                <a:solidFill>
                  <a:srgbClr val="0A1B3F"/>
                </a:solidFill>
              </a:defRPr>
            </a:pPr>
            <a:endParaRPr dirty="0"/>
          </a:p>
        </p:txBody>
      </p:sp>
      <p:sp>
        <p:nvSpPr>
          <p:cNvPr id="10" name="Rectangle 1">
            <a:extLst>
              <a:ext uri="{FF2B5EF4-FFF2-40B4-BE49-F238E27FC236}">
                <a16:creationId xmlns:a16="http://schemas.microsoft.com/office/drawing/2014/main" id="{E5FB0376-B9A5-5C8F-C07F-8362DBF142A0}"/>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F71321B5-CD8E-C266-0024-0B12F612A413}"/>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44E0B21F-3ED6-1EB5-FFCE-7DC3C45F9C31}"/>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DCB52EAB-9613-CBE5-2C8D-7A6C1D7C7515}"/>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F8FAED02-860E-AE07-2DA3-96AA3C8BB9C4}"/>
              </a:ext>
            </a:extLst>
          </p:cNvPr>
          <p:cNvPicPr>
            <a:picLocks noChangeAspect="1"/>
          </p:cNvPicPr>
          <p:nvPr/>
        </p:nvPicPr>
        <p:blipFill>
          <a:blip r:embed="rId3"/>
          <a:stretch>
            <a:fillRect/>
          </a:stretch>
        </p:blipFill>
        <p:spPr>
          <a:xfrm>
            <a:off x="364037" y="248094"/>
            <a:ext cx="771542" cy="866369"/>
          </a:xfrm>
          <a:prstGeom prst="rect">
            <a:avLst/>
          </a:prstGeom>
        </p:spPr>
      </p:pic>
      <p:graphicFrame>
        <p:nvGraphicFramePr>
          <p:cNvPr id="2" name="Таблица 1">
            <a:extLst>
              <a:ext uri="{FF2B5EF4-FFF2-40B4-BE49-F238E27FC236}">
                <a16:creationId xmlns:a16="http://schemas.microsoft.com/office/drawing/2014/main" id="{BD3AD225-F147-81F3-D8B1-4837FB69732A}"/>
              </a:ext>
            </a:extLst>
          </p:cNvPr>
          <p:cNvGraphicFramePr>
            <a:graphicFrameLocks noGrp="1"/>
          </p:cNvGraphicFramePr>
          <p:nvPr>
            <p:extLst>
              <p:ext uri="{D42A27DB-BD31-4B8C-83A1-F6EECF244321}">
                <p14:modId xmlns:p14="http://schemas.microsoft.com/office/powerpoint/2010/main" val="1850745000"/>
              </p:ext>
            </p:extLst>
          </p:nvPr>
        </p:nvGraphicFramePr>
        <p:xfrm>
          <a:off x="212729" y="1283208"/>
          <a:ext cx="11978964" cy="5410200"/>
        </p:xfrm>
        <a:graphic>
          <a:graphicData uri="http://schemas.openxmlformats.org/drawingml/2006/table">
            <a:tbl>
              <a:tblPr firstRow="1" bandRow="1">
                <a:tableStyleId>{D113A9D2-9D6B-4929-AA2D-F23B5EE8CBE7}</a:tableStyleId>
              </a:tblPr>
              <a:tblGrid>
                <a:gridCol w="2994741">
                  <a:extLst>
                    <a:ext uri="{9D8B030D-6E8A-4147-A177-3AD203B41FA5}">
                      <a16:colId xmlns:a16="http://schemas.microsoft.com/office/drawing/2014/main" val="1073116666"/>
                    </a:ext>
                  </a:extLst>
                </a:gridCol>
                <a:gridCol w="2994741">
                  <a:extLst>
                    <a:ext uri="{9D8B030D-6E8A-4147-A177-3AD203B41FA5}">
                      <a16:colId xmlns:a16="http://schemas.microsoft.com/office/drawing/2014/main" val="3151245321"/>
                    </a:ext>
                  </a:extLst>
                </a:gridCol>
                <a:gridCol w="2994741">
                  <a:extLst>
                    <a:ext uri="{9D8B030D-6E8A-4147-A177-3AD203B41FA5}">
                      <a16:colId xmlns:a16="http://schemas.microsoft.com/office/drawing/2014/main" val="334173094"/>
                    </a:ext>
                  </a:extLst>
                </a:gridCol>
                <a:gridCol w="2994741">
                  <a:extLst>
                    <a:ext uri="{9D8B030D-6E8A-4147-A177-3AD203B41FA5}">
                      <a16:colId xmlns:a16="http://schemas.microsoft.com/office/drawing/2014/main" val="1688735368"/>
                    </a:ext>
                  </a:extLst>
                </a:gridCol>
              </a:tblGrid>
              <a:tr h="370840">
                <a:tc>
                  <a:txBody>
                    <a:bodyPr/>
                    <a:lstStyle/>
                    <a:p>
                      <a:pPr algn="l">
                        <a:lnSpc>
                          <a:spcPts val="1875"/>
                        </a:lnSpc>
                        <a:buNone/>
                      </a:pPr>
                      <a:r>
                        <a:rPr lang="ru-RU" sz="1600" b="0" dirty="0">
                          <a:solidFill>
                            <a:schemeClr val="tx1"/>
                          </a:solidFill>
                          <a:effectLst/>
                        </a:rPr>
                        <a:t>Метод</a:t>
                      </a:r>
                      <a:endParaRPr lang="ru-RU" sz="1600" b="0" dirty="0">
                        <a:solidFill>
                          <a:schemeClr val="tx1"/>
                        </a:solidFill>
                        <a:effectLst/>
                        <a:latin typeface="quote-cjk-patch"/>
                      </a:endParaRPr>
                    </a:p>
                  </a:txBody>
                  <a:tcPr marR="121920" marT="76200" marB="76200" anchor="ctr"/>
                </a:tc>
                <a:tc>
                  <a:txBody>
                    <a:bodyPr/>
                    <a:lstStyle/>
                    <a:p>
                      <a:pPr algn="l">
                        <a:lnSpc>
                          <a:spcPts val="1875"/>
                        </a:lnSpc>
                        <a:buNone/>
                      </a:pPr>
                      <a:r>
                        <a:rPr lang="ru-RU" sz="1600" b="0">
                          <a:solidFill>
                            <a:schemeClr val="tx1"/>
                          </a:solidFill>
                          <a:effectLst/>
                        </a:rPr>
                        <a:t>Основной принцип</a:t>
                      </a:r>
                      <a:endParaRPr lang="ru-RU" sz="1600" b="0">
                        <a:solidFill>
                          <a:schemeClr val="tx1"/>
                        </a:solidFill>
                        <a:effectLst/>
                        <a:latin typeface="quote-cjk-patch"/>
                      </a:endParaRPr>
                    </a:p>
                  </a:txBody>
                  <a:tcPr marL="121920" marR="121920" marT="76200" marB="76200" anchor="ctr"/>
                </a:tc>
                <a:tc>
                  <a:txBody>
                    <a:bodyPr/>
                    <a:lstStyle/>
                    <a:p>
                      <a:pPr algn="l">
                        <a:lnSpc>
                          <a:spcPts val="1875"/>
                        </a:lnSpc>
                        <a:buNone/>
                      </a:pPr>
                      <a:r>
                        <a:rPr lang="ru-RU" sz="1600" b="0">
                          <a:solidFill>
                            <a:schemeClr val="tx1"/>
                          </a:solidFill>
                          <a:effectLst/>
                        </a:rPr>
                        <a:t>Сильные стороны</a:t>
                      </a:r>
                      <a:endParaRPr lang="ru-RU" sz="1600" b="0">
                        <a:solidFill>
                          <a:schemeClr val="tx1"/>
                        </a:solidFill>
                        <a:effectLst/>
                        <a:latin typeface="quote-cjk-patch"/>
                      </a:endParaRPr>
                    </a:p>
                  </a:txBody>
                  <a:tcPr marL="121920" marR="121920" marT="76200" marB="76200" anchor="ctr"/>
                </a:tc>
                <a:tc>
                  <a:txBody>
                    <a:bodyPr/>
                    <a:lstStyle/>
                    <a:p>
                      <a:pPr algn="l">
                        <a:lnSpc>
                          <a:spcPts val="1875"/>
                        </a:lnSpc>
                        <a:buNone/>
                      </a:pPr>
                      <a:r>
                        <a:rPr lang="ru-RU" sz="1600" b="0">
                          <a:solidFill>
                            <a:schemeClr val="tx1"/>
                          </a:solidFill>
                          <a:effectLst/>
                        </a:rPr>
                        <a:t>Идеально для обнаружения...</a:t>
                      </a:r>
                      <a:endParaRPr lang="ru-RU" sz="1600" b="0">
                        <a:solidFill>
                          <a:schemeClr val="tx1"/>
                        </a:solidFill>
                        <a:effectLst/>
                        <a:latin typeface="quote-cjk-patch"/>
                      </a:endParaRPr>
                    </a:p>
                  </a:txBody>
                  <a:tcPr marL="121920" marR="121920" marT="76200" marB="76200" anchor="ctr"/>
                </a:tc>
                <a:extLst>
                  <a:ext uri="{0D108BD9-81ED-4DB2-BD59-A6C34878D82A}">
                    <a16:rowId xmlns:a16="http://schemas.microsoft.com/office/drawing/2014/main" val="260720640"/>
                  </a:ext>
                </a:extLst>
              </a:tr>
              <a:tr h="370840">
                <a:tc>
                  <a:txBody>
                    <a:bodyPr/>
                    <a:lstStyle/>
                    <a:p>
                      <a:pPr>
                        <a:lnSpc>
                          <a:spcPts val="1875"/>
                        </a:lnSpc>
                        <a:buNone/>
                      </a:pPr>
                      <a:r>
                        <a:rPr lang="en-US" sz="1600" b="1" dirty="0">
                          <a:solidFill>
                            <a:schemeClr val="tx1"/>
                          </a:solidFill>
                          <a:effectLst/>
                        </a:rPr>
                        <a:t>K-NN, SVM</a:t>
                      </a:r>
                      <a:endParaRPr lang="en-US" sz="1600" b="0" dirty="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Сравнение с известными образцами, проведение границы</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Простота, интерпретируемость, высокая точность на известных угрозах</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Известных атак (DoS, Probe), где есть четкие шаблоны.</a:t>
                      </a:r>
                      <a:endParaRPr lang="ru-RU" sz="1600" b="0">
                        <a:solidFill>
                          <a:schemeClr val="tx1"/>
                        </a:solidFill>
                        <a:effectLst/>
                        <a:latin typeface="quote-cjk-patch"/>
                      </a:endParaRPr>
                    </a:p>
                  </a:txBody>
                  <a:tcPr marL="121920" marT="76200" marB="76200" anchor="ctr"/>
                </a:tc>
                <a:extLst>
                  <a:ext uri="{0D108BD9-81ED-4DB2-BD59-A6C34878D82A}">
                    <a16:rowId xmlns:a16="http://schemas.microsoft.com/office/drawing/2014/main" val="2806361272"/>
                  </a:ext>
                </a:extLst>
              </a:tr>
              <a:tr h="370840">
                <a:tc>
                  <a:txBody>
                    <a:bodyPr/>
                    <a:lstStyle/>
                    <a:p>
                      <a:pPr>
                        <a:lnSpc>
                          <a:spcPts val="1875"/>
                        </a:lnSpc>
                        <a:buNone/>
                      </a:pPr>
                      <a:r>
                        <a:rPr lang="en-US" sz="1600" b="1">
                          <a:solidFill>
                            <a:schemeClr val="tx1"/>
                          </a:solidFill>
                          <a:effectLst/>
                        </a:rPr>
                        <a:t>Random Forest</a:t>
                      </a:r>
                      <a:endParaRPr lang="en-US" sz="1600" b="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Голосование множества "экспертов" (деревьев)</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Устойчивость к шуму, хорошая точность, определение важности признаков</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Широкого спектра атак, включая сложные (U2R, R2L).</a:t>
                      </a:r>
                      <a:endParaRPr lang="ru-RU" sz="1600" b="0">
                        <a:solidFill>
                          <a:schemeClr val="tx1"/>
                        </a:solidFill>
                        <a:effectLst/>
                        <a:latin typeface="quote-cjk-patch"/>
                      </a:endParaRPr>
                    </a:p>
                  </a:txBody>
                  <a:tcPr marL="121920" marT="76200" marB="76200" anchor="ctr"/>
                </a:tc>
                <a:extLst>
                  <a:ext uri="{0D108BD9-81ED-4DB2-BD59-A6C34878D82A}">
                    <a16:rowId xmlns:a16="http://schemas.microsoft.com/office/drawing/2014/main" val="2089539481"/>
                  </a:ext>
                </a:extLst>
              </a:tr>
              <a:tr h="370840">
                <a:tc>
                  <a:txBody>
                    <a:bodyPr/>
                    <a:lstStyle/>
                    <a:p>
                      <a:pPr>
                        <a:lnSpc>
                          <a:spcPts val="1875"/>
                        </a:lnSpc>
                        <a:buNone/>
                      </a:pPr>
                      <a:r>
                        <a:rPr lang="en-US" sz="1600" b="1">
                          <a:solidFill>
                            <a:schemeClr val="tx1"/>
                          </a:solidFill>
                          <a:effectLst/>
                        </a:rPr>
                        <a:t>K-Means</a:t>
                      </a:r>
                      <a:endParaRPr lang="en-US" sz="1600" b="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Кластеризация по схожести</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Не требует размеченных данных</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1">
                          <a:solidFill>
                            <a:schemeClr val="tx1"/>
                          </a:solidFill>
                          <a:effectLst/>
                        </a:rPr>
                        <a:t>Новых, неизвестных атак (Zero-day)</a:t>
                      </a:r>
                      <a:r>
                        <a:rPr lang="ru-RU" sz="1600" b="0">
                          <a:solidFill>
                            <a:schemeClr val="tx1"/>
                          </a:solidFill>
                          <a:effectLst/>
                        </a:rPr>
                        <a:t>, аномалий в поведении.</a:t>
                      </a:r>
                      <a:endParaRPr lang="ru-RU" sz="1600" b="0">
                        <a:solidFill>
                          <a:schemeClr val="tx1"/>
                        </a:solidFill>
                        <a:effectLst/>
                        <a:latin typeface="quote-cjk-patch"/>
                      </a:endParaRPr>
                    </a:p>
                  </a:txBody>
                  <a:tcPr marL="121920" marT="76200" marB="76200" anchor="ctr"/>
                </a:tc>
                <a:extLst>
                  <a:ext uri="{0D108BD9-81ED-4DB2-BD59-A6C34878D82A}">
                    <a16:rowId xmlns:a16="http://schemas.microsoft.com/office/drawing/2014/main" val="2502413491"/>
                  </a:ext>
                </a:extLst>
              </a:tr>
              <a:tr h="370840">
                <a:tc>
                  <a:txBody>
                    <a:bodyPr/>
                    <a:lstStyle/>
                    <a:p>
                      <a:pPr>
                        <a:lnSpc>
                          <a:spcPts val="1875"/>
                        </a:lnSpc>
                        <a:buNone/>
                      </a:pPr>
                      <a:r>
                        <a:rPr lang="en-US" sz="1600" b="1">
                          <a:solidFill>
                            <a:schemeClr val="tx1"/>
                          </a:solidFill>
                          <a:effectLst/>
                        </a:rPr>
                        <a:t>CNN</a:t>
                      </a:r>
                      <a:endParaRPr lang="en-US" sz="1600" b="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Автоматическое извлечение сложных пространственных признаков</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Максимальная точность, не требует ручного извлечения признаков</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Сложных атак с уникальным "отпечатком" в структуре трафика.</a:t>
                      </a:r>
                      <a:endParaRPr lang="ru-RU" sz="1600" b="0">
                        <a:solidFill>
                          <a:schemeClr val="tx1"/>
                        </a:solidFill>
                        <a:effectLst/>
                        <a:latin typeface="quote-cjk-patch"/>
                      </a:endParaRPr>
                    </a:p>
                  </a:txBody>
                  <a:tcPr marL="121920" marT="76200" marB="76200" anchor="ctr"/>
                </a:tc>
                <a:extLst>
                  <a:ext uri="{0D108BD9-81ED-4DB2-BD59-A6C34878D82A}">
                    <a16:rowId xmlns:a16="http://schemas.microsoft.com/office/drawing/2014/main" val="2090273276"/>
                  </a:ext>
                </a:extLst>
              </a:tr>
              <a:tr h="370840">
                <a:tc>
                  <a:txBody>
                    <a:bodyPr/>
                    <a:lstStyle/>
                    <a:p>
                      <a:pPr>
                        <a:lnSpc>
                          <a:spcPts val="1875"/>
                        </a:lnSpc>
                        <a:buNone/>
                      </a:pPr>
                      <a:r>
                        <a:rPr lang="en-US" sz="1600" b="1">
                          <a:solidFill>
                            <a:schemeClr val="tx1"/>
                          </a:solidFill>
                          <a:effectLst/>
                        </a:rPr>
                        <a:t>LSTM/RNN</a:t>
                      </a:r>
                      <a:endParaRPr lang="en-US" sz="1600" b="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Анализ последовательностей и зависимостей во времени</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Улавливает многошаговые атаки и изменения в поведении</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1">
                          <a:solidFill>
                            <a:schemeClr val="tx1"/>
                          </a:solidFill>
                          <a:effectLst/>
                        </a:rPr>
                        <a:t>Продвинутых многостадийных атак (APT)</a:t>
                      </a:r>
                      <a:r>
                        <a:rPr lang="ru-RU" sz="1600" b="0">
                          <a:solidFill>
                            <a:schemeClr val="tx1"/>
                          </a:solidFill>
                          <a:effectLst/>
                        </a:rPr>
                        <a:t>, атак, растянутых во времени.</a:t>
                      </a:r>
                      <a:endParaRPr lang="ru-RU" sz="1600" b="0">
                        <a:solidFill>
                          <a:schemeClr val="tx1"/>
                        </a:solidFill>
                        <a:effectLst/>
                        <a:latin typeface="quote-cjk-patch"/>
                      </a:endParaRPr>
                    </a:p>
                  </a:txBody>
                  <a:tcPr marL="121920" marT="76200" marB="76200" anchor="ctr"/>
                </a:tc>
                <a:extLst>
                  <a:ext uri="{0D108BD9-81ED-4DB2-BD59-A6C34878D82A}">
                    <a16:rowId xmlns:a16="http://schemas.microsoft.com/office/drawing/2014/main" val="3310018461"/>
                  </a:ext>
                </a:extLst>
              </a:tr>
              <a:tr h="370840">
                <a:tc>
                  <a:txBody>
                    <a:bodyPr/>
                    <a:lstStyle/>
                    <a:p>
                      <a:pPr>
                        <a:lnSpc>
                          <a:spcPts val="1875"/>
                        </a:lnSpc>
                        <a:buNone/>
                      </a:pPr>
                      <a:r>
                        <a:rPr lang="ru-RU" sz="1600" b="1">
                          <a:solidFill>
                            <a:schemeClr val="tx1"/>
                          </a:solidFill>
                          <a:effectLst/>
                        </a:rPr>
                        <a:t>Ансамбли</a:t>
                      </a:r>
                      <a:endParaRPr lang="ru-RU" sz="1600" b="0">
                        <a:solidFill>
                          <a:schemeClr val="tx1"/>
                        </a:solidFill>
                        <a:effectLst/>
                        <a:latin typeface="quote-cjk-patch"/>
                      </a:endParaRPr>
                    </a:p>
                  </a:txBody>
                  <a:tcPr marR="121920" marT="76200" marB="76200" anchor="ctr"/>
                </a:tc>
                <a:tc>
                  <a:txBody>
                    <a:bodyPr/>
                    <a:lstStyle/>
                    <a:p>
                      <a:pPr>
                        <a:lnSpc>
                          <a:spcPts val="1875"/>
                        </a:lnSpc>
                        <a:buNone/>
                      </a:pPr>
                      <a:r>
                        <a:rPr lang="ru-RU" sz="1600" b="0">
                          <a:solidFill>
                            <a:schemeClr val="tx1"/>
                          </a:solidFill>
                          <a:effectLst/>
                        </a:rPr>
                        <a:t>Комбинирование прогнозов нескольких моделей</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a:solidFill>
                            <a:schemeClr val="tx1"/>
                          </a:solidFill>
                          <a:effectLst/>
                        </a:rPr>
                        <a:t>Максимальная надежность, стабильность, снижение ложных срабатываний</a:t>
                      </a:r>
                      <a:endParaRPr lang="ru-RU" sz="1600" b="0">
                        <a:solidFill>
                          <a:schemeClr val="tx1"/>
                        </a:solidFill>
                        <a:effectLst/>
                        <a:latin typeface="quote-cjk-patch"/>
                      </a:endParaRPr>
                    </a:p>
                  </a:txBody>
                  <a:tcPr marL="121920" marR="121920" marT="76200" marB="76200" anchor="ctr"/>
                </a:tc>
                <a:tc>
                  <a:txBody>
                    <a:bodyPr/>
                    <a:lstStyle/>
                    <a:p>
                      <a:pPr>
                        <a:lnSpc>
                          <a:spcPts val="1875"/>
                        </a:lnSpc>
                        <a:buNone/>
                      </a:pPr>
                      <a:r>
                        <a:rPr lang="ru-RU" sz="1600" b="0" dirty="0">
                          <a:solidFill>
                            <a:schemeClr val="tx1"/>
                          </a:solidFill>
                          <a:effectLst/>
                        </a:rPr>
                        <a:t>Критически важных систем, где нужна максимальная отказоустойчивость.</a:t>
                      </a:r>
                      <a:endParaRPr lang="ru-RU" sz="1600" b="0" dirty="0">
                        <a:solidFill>
                          <a:schemeClr val="tx1"/>
                        </a:solidFill>
                        <a:effectLst/>
                        <a:latin typeface="quote-cjk-patch"/>
                      </a:endParaRPr>
                    </a:p>
                  </a:txBody>
                  <a:tcPr marL="121920" marT="76200" marB="76200" anchor="ctr"/>
                </a:tc>
                <a:extLst>
                  <a:ext uri="{0D108BD9-81ED-4DB2-BD59-A6C34878D82A}">
                    <a16:rowId xmlns:a16="http://schemas.microsoft.com/office/drawing/2014/main" val="1978662261"/>
                  </a:ext>
                </a:extLst>
              </a:tr>
            </a:tbl>
          </a:graphicData>
        </a:graphic>
      </p:graphicFrame>
    </p:spTree>
    <p:extLst>
      <p:ext uri="{BB962C8B-B14F-4D97-AF65-F5344CB8AC3E}">
        <p14:creationId xmlns:p14="http://schemas.microsoft.com/office/powerpoint/2010/main" val="14711910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33F0-62FD-979F-3B1B-C2106076536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E98DAED-A1FE-A5A4-AB7C-5BDABBB0D917}"/>
              </a:ext>
            </a:extLst>
          </p:cNvPr>
          <p:cNvSpPr txBox="1"/>
          <p:nvPr/>
        </p:nvSpPr>
        <p:spPr>
          <a:xfrm>
            <a:off x="1186338" y="472252"/>
            <a:ext cx="11221403" cy="584775"/>
          </a:xfrm>
          <a:prstGeom prst="rect">
            <a:avLst/>
          </a:prstGeom>
          <a:noFill/>
        </p:spPr>
        <p:txBody>
          <a:bodyPr wrap="square">
            <a:spAutoFit/>
          </a:bodyPr>
          <a:lstStyle/>
          <a:p>
            <a:r>
              <a:rPr lang="ru-RU" sz="3200" b="1" dirty="0"/>
              <a:t>Сравнительная таблица наборов данных для IDS</a:t>
            </a:r>
          </a:p>
        </p:txBody>
      </p:sp>
      <p:sp>
        <p:nvSpPr>
          <p:cNvPr id="10" name="Rectangle 1">
            <a:extLst>
              <a:ext uri="{FF2B5EF4-FFF2-40B4-BE49-F238E27FC236}">
                <a16:creationId xmlns:a16="http://schemas.microsoft.com/office/drawing/2014/main" id="{366D13F3-DCD6-65A7-1A17-E7D844F0E084}"/>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A5B5480-F44A-3895-8442-86239E4CAB5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04AF41AA-FC3A-D149-FD8E-4A05C2E716FA}"/>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E1784677-41F3-8EA0-FE98-4884A9D8DEF4}"/>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BDBC7AF3-8D78-2B00-A5FA-1002F4C6E4AB}"/>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1B8856B3-EED7-2D00-AB91-DD1C681E7C5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5" name="Таблица 4">
            <a:extLst>
              <a:ext uri="{FF2B5EF4-FFF2-40B4-BE49-F238E27FC236}">
                <a16:creationId xmlns:a16="http://schemas.microsoft.com/office/drawing/2014/main" id="{B41A4C89-F381-F6BD-69F0-F3102DD4989B}"/>
              </a:ext>
            </a:extLst>
          </p:cNvPr>
          <p:cNvGraphicFramePr>
            <a:graphicFrameLocks noGrp="1"/>
          </p:cNvGraphicFramePr>
          <p:nvPr>
            <p:extLst>
              <p:ext uri="{D42A27DB-BD31-4B8C-83A1-F6EECF244321}">
                <p14:modId xmlns:p14="http://schemas.microsoft.com/office/powerpoint/2010/main" val="506010042"/>
              </p:ext>
            </p:extLst>
          </p:nvPr>
        </p:nvGraphicFramePr>
        <p:xfrm>
          <a:off x="165307" y="1084047"/>
          <a:ext cx="11861075" cy="5660012"/>
        </p:xfrm>
        <a:graphic>
          <a:graphicData uri="http://schemas.openxmlformats.org/drawingml/2006/table">
            <a:tbl>
              <a:tblPr firstRow="1" bandRow="1">
                <a:tableStyleId>{5C22544A-7EE6-4342-B048-85BDC9FD1C3A}</a:tableStyleId>
              </a:tblPr>
              <a:tblGrid>
                <a:gridCol w="901339">
                  <a:extLst>
                    <a:ext uri="{9D8B030D-6E8A-4147-A177-3AD203B41FA5}">
                      <a16:colId xmlns:a16="http://schemas.microsoft.com/office/drawing/2014/main" val="1268796127"/>
                    </a:ext>
                  </a:extLst>
                </a:gridCol>
                <a:gridCol w="731520">
                  <a:extLst>
                    <a:ext uri="{9D8B030D-6E8A-4147-A177-3AD203B41FA5}">
                      <a16:colId xmlns:a16="http://schemas.microsoft.com/office/drawing/2014/main" val="1113534610"/>
                    </a:ext>
                  </a:extLst>
                </a:gridCol>
                <a:gridCol w="1240971">
                  <a:extLst>
                    <a:ext uri="{9D8B030D-6E8A-4147-A177-3AD203B41FA5}">
                      <a16:colId xmlns:a16="http://schemas.microsoft.com/office/drawing/2014/main" val="2827487023"/>
                    </a:ext>
                  </a:extLst>
                </a:gridCol>
                <a:gridCol w="992777">
                  <a:extLst>
                    <a:ext uri="{9D8B030D-6E8A-4147-A177-3AD203B41FA5}">
                      <a16:colId xmlns:a16="http://schemas.microsoft.com/office/drawing/2014/main" val="2691832882"/>
                    </a:ext>
                  </a:extLst>
                </a:gridCol>
                <a:gridCol w="2717074">
                  <a:extLst>
                    <a:ext uri="{9D8B030D-6E8A-4147-A177-3AD203B41FA5}">
                      <a16:colId xmlns:a16="http://schemas.microsoft.com/office/drawing/2014/main" val="1722829076"/>
                    </a:ext>
                  </a:extLst>
                </a:gridCol>
                <a:gridCol w="2756263">
                  <a:extLst>
                    <a:ext uri="{9D8B030D-6E8A-4147-A177-3AD203B41FA5}">
                      <a16:colId xmlns:a16="http://schemas.microsoft.com/office/drawing/2014/main" val="2729168074"/>
                    </a:ext>
                  </a:extLst>
                </a:gridCol>
                <a:gridCol w="2521131">
                  <a:extLst>
                    <a:ext uri="{9D8B030D-6E8A-4147-A177-3AD203B41FA5}">
                      <a16:colId xmlns:a16="http://schemas.microsoft.com/office/drawing/2014/main" val="2717319848"/>
                    </a:ext>
                  </a:extLst>
                </a:gridCol>
              </a:tblGrid>
              <a:tr h="370840">
                <a:tc>
                  <a:txBody>
                    <a:bodyPr/>
                    <a:lstStyle/>
                    <a:p>
                      <a:pPr algn="l">
                        <a:lnSpc>
                          <a:spcPts val="1875"/>
                        </a:lnSpc>
                        <a:buNone/>
                      </a:pPr>
                      <a:r>
                        <a:rPr lang="ru-RU" sz="1400" b="0" dirty="0">
                          <a:effectLst/>
                          <a:latin typeface="quote-cjk-patch"/>
                        </a:rPr>
                        <a:t>Набор данных</a:t>
                      </a:r>
                    </a:p>
                  </a:txBody>
                  <a:tcPr marR="121920" marT="76200" marB="76200" anchor="ctr"/>
                </a:tc>
                <a:tc>
                  <a:txBody>
                    <a:bodyPr/>
                    <a:lstStyle/>
                    <a:p>
                      <a:pPr algn="l">
                        <a:lnSpc>
                          <a:spcPts val="1875"/>
                        </a:lnSpc>
                        <a:buNone/>
                      </a:pPr>
                      <a:r>
                        <a:rPr lang="ru-RU" sz="1400" b="0">
                          <a:effectLst/>
                          <a:latin typeface="quote-cjk-patch"/>
                        </a:rPr>
                        <a:t>Год</a:t>
                      </a:r>
                    </a:p>
                  </a:txBody>
                  <a:tcPr marL="121920" marR="121920" marT="76200" marB="76200" anchor="ctr"/>
                </a:tc>
                <a:tc>
                  <a:txBody>
                    <a:bodyPr/>
                    <a:lstStyle/>
                    <a:p>
                      <a:pPr algn="l">
                        <a:lnSpc>
                          <a:spcPts val="1875"/>
                        </a:lnSpc>
                        <a:buNone/>
                      </a:pPr>
                      <a:r>
                        <a:rPr lang="ru-RU" sz="1400" b="0">
                          <a:effectLst/>
                          <a:latin typeface="quote-cjk-patch"/>
                        </a:rPr>
                        <a:t>Объём данных</a:t>
                      </a:r>
                    </a:p>
                  </a:txBody>
                  <a:tcPr marL="121920" marR="121920" marT="76200" marB="76200" anchor="ctr"/>
                </a:tc>
                <a:tc>
                  <a:txBody>
                    <a:bodyPr/>
                    <a:lstStyle/>
                    <a:p>
                      <a:pPr algn="l">
                        <a:lnSpc>
                          <a:spcPts val="1875"/>
                        </a:lnSpc>
                        <a:buNone/>
                      </a:pPr>
                      <a:r>
                        <a:rPr lang="ru-RU" sz="1400" b="0">
                          <a:effectLst/>
                          <a:latin typeface="quote-cjk-patch"/>
                        </a:rPr>
                        <a:t>Число признаков</a:t>
                      </a:r>
                    </a:p>
                  </a:txBody>
                  <a:tcPr marL="121920" marR="121920" marT="76200" marB="76200" anchor="ctr"/>
                </a:tc>
                <a:tc>
                  <a:txBody>
                    <a:bodyPr/>
                    <a:lstStyle/>
                    <a:p>
                      <a:pPr algn="l">
                        <a:lnSpc>
                          <a:spcPts val="1875"/>
                        </a:lnSpc>
                        <a:buNone/>
                      </a:pPr>
                      <a:r>
                        <a:rPr lang="ru-RU" sz="1400" b="0" dirty="0">
                          <a:effectLst/>
                          <a:latin typeface="quote-cjk-patch"/>
                        </a:rPr>
                        <a:t>Типы атак</a:t>
                      </a:r>
                    </a:p>
                  </a:txBody>
                  <a:tcPr marL="121920" marR="121920" marT="76200" marB="76200" anchor="ctr"/>
                </a:tc>
                <a:tc>
                  <a:txBody>
                    <a:bodyPr/>
                    <a:lstStyle/>
                    <a:p>
                      <a:pPr algn="l">
                        <a:lnSpc>
                          <a:spcPts val="1875"/>
                        </a:lnSpc>
                        <a:buNone/>
                      </a:pPr>
                      <a:r>
                        <a:rPr lang="ru-RU" sz="1400" b="0">
                          <a:effectLst/>
                          <a:latin typeface="quote-cjk-patch"/>
                        </a:rPr>
                        <a:t>Ключевые особенности</a:t>
                      </a:r>
                    </a:p>
                  </a:txBody>
                  <a:tcPr marL="121920" marR="121920" marT="76200" marB="76200" anchor="ctr"/>
                </a:tc>
                <a:tc>
                  <a:txBody>
                    <a:bodyPr/>
                    <a:lstStyle/>
                    <a:p>
                      <a:pPr algn="l">
                        <a:lnSpc>
                          <a:spcPts val="1875"/>
                        </a:lnSpc>
                        <a:buNone/>
                      </a:pPr>
                      <a:r>
                        <a:rPr lang="ru-RU" sz="1400" b="0">
                          <a:effectLst/>
                          <a:latin typeface="quote-cjk-patch"/>
                        </a:rPr>
                        <a:t>Недостатки</a:t>
                      </a:r>
                    </a:p>
                  </a:txBody>
                  <a:tcPr marL="121920" marR="121920" marT="76200" marB="76200" anchor="ctr"/>
                </a:tc>
                <a:extLst>
                  <a:ext uri="{0D108BD9-81ED-4DB2-BD59-A6C34878D82A}">
                    <a16:rowId xmlns:a16="http://schemas.microsoft.com/office/drawing/2014/main" val="476355351"/>
                  </a:ext>
                </a:extLst>
              </a:tr>
              <a:tr h="370840">
                <a:tc>
                  <a:txBody>
                    <a:bodyPr/>
                    <a:lstStyle/>
                    <a:p>
                      <a:pPr>
                        <a:lnSpc>
                          <a:spcPts val="1875"/>
                        </a:lnSpc>
                        <a:buNone/>
                      </a:pPr>
                      <a:r>
                        <a:rPr lang="en-US" sz="1400" b="1" dirty="0">
                          <a:effectLst/>
                          <a:latin typeface="quote-cjk-patch"/>
                        </a:rPr>
                        <a:t>KDDCUP'99</a:t>
                      </a:r>
                      <a:endParaRPr lang="en-US" sz="1400" b="0" dirty="0">
                        <a:effectLst/>
                        <a:latin typeface="quote-cjk-patch"/>
                      </a:endParaRPr>
                    </a:p>
                  </a:txBody>
                  <a:tcPr marR="121920" marT="76200" marB="76200" anchor="ctr"/>
                </a:tc>
                <a:tc>
                  <a:txBody>
                    <a:bodyPr/>
                    <a:lstStyle/>
                    <a:p>
                      <a:pPr>
                        <a:lnSpc>
                          <a:spcPts val="1875"/>
                        </a:lnSpc>
                        <a:buNone/>
                      </a:pPr>
                      <a:r>
                        <a:rPr lang="ru-RU" sz="1400" b="0" dirty="0">
                          <a:effectLst/>
                          <a:latin typeface="quote-cjk-patch"/>
                        </a:rPr>
                        <a:t>1999</a:t>
                      </a:r>
                    </a:p>
                  </a:txBody>
                  <a:tcPr marL="121920" marR="121920" marT="76200" marB="76200" anchor="ctr"/>
                </a:tc>
                <a:tc>
                  <a:txBody>
                    <a:bodyPr/>
                    <a:lstStyle/>
                    <a:p>
                      <a:pPr>
                        <a:lnSpc>
                          <a:spcPts val="1875"/>
                        </a:lnSpc>
                        <a:buNone/>
                      </a:pPr>
                      <a:r>
                        <a:rPr lang="ru-RU" sz="1400" b="0">
                          <a:effectLst/>
                          <a:latin typeface="quote-cjk-patch"/>
                        </a:rPr>
                        <a:t>~4.9 млн записей</a:t>
                      </a:r>
                    </a:p>
                  </a:txBody>
                  <a:tcPr marL="121920" marR="121920" marT="76200" marB="76200" anchor="ctr"/>
                </a:tc>
                <a:tc>
                  <a:txBody>
                    <a:bodyPr/>
                    <a:lstStyle/>
                    <a:p>
                      <a:pPr>
                        <a:lnSpc>
                          <a:spcPts val="1875"/>
                        </a:lnSpc>
                        <a:buNone/>
                      </a:pPr>
                      <a:r>
                        <a:rPr lang="ru-RU" sz="1400" b="0">
                          <a:effectLst/>
                          <a:latin typeface="quote-cjk-patch"/>
                        </a:rPr>
                        <a:t>41</a:t>
                      </a:r>
                    </a:p>
                  </a:txBody>
                  <a:tcPr marL="121920" marR="121920" marT="76200" marB="76200" anchor="ctr"/>
                </a:tc>
                <a:tc>
                  <a:txBody>
                    <a:bodyPr/>
                    <a:lstStyle/>
                    <a:p>
                      <a:pPr>
                        <a:lnSpc>
                          <a:spcPts val="1875"/>
                        </a:lnSpc>
                        <a:buNone/>
                      </a:pPr>
                      <a:r>
                        <a:rPr lang="en-US" sz="1400" b="0">
                          <a:effectLst/>
                          <a:latin typeface="quote-cjk-patch"/>
                        </a:rPr>
                        <a:t>DoS, R2L, U2R, Probe</a:t>
                      </a:r>
                    </a:p>
                  </a:txBody>
                  <a:tcPr marL="121920" marR="121920" marT="76200" marB="76200" anchor="ctr"/>
                </a:tc>
                <a:tc>
                  <a:txBody>
                    <a:bodyPr/>
                    <a:lstStyle/>
                    <a:p>
                      <a:pPr>
                        <a:lnSpc>
                          <a:spcPts val="1875"/>
                        </a:lnSpc>
                        <a:buNone/>
                      </a:pPr>
                      <a:r>
                        <a:rPr lang="ru-RU" sz="1400" b="0">
                          <a:effectLst/>
                          <a:latin typeface="quote-cjk-patch"/>
                        </a:rPr>
                        <a:t>Стандартный бенчмарк, широко используется для сравнения алгоритмов</a:t>
                      </a:r>
                    </a:p>
                  </a:txBody>
                  <a:tcPr marL="121920" marR="121920" marT="76200" marB="76200" anchor="ctr"/>
                </a:tc>
                <a:tc>
                  <a:txBody>
                    <a:bodyPr/>
                    <a:lstStyle/>
                    <a:p>
                      <a:pPr>
                        <a:lnSpc>
                          <a:spcPts val="1875"/>
                        </a:lnSpc>
                        <a:buNone/>
                      </a:pPr>
                      <a:r>
                        <a:rPr lang="ru-RU" sz="1400" b="0">
                          <a:effectLst/>
                          <a:latin typeface="quote-cjk-patch"/>
                        </a:rPr>
                        <a:t>Устаревшие атаки, много дубликатов, высокая степень дисбаланса классов</a:t>
                      </a:r>
                    </a:p>
                  </a:txBody>
                  <a:tcPr marL="121920" marT="76200" marB="76200" anchor="ctr"/>
                </a:tc>
                <a:extLst>
                  <a:ext uri="{0D108BD9-81ED-4DB2-BD59-A6C34878D82A}">
                    <a16:rowId xmlns:a16="http://schemas.microsoft.com/office/drawing/2014/main" val="1336704881"/>
                  </a:ext>
                </a:extLst>
              </a:tr>
              <a:tr h="370840">
                <a:tc>
                  <a:txBody>
                    <a:bodyPr/>
                    <a:lstStyle/>
                    <a:p>
                      <a:pPr>
                        <a:lnSpc>
                          <a:spcPts val="1875"/>
                        </a:lnSpc>
                        <a:buNone/>
                      </a:pPr>
                      <a:r>
                        <a:rPr lang="en-US" sz="1400" b="1">
                          <a:effectLst/>
                          <a:latin typeface="quote-cjk-patch"/>
                        </a:rPr>
                        <a:t>NSL-KDD</a:t>
                      </a:r>
                      <a:endParaRPr lang="en-US" sz="1400" b="0">
                        <a:effectLst/>
                        <a:latin typeface="quote-cjk-patch"/>
                      </a:endParaRPr>
                    </a:p>
                  </a:txBody>
                  <a:tcPr marR="121920" marT="76200" marB="76200" anchor="ctr"/>
                </a:tc>
                <a:tc>
                  <a:txBody>
                    <a:bodyPr/>
                    <a:lstStyle/>
                    <a:p>
                      <a:pPr>
                        <a:lnSpc>
                          <a:spcPts val="1875"/>
                        </a:lnSpc>
                        <a:buNone/>
                      </a:pPr>
                      <a:r>
                        <a:rPr lang="ru-RU" sz="1400" b="0">
                          <a:effectLst/>
                          <a:latin typeface="quote-cjk-patch"/>
                        </a:rPr>
                        <a:t>2009</a:t>
                      </a:r>
                    </a:p>
                  </a:txBody>
                  <a:tcPr marL="121920" marR="121920" marT="76200" marB="76200" anchor="ctr"/>
                </a:tc>
                <a:tc>
                  <a:txBody>
                    <a:bodyPr/>
                    <a:lstStyle/>
                    <a:p>
                      <a:pPr>
                        <a:lnSpc>
                          <a:spcPts val="1875"/>
                        </a:lnSpc>
                        <a:buNone/>
                      </a:pPr>
                      <a:r>
                        <a:rPr lang="ru-RU" sz="1400" b="0">
                          <a:effectLst/>
                          <a:latin typeface="quote-cjk-patch"/>
                        </a:rPr>
                        <a:t>~125 тыс. (обучение)</a:t>
                      </a:r>
                      <a:br>
                        <a:rPr lang="ru-RU" sz="1400" b="0">
                          <a:effectLst/>
                          <a:latin typeface="quote-cjk-patch"/>
                        </a:rPr>
                      </a:br>
                      <a:r>
                        <a:rPr lang="ru-RU" sz="1400" b="0">
                          <a:effectLst/>
                          <a:latin typeface="quote-cjk-patch"/>
                        </a:rPr>
                        <a:t>~22 тыс. (тест)</a:t>
                      </a:r>
                    </a:p>
                  </a:txBody>
                  <a:tcPr marL="121920" marR="121920" marT="76200" marB="76200" anchor="ctr"/>
                </a:tc>
                <a:tc>
                  <a:txBody>
                    <a:bodyPr/>
                    <a:lstStyle/>
                    <a:p>
                      <a:pPr>
                        <a:lnSpc>
                          <a:spcPts val="1875"/>
                        </a:lnSpc>
                        <a:buNone/>
                      </a:pPr>
                      <a:r>
                        <a:rPr lang="ru-RU" sz="1400" b="0">
                          <a:effectLst/>
                          <a:latin typeface="quote-cjk-patch"/>
                        </a:rPr>
                        <a:t>41</a:t>
                      </a:r>
                    </a:p>
                  </a:txBody>
                  <a:tcPr marL="121920" marR="121920" marT="76200" marB="76200" anchor="ctr"/>
                </a:tc>
                <a:tc>
                  <a:txBody>
                    <a:bodyPr/>
                    <a:lstStyle/>
                    <a:p>
                      <a:pPr>
                        <a:lnSpc>
                          <a:spcPts val="1875"/>
                        </a:lnSpc>
                        <a:buNone/>
                      </a:pPr>
                      <a:r>
                        <a:rPr lang="en-US" sz="1400" b="0">
                          <a:effectLst/>
                          <a:latin typeface="quote-cjk-patch"/>
                        </a:rPr>
                        <a:t>DoS, R2L, U2R, Probe</a:t>
                      </a:r>
                    </a:p>
                  </a:txBody>
                  <a:tcPr marL="121920" marR="121920" marT="76200" marB="76200" anchor="ctr"/>
                </a:tc>
                <a:tc>
                  <a:txBody>
                    <a:bodyPr/>
                    <a:lstStyle/>
                    <a:p>
                      <a:pPr>
                        <a:lnSpc>
                          <a:spcPts val="1875"/>
                        </a:lnSpc>
                        <a:buNone/>
                      </a:pPr>
                      <a:r>
                        <a:rPr lang="ru-RU" sz="1400" b="0">
                          <a:effectLst/>
                          <a:latin typeface="quote-cjk-patch"/>
                        </a:rPr>
                        <a:t>Улучшенная версия KDDCUP'99, устранены дубликаты, более сбалансирован</a:t>
                      </a:r>
                    </a:p>
                  </a:txBody>
                  <a:tcPr marL="121920" marR="121920" marT="76200" marB="76200" anchor="ctr"/>
                </a:tc>
                <a:tc>
                  <a:txBody>
                    <a:bodyPr/>
                    <a:lstStyle/>
                    <a:p>
                      <a:pPr>
                        <a:lnSpc>
                          <a:spcPts val="1875"/>
                        </a:lnSpc>
                        <a:buNone/>
                      </a:pPr>
                      <a:r>
                        <a:rPr lang="ru-RU" sz="1400" b="0">
                          <a:effectLst/>
                          <a:latin typeface="quote-cjk-patch"/>
                        </a:rPr>
                        <a:t>Всё ещё содержит устаревшие атаки, не полностью отражает современные угрозы</a:t>
                      </a:r>
                    </a:p>
                  </a:txBody>
                  <a:tcPr marL="121920" marT="76200" marB="76200" anchor="ctr"/>
                </a:tc>
                <a:extLst>
                  <a:ext uri="{0D108BD9-81ED-4DB2-BD59-A6C34878D82A}">
                    <a16:rowId xmlns:a16="http://schemas.microsoft.com/office/drawing/2014/main" val="1866957927"/>
                  </a:ext>
                </a:extLst>
              </a:tr>
              <a:tr h="370840">
                <a:tc>
                  <a:txBody>
                    <a:bodyPr/>
                    <a:lstStyle/>
                    <a:p>
                      <a:pPr>
                        <a:lnSpc>
                          <a:spcPts val="1875"/>
                        </a:lnSpc>
                        <a:buNone/>
                      </a:pPr>
                      <a:r>
                        <a:rPr lang="en-US" sz="1400" b="1">
                          <a:effectLst/>
                          <a:latin typeface="quote-cjk-patch"/>
                        </a:rPr>
                        <a:t>UNSW-NB15</a:t>
                      </a:r>
                      <a:endParaRPr lang="en-US" sz="1400" b="0">
                        <a:effectLst/>
                        <a:latin typeface="quote-cjk-patch"/>
                      </a:endParaRPr>
                    </a:p>
                  </a:txBody>
                  <a:tcPr marR="121920" marT="76200" marB="76200" anchor="ctr"/>
                </a:tc>
                <a:tc>
                  <a:txBody>
                    <a:bodyPr/>
                    <a:lstStyle/>
                    <a:p>
                      <a:pPr>
                        <a:lnSpc>
                          <a:spcPts val="1875"/>
                        </a:lnSpc>
                        <a:buNone/>
                      </a:pPr>
                      <a:r>
                        <a:rPr lang="ru-RU" sz="1400" b="0">
                          <a:effectLst/>
                          <a:latin typeface="quote-cjk-patch"/>
                        </a:rPr>
                        <a:t>2015</a:t>
                      </a:r>
                    </a:p>
                  </a:txBody>
                  <a:tcPr marL="121920" marR="121920" marT="76200" marB="76200" anchor="ctr"/>
                </a:tc>
                <a:tc>
                  <a:txBody>
                    <a:bodyPr/>
                    <a:lstStyle/>
                    <a:p>
                      <a:pPr>
                        <a:lnSpc>
                          <a:spcPts val="1875"/>
                        </a:lnSpc>
                        <a:buNone/>
                      </a:pPr>
                      <a:r>
                        <a:rPr lang="ru-RU" sz="1400" b="0">
                          <a:effectLst/>
                          <a:latin typeface="quote-cjk-patch"/>
                        </a:rPr>
                        <a:t>~175 тыс. (обучение)</a:t>
                      </a:r>
                      <a:br>
                        <a:rPr lang="ru-RU" sz="1400" b="0">
                          <a:effectLst/>
                          <a:latin typeface="quote-cjk-patch"/>
                        </a:rPr>
                      </a:br>
                      <a:r>
                        <a:rPr lang="ru-RU" sz="1400" b="0">
                          <a:effectLst/>
                          <a:latin typeface="quote-cjk-patch"/>
                        </a:rPr>
                        <a:t>~82 тыс. (тест)</a:t>
                      </a:r>
                    </a:p>
                  </a:txBody>
                  <a:tcPr marL="121920" marR="121920" marT="76200" marB="76200" anchor="ctr"/>
                </a:tc>
                <a:tc>
                  <a:txBody>
                    <a:bodyPr/>
                    <a:lstStyle/>
                    <a:p>
                      <a:pPr>
                        <a:lnSpc>
                          <a:spcPts val="1875"/>
                        </a:lnSpc>
                        <a:buNone/>
                      </a:pPr>
                      <a:r>
                        <a:rPr lang="ru-RU" sz="1400" b="0">
                          <a:effectLst/>
                          <a:latin typeface="quote-cjk-patch"/>
                        </a:rPr>
                        <a:t>42</a:t>
                      </a:r>
                    </a:p>
                  </a:txBody>
                  <a:tcPr marL="121920" marR="121920" marT="76200" marB="76200" anchor="ctr"/>
                </a:tc>
                <a:tc>
                  <a:txBody>
                    <a:bodyPr/>
                    <a:lstStyle/>
                    <a:p>
                      <a:pPr>
                        <a:lnSpc>
                          <a:spcPts val="1875"/>
                        </a:lnSpc>
                        <a:buNone/>
                      </a:pPr>
                      <a:r>
                        <a:rPr lang="en-US" sz="1400" b="0">
                          <a:effectLst/>
                          <a:latin typeface="quote-cjk-patch"/>
                        </a:rPr>
                        <a:t>Fuzzers, Analysis, Backdoors, DoS, Exploits, Generic, Reconnaissance, Shellcode, Worms</a:t>
                      </a:r>
                    </a:p>
                  </a:txBody>
                  <a:tcPr marL="121920" marR="121920" marT="76200" marB="76200" anchor="ctr"/>
                </a:tc>
                <a:tc>
                  <a:txBody>
                    <a:bodyPr/>
                    <a:lstStyle/>
                    <a:p>
                      <a:pPr>
                        <a:lnSpc>
                          <a:spcPts val="1875"/>
                        </a:lnSpc>
                        <a:buNone/>
                      </a:pPr>
                      <a:r>
                        <a:rPr lang="ru-RU" sz="1400" b="0">
                          <a:effectLst/>
                          <a:latin typeface="quote-cjk-patch"/>
                        </a:rPr>
                        <a:t>Включает современные атаки, более разнообразный и комплексный трафик</a:t>
                      </a:r>
                    </a:p>
                  </a:txBody>
                  <a:tcPr marL="121920" marR="121920" marT="76200" marB="76200" anchor="ctr"/>
                </a:tc>
                <a:tc>
                  <a:txBody>
                    <a:bodyPr/>
                    <a:lstStyle/>
                    <a:p>
                      <a:pPr>
                        <a:lnSpc>
                          <a:spcPts val="1875"/>
                        </a:lnSpc>
                        <a:buNone/>
                      </a:pPr>
                      <a:r>
                        <a:rPr lang="ru-RU" sz="1400" b="0">
                          <a:effectLst/>
                          <a:latin typeface="quote-cjk-patch"/>
                        </a:rPr>
                        <a:t>Наблюдается дисбаланс классов (некоторые типы атак редки)</a:t>
                      </a:r>
                    </a:p>
                  </a:txBody>
                  <a:tcPr marL="121920" marT="76200" marB="76200" anchor="ctr"/>
                </a:tc>
                <a:extLst>
                  <a:ext uri="{0D108BD9-81ED-4DB2-BD59-A6C34878D82A}">
                    <a16:rowId xmlns:a16="http://schemas.microsoft.com/office/drawing/2014/main" val="3596087919"/>
                  </a:ext>
                </a:extLst>
              </a:tr>
              <a:tr h="370840">
                <a:tc>
                  <a:txBody>
                    <a:bodyPr/>
                    <a:lstStyle/>
                    <a:p>
                      <a:pPr>
                        <a:lnSpc>
                          <a:spcPts val="1875"/>
                        </a:lnSpc>
                        <a:buNone/>
                      </a:pPr>
                      <a:r>
                        <a:rPr lang="en-US" sz="1400" b="1">
                          <a:effectLst/>
                          <a:latin typeface="quote-cjk-patch"/>
                        </a:rPr>
                        <a:t>CICIDS-2017</a:t>
                      </a:r>
                      <a:endParaRPr lang="en-US" sz="1400" b="0">
                        <a:effectLst/>
                        <a:latin typeface="quote-cjk-patch"/>
                      </a:endParaRPr>
                    </a:p>
                  </a:txBody>
                  <a:tcPr marR="121920" marT="76200" marB="76200" anchor="ctr"/>
                </a:tc>
                <a:tc>
                  <a:txBody>
                    <a:bodyPr/>
                    <a:lstStyle/>
                    <a:p>
                      <a:pPr>
                        <a:lnSpc>
                          <a:spcPts val="1875"/>
                        </a:lnSpc>
                        <a:buNone/>
                      </a:pPr>
                      <a:r>
                        <a:rPr lang="ru-RU" sz="1400" b="0">
                          <a:effectLst/>
                          <a:latin typeface="quote-cjk-patch"/>
                        </a:rPr>
                        <a:t>2017</a:t>
                      </a:r>
                    </a:p>
                  </a:txBody>
                  <a:tcPr marL="121920" marR="121920" marT="76200" marB="76200" anchor="ctr"/>
                </a:tc>
                <a:tc>
                  <a:txBody>
                    <a:bodyPr/>
                    <a:lstStyle/>
                    <a:p>
                      <a:pPr>
                        <a:lnSpc>
                          <a:spcPts val="1875"/>
                        </a:lnSpc>
                        <a:buNone/>
                      </a:pPr>
                      <a:r>
                        <a:rPr lang="ru-RU" sz="1400" b="0">
                          <a:effectLst/>
                          <a:latin typeface="quote-cjk-patch"/>
                        </a:rPr>
                        <a:t>~2.8 млн записей</a:t>
                      </a:r>
                    </a:p>
                  </a:txBody>
                  <a:tcPr marL="121920" marR="121920" marT="76200" marB="76200" anchor="ctr"/>
                </a:tc>
                <a:tc>
                  <a:txBody>
                    <a:bodyPr/>
                    <a:lstStyle/>
                    <a:p>
                      <a:pPr>
                        <a:lnSpc>
                          <a:spcPts val="1875"/>
                        </a:lnSpc>
                        <a:buNone/>
                      </a:pPr>
                      <a:r>
                        <a:rPr lang="ru-RU" sz="1400" b="0">
                          <a:effectLst/>
                          <a:latin typeface="quote-cjk-patch"/>
                        </a:rPr>
                        <a:t>80+</a:t>
                      </a:r>
                    </a:p>
                  </a:txBody>
                  <a:tcPr marL="121920" marR="121920" marT="76200" marB="76200" anchor="ctr"/>
                </a:tc>
                <a:tc>
                  <a:txBody>
                    <a:bodyPr/>
                    <a:lstStyle/>
                    <a:p>
                      <a:pPr>
                        <a:lnSpc>
                          <a:spcPts val="1875"/>
                        </a:lnSpc>
                        <a:buNone/>
                      </a:pPr>
                      <a:r>
                        <a:rPr lang="en-US" sz="1400" b="0">
                          <a:effectLst/>
                          <a:latin typeface="quote-cjk-patch"/>
                        </a:rPr>
                        <a:t>Brute Force, DoS, DDoS, Web Attacks, Infiltration, Botnet, Heartbleed</a:t>
                      </a:r>
                    </a:p>
                  </a:txBody>
                  <a:tcPr marL="121920" marR="121920" marT="76200" marB="76200" anchor="ctr"/>
                </a:tc>
                <a:tc>
                  <a:txBody>
                    <a:bodyPr/>
                    <a:lstStyle/>
                    <a:p>
                      <a:pPr>
                        <a:lnSpc>
                          <a:spcPts val="1875"/>
                        </a:lnSpc>
                        <a:buNone/>
                      </a:pPr>
                      <a:r>
                        <a:rPr lang="ru-RU" sz="1400" b="0">
                          <a:effectLst/>
                          <a:latin typeface="quote-cjk-patch"/>
                        </a:rPr>
                        <a:t>Реалистичный трафик, современные и разнообразные атаки, подробная разметка</a:t>
                      </a:r>
                    </a:p>
                  </a:txBody>
                  <a:tcPr marL="121920" marR="121920" marT="76200" marB="76200" anchor="ctr"/>
                </a:tc>
                <a:tc>
                  <a:txBody>
                    <a:bodyPr/>
                    <a:lstStyle/>
                    <a:p>
                      <a:pPr>
                        <a:lnSpc>
                          <a:spcPts val="1875"/>
                        </a:lnSpc>
                        <a:buNone/>
                      </a:pPr>
                      <a:r>
                        <a:rPr lang="ru-RU" sz="1400" b="0">
                          <a:effectLst/>
                          <a:latin typeface="quote-cjk-patch"/>
                        </a:rPr>
                        <a:t>Высокий дисбаланс (большая часть трафика - нормальный)</a:t>
                      </a:r>
                    </a:p>
                  </a:txBody>
                  <a:tcPr marL="121920" marT="76200" marB="76200" anchor="ctr"/>
                </a:tc>
                <a:extLst>
                  <a:ext uri="{0D108BD9-81ED-4DB2-BD59-A6C34878D82A}">
                    <a16:rowId xmlns:a16="http://schemas.microsoft.com/office/drawing/2014/main" val="1200926478"/>
                  </a:ext>
                </a:extLst>
              </a:tr>
              <a:tr h="370840">
                <a:tc>
                  <a:txBody>
                    <a:bodyPr/>
                    <a:lstStyle/>
                    <a:p>
                      <a:pPr>
                        <a:lnSpc>
                          <a:spcPts val="1875"/>
                        </a:lnSpc>
                        <a:buNone/>
                      </a:pPr>
                      <a:r>
                        <a:rPr lang="en-US" sz="1400" b="1">
                          <a:effectLst/>
                          <a:latin typeface="quote-cjk-patch"/>
                        </a:rPr>
                        <a:t>CSE-CIC-IDS2018</a:t>
                      </a:r>
                      <a:endParaRPr lang="en-US" sz="1400" b="0">
                        <a:effectLst/>
                        <a:latin typeface="quote-cjk-patch"/>
                      </a:endParaRPr>
                    </a:p>
                  </a:txBody>
                  <a:tcPr marR="121920" marT="76200" marB="76200" anchor="ctr"/>
                </a:tc>
                <a:tc>
                  <a:txBody>
                    <a:bodyPr/>
                    <a:lstStyle/>
                    <a:p>
                      <a:pPr>
                        <a:lnSpc>
                          <a:spcPts val="1875"/>
                        </a:lnSpc>
                        <a:buNone/>
                      </a:pPr>
                      <a:r>
                        <a:rPr lang="ru-RU" sz="1400" b="0">
                          <a:effectLst/>
                          <a:latin typeface="quote-cjk-patch"/>
                        </a:rPr>
                        <a:t>2018</a:t>
                      </a:r>
                    </a:p>
                  </a:txBody>
                  <a:tcPr marL="121920" marR="121920" marT="76200" marB="76200" anchor="ctr"/>
                </a:tc>
                <a:tc>
                  <a:txBody>
                    <a:bodyPr/>
                    <a:lstStyle/>
                    <a:p>
                      <a:pPr>
                        <a:lnSpc>
                          <a:spcPts val="1875"/>
                        </a:lnSpc>
                        <a:buNone/>
                      </a:pPr>
                      <a:r>
                        <a:rPr lang="ru-RU" sz="1400" b="0">
                          <a:effectLst/>
                          <a:latin typeface="quote-cjk-patch"/>
                        </a:rPr>
                        <a:t>&gt;1.2 млн записей</a:t>
                      </a:r>
                    </a:p>
                  </a:txBody>
                  <a:tcPr marL="121920" marR="121920" marT="76200" marB="76200" anchor="ctr"/>
                </a:tc>
                <a:tc>
                  <a:txBody>
                    <a:bodyPr/>
                    <a:lstStyle/>
                    <a:p>
                      <a:pPr>
                        <a:lnSpc>
                          <a:spcPts val="1875"/>
                        </a:lnSpc>
                        <a:buNone/>
                      </a:pPr>
                      <a:r>
                        <a:rPr lang="ru-RU" sz="1400" b="0">
                          <a:effectLst/>
                          <a:latin typeface="quote-cjk-patch"/>
                        </a:rPr>
                        <a:t>80+</a:t>
                      </a:r>
                    </a:p>
                  </a:txBody>
                  <a:tcPr marL="121920" marR="121920" marT="76200" marB="76200" anchor="ctr"/>
                </a:tc>
                <a:tc>
                  <a:txBody>
                    <a:bodyPr/>
                    <a:lstStyle/>
                    <a:p>
                      <a:pPr>
                        <a:lnSpc>
                          <a:spcPts val="1875"/>
                        </a:lnSpc>
                        <a:buNone/>
                      </a:pPr>
                      <a:r>
                        <a:rPr lang="en-US" sz="1400" b="0">
                          <a:effectLst/>
                          <a:latin typeface="quote-cjk-patch"/>
                        </a:rPr>
                        <a:t>Brute Force, DoS/DDoS, Web Attacks, Infiltration, Botnet</a:t>
                      </a:r>
                    </a:p>
                  </a:txBody>
                  <a:tcPr marL="121920" marR="121920" marT="76200" marB="76200" anchor="ctr"/>
                </a:tc>
                <a:tc>
                  <a:txBody>
                    <a:bodyPr/>
                    <a:lstStyle/>
                    <a:p>
                      <a:pPr>
                        <a:lnSpc>
                          <a:spcPts val="1875"/>
                        </a:lnSpc>
                        <a:buNone/>
                      </a:pPr>
                      <a:r>
                        <a:rPr lang="ru-RU" sz="1400" b="0">
                          <a:effectLst/>
                          <a:latin typeface="quote-cjk-patch"/>
                        </a:rPr>
                        <a:t>Очень актуальный, создан в реалистичной среде (AWS), широкий спектр атак</a:t>
                      </a:r>
                    </a:p>
                  </a:txBody>
                  <a:tcPr marL="121920" marR="121920" marT="76200" marB="76200" anchor="ctr"/>
                </a:tc>
                <a:tc>
                  <a:txBody>
                    <a:bodyPr/>
                    <a:lstStyle/>
                    <a:p>
                      <a:pPr>
                        <a:lnSpc>
                          <a:spcPts val="1875"/>
                        </a:lnSpc>
                        <a:buNone/>
                      </a:pPr>
                      <a:r>
                        <a:rPr lang="ru-RU" sz="1400" b="0" dirty="0">
                          <a:effectLst/>
                          <a:latin typeface="quote-cjk-patch"/>
                        </a:rPr>
                        <a:t>Большой объём данных требует значительных вычислительных ресурсов</a:t>
                      </a:r>
                    </a:p>
                  </a:txBody>
                  <a:tcPr marL="121920" marT="76200" marB="76200" anchor="ctr"/>
                </a:tc>
                <a:extLst>
                  <a:ext uri="{0D108BD9-81ED-4DB2-BD59-A6C34878D82A}">
                    <a16:rowId xmlns:a16="http://schemas.microsoft.com/office/drawing/2014/main" val="1642160170"/>
                  </a:ext>
                </a:extLst>
              </a:tr>
            </a:tbl>
          </a:graphicData>
        </a:graphic>
      </p:graphicFrame>
    </p:spTree>
    <p:extLst>
      <p:ext uri="{BB962C8B-B14F-4D97-AF65-F5344CB8AC3E}">
        <p14:creationId xmlns:p14="http://schemas.microsoft.com/office/powerpoint/2010/main" val="2836255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50E512-FE16-8AEF-B889-EE08BB91C33D}"/>
              </a:ext>
            </a:extLst>
          </p:cNvPr>
          <p:cNvSpPr txBox="1"/>
          <p:nvPr/>
        </p:nvSpPr>
        <p:spPr>
          <a:xfrm>
            <a:off x="1492432" y="318254"/>
            <a:ext cx="6093822" cy="461665"/>
          </a:xfrm>
          <a:prstGeom prst="rect">
            <a:avLst/>
          </a:prstGeom>
          <a:noFill/>
        </p:spPr>
        <p:txBody>
          <a:bodyPr wrap="square">
            <a:spAutoFit/>
          </a:bodyPr>
          <a:lstStyle/>
          <a:p>
            <a:pPr algn="l">
              <a:spcAft>
                <a:spcPts val="1200"/>
              </a:spcAft>
              <a:buNone/>
            </a:pPr>
            <a:r>
              <a:rPr lang="en-US" sz="2400" b="1" i="0" dirty="0" err="1">
                <a:solidFill>
                  <a:srgbClr val="1F2328"/>
                </a:solidFill>
                <a:effectLst/>
                <a:latin typeface="-apple-system"/>
              </a:rPr>
              <a:t>kdd</a:t>
            </a:r>
            <a:r>
              <a:rPr lang="en-US" sz="2400" b="1" i="0" dirty="0">
                <a:solidFill>
                  <a:srgbClr val="1F2328"/>
                </a:solidFill>
                <a:effectLst/>
                <a:latin typeface="-apple-system"/>
              </a:rPr>
              <a:t> cup 99</a:t>
            </a:r>
          </a:p>
        </p:txBody>
      </p:sp>
      <p:pic>
        <p:nvPicPr>
          <p:cNvPr id="4" name="Рисунок 3">
            <a:extLst>
              <a:ext uri="{FF2B5EF4-FFF2-40B4-BE49-F238E27FC236}">
                <a16:creationId xmlns:a16="http://schemas.microsoft.com/office/drawing/2014/main" id="{9462218F-0DCD-BC7F-FB63-3263EC70F3B0}"/>
              </a:ext>
            </a:extLst>
          </p:cNvPr>
          <p:cNvPicPr>
            <a:picLocks noChangeAspect="1"/>
          </p:cNvPicPr>
          <p:nvPr/>
        </p:nvPicPr>
        <p:blipFill>
          <a:blip r:embed="rId3"/>
          <a:stretch>
            <a:fillRect/>
          </a:stretch>
        </p:blipFill>
        <p:spPr>
          <a:xfrm>
            <a:off x="6492240" y="1852670"/>
            <a:ext cx="5211451" cy="3592575"/>
          </a:xfrm>
          <a:prstGeom prst="rect">
            <a:avLst/>
          </a:prstGeom>
        </p:spPr>
      </p:pic>
      <p:sp>
        <p:nvSpPr>
          <p:cNvPr id="6" name="TextBox 5">
            <a:extLst>
              <a:ext uri="{FF2B5EF4-FFF2-40B4-BE49-F238E27FC236}">
                <a16:creationId xmlns:a16="http://schemas.microsoft.com/office/drawing/2014/main" id="{5F2B1247-9A59-968B-88CB-46280244AF21}"/>
              </a:ext>
            </a:extLst>
          </p:cNvPr>
          <p:cNvSpPr txBox="1"/>
          <p:nvPr/>
        </p:nvSpPr>
        <p:spPr>
          <a:xfrm>
            <a:off x="364037" y="1371412"/>
            <a:ext cx="5953397" cy="4555093"/>
          </a:xfrm>
          <a:prstGeom prst="rect">
            <a:avLst/>
          </a:prstGeom>
          <a:noFill/>
        </p:spPr>
        <p:txBody>
          <a:bodyPr wrap="square">
            <a:spAutoFit/>
          </a:bodyPr>
          <a:lstStyle/>
          <a:p>
            <a:pPr algn="l">
              <a:spcBef>
                <a:spcPts val="1800"/>
              </a:spcBef>
              <a:spcAft>
                <a:spcPts val="1200"/>
              </a:spcAft>
              <a:buNone/>
            </a:pPr>
            <a:r>
              <a:rPr lang="en-US" sz="1400" b="1" i="0" dirty="0">
                <a:solidFill>
                  <a:srgbClr val="1F2328"/>
                </a:solidFill>
                <a:effectLst/>
                <a:latin typeface="-apple-system"/>
              </a:rPr>
              <a:t>The list of attributes is illustrated below:</a:t>
            </a:r>
          </a:p>
          <a:p>
            <a:pPr algn="l">
              <a:spcAft>
                <a:spcPts val="1200"/>
              </a:spcAft>
              <a:buNone/>
            </a:pPr>
            <a:r>
              <a:rPr lang="en-US" sz="1400" b="0" i="0" dirty="0">
                <a:solidFill>
                  <a:srgbClr val="1F2328"/>
                </a:solidFill>
                <a:effectLst/>
                <a:latin typeface="-apple-system"/>
              </a:rPr>
              <a:t>1- Attribute Name: Types of Values 2- duration: continuous. 3- </a:t>
            </a:r>
            <a:r>
              <a:rPr lang="en-US" sz="1400" b="0" i="0" dirty="0" err="1">
                <a:solidFill>
                  <a:srgbClr val="1F2328"/>
                </a:solidFill>
                <a:effectLst/>
                <a:latin typeface="-apple-system"/>
              </a:rPr>
              <a:t>protocol_type</a:t>
            </a:r>
            <a:r>
              <a:rPr lang="en-US" sz="1400" b="0" i="0" dirty="0">
                <a:solidFill>
                  <a:srgbClr val="1F2328"/>
                </a:solidFill>
                <a:effectLst/>
                <a:latin typeface="-apple-system"/>
              </a:rPr>
              <a:t>: symbolic. 4- service: symbolic. 5- flag: symbolic. 6- </a:t>
            </a:r>
            <a:r>
              <a:rPr lang="en-US" sz="1400" b="0" i="0" dirty="0" err="1">
                <a:solidFill>
                  <a:srgbClr val="1F2328"/>
                </a:solidFill>
                <a:effectLst/>
                <a:latin typeface="-apple-system"/>
              </a:rPr>
              <a:t>src_bytes</a:t>
            </a:r>
            <a:r>
              <a:rPr lang="en-US" sz="1400" b="0" i="0" dirty="0">
                <a:solidFill>
                  <a:srgbClr val="1F2328"/>
                </a:solidFill>
                <a:effectLst/>
                <a:latin typeface="-apple-system"/>
              </a:rPr>
              <a:t>: continuous. 7- </a:t>
            </a:r>
            <a:r>
              <a:rPr lang="en-US" sz="1400" b="0" i="0" dirty="0" err="1">
                <a:solidFill>
                  <a:srgbClr val="1F2328"/>
                </a:solidFill>
                <a:effectLst/>
                <a:latin typeface="-apple-system"/>
              </a:rPr>
              <a:t>dst_bytes</a:t>
            </a:r>
            <a:r>
              <a:rPr lang="en-US" sz="1400" b="0" i="0" dirty="0">
                <a:solidFill>
                  <a:srgbClr val="1F2328"/>
                </a:solidFill>
                <a:effectLst/>
                <a:latin typeface="-apple-system"/>
              </a:rPr>
              <a:t>: continuous. 8- land: symbolic. 9- </a:t>
            </a:r>
            <a:r>
              <a:rPr lang="en-US" sz="1400" b="0" i="0" dirty="0" err="1">
                <a:solidFill>
                  <a:srgbClr val="1F2328"/>
                </a:solidFill>
                <a:effectLst/>
                <a:latin typeface="-apple-system"/>
              </a:rPr>
              <a:t>wrong_fragment</a:t>
            </a:r>
            <a:r>
              <a:rPr lang="en-US" sz="1400" b="0" i="0" dirty="0">
                <a:solidFill>
                  <a:srgbClr val="1F2328"/>
                </a:solidFill>
                <a:effectLst/>
                <a:latin typeface="-apple-system"/>
              </a:rPr>
              <a:t>: continuous. 10- urgent: continuous. 11- hot: continuous. 12- </a:t>
            </a:r>
            <a:r>
              <a:rPr lang="en-US" sz="1400" b="0" i="0" dirty="0" err="1">
                <a:solidFill>
                  <a:srgbClr val="1F2328"/>
                </a:solidFill>
                <a:effectLst/>
                <a:latin typeface="-apple-system"/>
              </a:rPr>
              <a:t>num_failed_logins</a:t>
            </a:r>
            <a:r>
              <a:rPr lang="en-US" sz="1400" b="0" i="0" dirty="0">
                <a:solidFill>
                  <a:srgbClr val="1F2328"/>
                </a:solidFill>
                <a:effectLst/>
                <a:latin typeface="-apple-system"/>
              </a:rPr>
              <a:t>: continuous. 13- </a:t>
            </a:r>
            <a:r>
              <a:rPr lang="en-US" sz="1400" b="0" i="0" dirty="0" err="1">
                <a:solidFill>
                  <a:srgbClr val="1F2328"/>
                </a:solidFill>
                <a:effectLst/>
                <a:latin typeface="-apple-system"/>
              </a:rPr>
              <a:t>logged_in</a:t>
            </a:r>
            <a:r>
              <a:rPr lang="en-US" sz="1400" b="0" i="0" dirty="0">
                <a:solidFill>
                  <a:srgbClr val="1F2328"/>
                </a:solidFill>
                <a:effectLst/>
                <a:latin typeface="-apple-system"/>
              </a:rPr>
              <a:t>: symbolic. 14- </a:t>
            </a:r>
            <a:r>
              <a:rPr lang="en-US" sz="1400" b="0" i="0" dirty="0" err="1">
                <a:solidFill>
                  <a:srgbClr val="1F2328"/>
                </a:solidFill>
                <a:effectLst/>
                <a:latin typeface="-apple-system"/>
              </a:rPr>
              <a:t>num_compromised</a:t>
            </a:r>
            <a:r>
              <a:rPr lang="en-US" sz="1400" b="0" i="0" dirty="0">
                <a:solidFill>
                  <a:srgbClr val="1F2328"/>
                </a:solidFill>
                <a:effectLst/>
                <a:latin typeface="-apple-system"/>
              </a:rPr>
              <a:t>: continuous. 15- </a:t>
            </a:r>
            <a:r>
              <a:rPr lang="en-US" sz="1400" b="0" i="0" dirty="0" err="1">
                <a:solidFill>
                  <a:srgbClr val="1F2328"/>
                </a:solidFill>
                <a:effectLst/>
                <a:latin typeface="-apple-system"/>
              </a:rPr>
              <a:t>root_shell</a:t>
            </a:r>
            <a:r>
              <a:rPr lang="en-US" sz="1400" b="0" i="0" dirty="0">
                <a:solidFill>
                  <a:srgbClr val="1F2328"/>
                </a:solidFill>
                <a:effectLst/>
                <a:latin typeface="-apple-system"/>
              </a:rPr>
              <a:t>: continuous. 16- </a:t>
            </a:r>
            <a:r>
              <a:rPr lang="en-US" sz="1400" b="0" i="0" dirty="0" err="1">
                <a:solidFill>
                  <a:srgbClr val="1F2328"/>
                </a:solidFill>
                <a:effectLst/>
                <a:latin typeface="-apple-system"/>
              </a:rPr>
              <a:t>su_attempted</a:t>
            </a:r>
            <a:r>
              <a:rPr lang="en-US" sz="1400" b="0" i="0" dirty="0">
                <a:solidFill>
                  <a:srgbClr val="1F2328"/>
                </a:solidFill>
                <a:effectLst/>
                <a:latin typeface="-apple-system"/>
              </a:rPr>
              <a:t>: continuous. 17- </a:t>
            </a:r>
            <a:r>
              <a:rPr lang="en-US" sz="1400" b="0" i="0" dirty="0" err="1">
                <a:solidFill>
                  <a:srgbClr val="1F2328"/>
                </a:solidFill>
                <a:effectLst/>
                <a:latin typeface="-apple-system"/>
              </a:rPr>
              <a:t>num_root</a:t>
            </a:r>
            <a:r>
              <a:rPr lang="en-US" sz="1400" b="0" i="0" dirty="0">
                <a:solidFill>
                  <a:srgbClr val="1F2328"/>
                </a:solidFill>
                <a:effectLst/>
                <a:latin typeface="-apple-system"/>
              </a:rPr>
              <a:t>: continuous. 18- </a:t>
            </a:r>
            <a:r>
              <a:rPr lang="en-US" sz="1400" b="0" i="0" dirty="0" err="1">
                <a:solidFill>
                  <a:srgbClr val="1F2328"/>
                </a:solidFill>
                <a:effectLst/>
                <a:latin typeface="-apple-system"/>
              </a:rPr>
              <a:t>num_file_creations</a:t>
            </a:r>
            <a:r>
              <a:rPr lang="en-US" sz="1400" b="0" i="0" dirty="0">
                <a:solidFill>
                  <a:srgbClr val="1F2328"/>
                </a:solidFill>
                <a:effectLst/>
                <a:latin typeface="-apple-system"/>
              </a:rPr>
              <a:t>: continuous. 19- </a:t>
            </a:r>
            <a:r>
              <a:rPr lang="en-US" sz="1400" b="0" i="0" dirty="0" err="1">
                <a:solidFill>
                  <a:srgbClr val="1F2328"/>
                </a:solidFill>
                <a:effectLst/>
                <a:latin typeface="-apple-system"/>
              </a:rPr>
              <a:t>num_shells</a:t>
            </a:r>
            <a:r>
              <a:rPr lang="en-US" sz="1400" b="0" i="0" dirty="0">
                <a:solidFill>
                  <a:srgbClr val="1F2328"/>
                </a:solidFill>
                <a:effectLst/>
                <a:latin typeface="-apple-system"/>
              </a:rPr>
              <a:t>: continuous. 20- </a:t>
            </a:r>
            <a:r>
              <a:rPr lang="en-US" sz="1400" b="0" i="0" dirty="0" err="1">
                <a:solidFill>
                  <a:srgbClr val="1F2328"/>
                </a:solidFill>
                <a:effectLst/>
                <a:latin typeface="-apple-system"/>
              </a:rPr>
              <a:t>num_access_files</a:t>
            </a:r>
            <a:r>
              <a:rPr lang="en-US" sz="1400" b="0" i="0" dirty="0">
                <a:solidFill>
                  <a:srgbClr val="1F2328"/>
                </a:solidFill>
                <a:effectLst/>
                <a:latin typeface="-apple-system"/>
              </a:rPr>
              <a:t>: continuous. 21- </a:t>
            </a:r>
            <a:r>
              <a:rPr lang="en-US" sz="1400" b="0" i="0" dirty="0" err="1">
                <a:solidFill>
                  <a:srgbClr val="1F2328"/>
                </a:solidFill>
                <a:effectLst/>
                <a:latin typeface="-apple-system"/>
              </a:rPr>
              <a:t>num_outbound_cmds</a:t>
            </a:r>
            <a:r>
              <a:rPr lang="en-US" sz="1400" b="0" i="0" dirty="0">
                <a:solidFill>
                  <a:srgbClr val="1F2328"/>
                </a:solidFill>
                <a:effectLst/>
                <a:latin typeface="-apple-system"/>
              </a:rPr>
              <a:t>: continuous. 22- </a:t>
            </a:r>
            <a:r>
              <a:rPr lang="en-US" sz="1400" b="0" i="0" dirty="0" err="1">
                <a:solidFill>
                  <a:srgbClr val="1F2328"/>
                </a:solidFill>
                <a:effectLst/>
                <a:latin typeface="-apple-system"/>
              </a:rPr>
              <a:t>is_host_login</a:t>
            </a:r>
            <a:r>
              <a:rPr lang="en-US" sz="1400" b="0" i="0" dirty="0">
                <a:solidFill>
                  <a:srgbClr val="1F2328"/>
                </a:solidFill>
                <a:effectLst/>
                <a:latin typeface="-apple-system"/>
              </a:rPr>
              <a:t>: symbolic 23- </a:t>
            </a:r>
            <a:r>
              <a:rPr lang="en-US" sz="1400" b="0" i="0" dirty="0" err="1">
                <a:solidFill>
                  <a:srgbClr val="1F2328"/>
                </a:solidFill>
                <a:effectLst/>
                <a:latin typeface="-apple-system"/>
              </a:rPr>
              <a:t>is_guest_login</a:t>
            </a:r>
            <a:r>
              <a:rPr lang="en-US" sz="1400" b="0" i="0" dirty="0">
                <a:solidFill>
                  <a:srgbClr val="1F2328"/>
                </a:solidFill>
                <a:effectLst/>
                <a:latin typeface="-apple-system"/>
              </a:rPr>
              <a:t>: symbolic 24- count: continuous. 25- </a:t>
            </a:r>
            <a:r>
              <a:rPr lang="en-US" sz="1400" b="0" i="0" dirty="0" err="1">
                <a:solidFill>
                  <a:srgbClr val="1F2328"/>
                </a:solidFill>
                <a:effectLst/>
                <a:latin typeface="-apple-system"/>
              </a:rPr>
              <a:t>srv_count</a:t>
            </a:r>
            <a:r>
              <a:rPr lang="en-US" sz="1400" b="0" i="0" dirty="0">
                <a:solidFill>
                  <a:srgbClr val="1F2328"/>
                </a:solidFill>
                <a:effectLst/>
                <a:latin typeface="-apple-system"/>
              </a:rPr>
              <a:t>: continuous. 26- </a:t>
            </a:r>
            <a:r>
              <a:rPr lang="en-US" sz="1400" b="0" i="0" dirty="0" err="1">
                <a:solidFill>
                  <a:srgbClr val="1F2328"/>
                </a:solidFill>
                <a:effectLst/>
                <a:latin typeface="-apple-system"/>
              </a:rPr>
              <a:t>serror_rate</a:t>
            </a:r>
            <a:r>
              <a:rPr lang="en-US" sz="1400" b="0" i="0" dirty="0">
                <a:solidFill>
                  <a:srgbClr val="1F2328"/>
                </a:solidFill>
                <a:effectLst/>
                <a:latin typeface="-apple-system"/>
              </a:rPr>
              <a:t>: continuous. 27- </a:t>
            </a:r>
            <a:r>
              <a:rPr lang="en-US" sz="1400" b="0" i="0" dirty="0" err="1">
                <a:solidFill>
                  <a:srgbClr val="1F2328"/>
                </a:solidFill>
                <a:effectLst/>
                <a:latin typeface="-apple-system"/>
              </a:rPr>
              <a:t>srv_serror_rate</a:t>
            </a:r>
            <a:r>
              <a:rPr lang="en-US" sz="1400" b="0" i="0" dirty="0">
                <a:solidFill>
                  <a:srgbClr val="1F2328"/>
                </a:solidFill>
                <a:effectLst/>
                <a:latin typeface="-apple-system"/>
              </a:rPr>
              <a:t>: continuous. 28- </a:t>
            </a:r>
            <a:r>
              <a:rPr lang="en-US" sz="1400" b="0" i="0" dirty="0" err="1">
                <a:solidFill>
                  <a:srgbClr val="1F2328"/>
                </a:solidFill>
                <a:effectLst/>
                <a:latin typeface="-apple-system"/>
              </a:rPr>
              <a:t>rerror_rate</a:t>
            </a:r>
            <a:r>
              <a:rPr lang="en-US" sz="1400" b="0" i="0" dirty="0">
                <a:solidFill>
                  <a:srgbClr val="1F2328"/>
                </a:solidFill>
                <a:effectLst/>
                <a:latin typeface="-apple-system"/>
              </a:rPr>
              <a:t>: continuous. 29- </a:t>
            </a:r>
            <a:r>
              <a:rPr lang="en-US" sz="1400" b="0" i="0" dirty="0" err="1">
                <a:solidFill>
                  <a:srgbClr val="1F2328"/>
                </a:solidFill>
                <a:effectLst/>
                <a:latin typeface="-apple-system"/>
              </a:rPr>
              <a:t>srv_rerror_rate</a:t>
            </a:r>
            <a:r>
              <a:rPr lang="en-US" sz="1400" b="0" i="0" dirty="0">
                <a:solidFill>
                  <a:srgbClr val="1F2328"/>
                </a:solidFill>
                <a:effectLst/>
                <a:latin typeface="-apple-system"/>
              </a:rPr>
              <a:t>: continuous. 30- </a:t>
            </a:r>
            <a:r>
              <a:rPr lang="en-US" sz="1400" b="0" i="0" dirty="0" err="1">
                <a:solidFill>
                  <a:srgbClr val="1F2328"/>
                </a:solidFill>
                <a:effectLst/>
                <a:latin typeface="-apple-system"/>
              </a:rPr>
              <a:t>same_srv_rate</a:t>
            </a:r>
            <a:r>
              <a:rPr lang="en-US" sz="1400" b="0" i="0" dirty="0">
                <a:solidFill>
                  <a:srgbClr val="1F2328"/>
                </a:solidFill>
                <a:effectLst/>
                <a:latin typeface="-apple-system"/>
              </a:rPr>
              <a:t>: continuous. 31- </a:t>
            </a:r>
            <a:r>
              <a:rPr lang="en-US" sz="1400" b="0" i="0" dirty="0" err="1">
                <a:solidFill>
                  <a:srgbClr val="1F2328"/>
                </a:solidFill>
                <a:effectLst/>
                <a:latin typeface="-apple-system"/>
              </a:rPr>
              <a:t>diff_srv_rate</a:t>
            </a:r>
            <a:r>
              <a:rPr lang="en-US" sz="1400" b="0" i="0" dirty="0">
                <a:solidFill>
                  <a:srgbClr val="1F2328"/>
                </a:solidFill>
                <a:effectLst/>
                <a:latin typeface="-apple-system"/>
              </a:rPr>
              <a:t>: continuous. 32- </a:t>
            </a:r>
            <a:r>
              <a:rPr lang="en-US" sz="1400" b="0" i="0" dirty="0" err="1">
                <a:solidFill>
                  <a:srgbClr val="1F2328"/>
                </a:solidFill>
                <a:effectLst/>
                <a:latin typeface="-apple-system"/>
              </a:rPr>
              <a:t>srv_diff_host_rate</a:t>
            </a:r>
            <a:r>
              <a:rPr lang="en-US" sz="1400" b="0" i="0" dirty="0">
                <a:solidFill>
                  <a:srgbClr val="1F2328"/>
                </a:solidFill>
                <a:effectLst/>
                <a:latin typeface="-apple-system"/>
              </a:rPr>
              <a:t>: continuous. 33- </a:t>
            </a:r>
            <a:r>
              <a:rPr lang="en-US" sz="1400" b="0" i="0" dirty="0" err="1">
                <a:solidFill>
                  <a:srgbClr val="1F2328"/>
                </a:solidFill>
                <a:effectLst/>
                <a:latin typeface="-apple-system"/>
              </a:rPr>
              <a:t>dst_host_count</a:t>
            </a:r>
            <a:r>
              <a:rPr lang="en-US" sz="1400" b="0" i="0" dirty="0">
                <a:solidFill>
                  <a:srgbClr val="1F2328"/>
                </a:solidFill>
                <a:effectLst/>
                <a:latin typeface="-apple-system"/>
              </a:rPr>
              <a:t>: continuous. 34- </a:t>
            </a:r>
            <a:r>
              <a:rPr lang="en-US" sz="1400" b="0" i="0" dirty="0" err="1">
                <a:solidFill>
                  <a:srgbClr val="1F2328"/>
                </a:solidFill>
                <a:effectLst/>
                <a:latin typeface="-apple-system"/>
              </a:rPr>
              <a:t>dst_host_srv_count</a:t>
            </a:r>
            <a:r>
              <a:rPr lang="en-US" sz="1400" b="0" i="0" dirty="0">
                <a:solidFill>
                  <a:srgbClr val="1F2328"/>
                </a:solidFill>
                <a:effectLst/>
                <a:latin typeface="-apple-system"/>
              </a:rPr>
              <a:t>: continuous. 35- </a:t>
            </a:r>
            <a:r>
              <a:rPr lang="en-US" sz="1400" b="0" i="0" dirty="0" err="1">
                <a:solidFill>
                  <a:srgbClr val="1F2328"/>
                </a:solidFill>
                <a:effectLst/>
                <a:latin typeface="-apple-system"/>
              </a:rPr>
              <a:t>dst_host_same_srv_rate</a:t>
            </a:r>
            <a:r>
              <a:rPr lang="en-US" sz="1400" b="0" i="0" dirty="0">
                <a:solidFill>
                  <a:srgbClr val="1F2328"/>
                </a:solidFill>
                <a:effectLst/>
                <a:latin typeface="-apple-system"/>
              </a:rPr>
              <a:t>: continuous. 36- </a:t>
            </a:r>
            <a:r>
              <a:rPr lang="en-US" sz="1400" b="0" i="0" dirty="0" err="1">
                <a:solidFill>
                  <a:srgbClr val="1F2328"/>
                </a:solidFill>
                <a:effectLst/>
                <a:latin typeface="-apple-system"/>
              </a:rPr>
              <a:t>dst_host_diff_srv_rate</a:t>
            </a:r>
            <a:r>
              <a:rPr lang="en-US" sz="1400" b="0" i="0" dirty="0">
                <a:solidFill>
                  <a:srgbClr val="1F2328"/>
                </a:solidFill>
                <a:effectLst/>
                <a:latin typeface="-apple-system"/>
              </a:rPr>
              <a:t>: continuous. 37- </a:t>
            </a:r>
            <a:r>
              <a:rPr lang="en-US" sz="1400" b="0" i="0" dirty="0" err="1">
                <a:solidFill>
                  <a:srgbClr val="1F2328"/>
                </a:solidFill>
                <a:effectLst/>
                <a:latin typeface="-apple-system"/>
              </a:rPr>
              <a:t>dst_host_same_src_port_rate</a:t>
            </a:r>
            <a:r>
              <a:rPr lang="en-US" sz="1400" b="0" i="0" dirty="0">
                <a:solidFill>
                  <a:srgbClr val="1F2328"/>
                </a:solidFill>
                <a:effectLst/>
                <a:latin typeface="-apple-system"/>
              </a:rPr>
              <a:t>: continuous. 38- </a:t>
            </a:r>
            <a:r>
              <a:rPr lang="en-US" sz="1400" b="0" i="0" dirty="0" err="1">
                <a:solidFill>
                  <a:srgbClr val="1F2328"/>
                </a:solidFill>
                <a:effectLst/>
                <a:latin typeface="-apple-system"/>
              </a:rPr>
              <a:t>dst_host_srv_diff_host_rate</a:t>
            </a:r>
            <a:r>
              <a:rPr lang="en-US" sz="1400" b="0" i="0" dirty="0">
                <a:solidFill>
                  <a:srgbClr val="1F2328"/>
                </a:solidFill>
                <a:effectLst/>
                <a:latin typeface="-apple-system"/>
              </a:rPr>
              <a:t>: continuous. 39- </a:t>
            </a:r>
            <a:r>
              <a:rPr lang="en-US" sz="1400" b="0" i="0" dirty="0" err="1">
                <a:solidFill>
                  <a:srgbClr val="1F2328"/>
                </a:solidFill>
                <a:effectLst/>
                <a:latin typeface="-apple-system"/>
              </a:rPr>
              <a:t>dst_host_serror_rate</a:t>
            </a:r>
            <a:r>
              <a:rPr lang="en-US" sz="1400" b="0" i="0" dirty="0">
                <a:solidFill>
                  <a:srgbClr val="1F2328"/>
                </a:solidFill>
                <a:effectLst/>
                <a:latin typeface="-apple-system"/>
              </a:rPr>
              <a:t>: continuous. 40- </a:t>
            </a:r>
            <a:r>
              <a:rPr lang="en-US" sz="1400" b="0" i="0" dirty="0" err="1">
                <a:solidFill>
                  <a:srgbClr val="1F2328"/>
                </a:solidFill>
                <a:effectLst/>
                <a:latin typeface="-apple-system"/>
              </a:rPr>
              <a:t>dst_host_srv_serror_rate</a:t>
            </a:r>
            <a:r>
              <a:rPr lang="en-US" sz="1400" b="0" i="0" dirty="0">
                <a:solidFill>
                  <a:srgbClr val="1F2328"/>
                </a:solidFill>
                <a:effectLst/>
                <a:latin typeface="-apple-system"/>
              </a:rPr>
              <a:t>: continuous. 41- </a:t>
            </a:r>
            <a:r>
              <a:rPr lang="en-US" sz="1400" b="0" i="0" dirty="0" err="1">
                <a:solidFill>
                  <a:srgbClr val="1F2328"/>
                </a:solidFill>
                <a:effectLst/>
                <a:latin typeface="-apple-system"/>
              </a:rPr>
              <a:t>dst_host_rerror_rate</a:t>
            </a:r>
            <a:r>
              <a:rPr lang="en-US" sz="1400" b="0" i="0" dirty="0">
                <a:solidFill>
                  <a:srgbClr val="1F2328"/>
                </a:solidFill>
                <a:effectLst/>
                <a:latin typeface="-apple-system"/>
              </a:rPr>
              <a:t>: continuous. 42- </a:t>
            </a:r>
            <a:r>
              <a:rPr lang="en-US" sz="1400" b="0" i="0" dirty="0" err="1">
                <a:solidFill>
                  <a:srgbClr val="1F2328"/>
                </a:solidFill>
                <a:effectLst/>
                <a:latin typeface="-apple-system"/>
              </a:rPr>
              <a:t>dst_host_srv_rerror_rate</a:t>
            </a:r>
            <a:r>
              <a:rPr lang="en-US" sz="1400" b="0" i="0" dirty="0">
                <a:solidFill>
                  <a:srgbClr val="1F2328"/>
                </a:solidFill>
                <a:effectLst/>
                <a:latin typeface="-apple-system"/>
              </a:rPr>
              <a:t>: continuous.</a:t>
            </a:r>
          </a:p>
        </p:txBody>
      </p:sp>
      <p:sp>
        <p:nvSpPr>
          <p:cNvPr id="7" name="Rectangle 1">
            <a:extLst>
              <a:ext uri="{FF2B5EF4-FFF2-40B4-BE49-F238E27FC236}">
                <a16:creationId xmlns:a16="http://schemas.microsoft.com/office/drawing/2014/main" id="{E0EE2481-FC85-9533-A8F4-E9FDD2E2FD1E}"/>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39F4B97-66D2-B4F7-5C92-745B2F75A1B7}"/>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C24B952A-B5EC-064E-C980-B7A23328B3CB}"/>
              </a:ext>
            </a:extLst>
          </p:cNvPr>
          <p:cNvPicPr>
            <a:picLocks noChangeAspect="1"/>
          </p:cNvPicPr>
          <p:nvPr/>
        </p:nvPicPr>
        <p:blipFill>
          <a:blip r:embed="rId4"/>
          <a:stretch>
            <a:fillRect/>
          </a:stretch>
        </p:blipFill>
        <p:spPr>
          <a:xfrm>
            <a:off x="364037" y="248094"/>
            <a:ext cx="771542" cy="866369"/>
          </a:xfrm>
          <a:prstGeom prst="rect">
            <a:avLst/>
          </a:prstGeom>
        </p:spPr>
      </p:pic>
    </p:spTree>
    <p:extLst>
      <p:ext uri="{BB962C8B-B14F-4D97-AF65-F5344CB8AC3E}">
        <p14:creationId xmlns:p14="http://schemas.microsoft.com/office/powerpoint/2010/main" val="4090115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id="{DC436C49-FB8F-A8F9-D537-F33FEA583242}"/>
              </a:ext>
            </a:extLst>
          </p:cNvPr>
          <p:cNvGraphicFramePr>
            <a:graphicFrameLocks noGrp="1"/>
          </p:cNvGraphicFramePr>
          <p:nvPr>
            <p:extLst>
              <p:ext uri="{D42A27DB-BD31-4B8C-83A1-F6EECF244321}">
                <p14:modId xmlns:p14="http://schemas.microsoft.com/office/powerpoint/2010/main" val="1103779026"/>
              </p:ext>
            </p:extLst>
          </p:nvPr>
        </p:nvGraphicFramePr>
        <p:xfrm>
          <a:off x="757647" y="130347"/>
          <a:ext cx="10964091" cy="6597306"/>
        </p:xfrm>
        <a:graphic>
          <a:graphicData uri="http://schemas.openxmlformats.org/drawingml/2006/table">
            <a:tbl>
              <a:tblPr firstRow="1" bandRow="1">
                <a:tableStyleId>{5C22544A-7EE6-4342-B048-85BDC9FD1C3A}</a:tableStyleId>
              </a:tblPr>
              <a:tblGrid>
                <a:gridCol w="2393197">
                  <a:extLst>
                    <a:ext uri="{9D8B030D-6E8A-4147-A177-3AD203B41FA5}">
                      <a16:colId xmlns:a16="http://schemas.microsoft.com/office/drawing/2014/main" val="1222521918"/>
                    </a:ext>
                  </a:extLst>
                </a:gridCol>
                <a:gridCol w="4076549">
                  <a:extLst>
                    <a:ext uri="{9D8B030D-6E8A-4147-A177-3AD203B41FA5}">
                      <a16:colId xmlns:a16="http://schemas.microsoft.com/office/drawing/2014/main" val="1356389788"/>
                    </a:ext>
                  </a:extLst>
                </a:gridCol>
                <a:gridCol w="4494345">
                  <a:extLst>
                    <a:ext uri="{9D8B030D-6E8A-4147-A177-3AD203B41FA5}">
                      <a16:colId xmlns:a16="http://schemas.microsoft.com/office/drawing/2014/main" val="1916748894"/>
                    </a:ext>
                  </a:extLst>
                </a:gridCol>
              </a:tblGrid>
              <a:tr h="454694">
                <a:tc>
                  <a:txBody>
                    <a:bodyPr/>
                    <a:lstStyle/>
                    <a:p>
                      <a:pPr algn="l">
                        <a:lnSpc>
                          <a:spcPts val="1875"/>
                        </a:lnSpc>
                        <a:buNone/>
                      </a:pPr>
                      <a:r>
                        <a:rPr lang="ru-RU" sz="1400" b="0" dirty="0">
                          <a:effectLst/>
                          <a:latin typeface="quote-cjk-patch"/>
                        </a:rPr>
                        <a:t>Критерий</a:t>
                      </a:r>
                    </a:p>
                  </a:txBody>
                  <a:tcPr marR="121920" marT="76200" marB="76200" anchor="ctr"/>
                </a:tc>
                <a:tc>
                  <a:txBody>
                    <a:bodyPr/>
                    <a:lstStyle/>
                    <a:p>
                      <a:pPr algn="l">
                        <a:lnSpc>
                          <a:spcPts val="1875"/>
                        </a:lnSpc>
                        <a:buNone/>
                      </a:pPr>
                      <a:r>
                        <a:rPr lang="en-US" sz="1400" b="1">
                          <a:effectLst/>
                          <a:latin typeface="quote-cjk-patch"/>
                        </a:rPr>
                        <a:t>SIEM</a:t>
                      </a:r>
                      <a:r>
                        <a:rPr lang="en-US" sz="1400" b="0">
                          <a:effectLst/>
                          <a:latin typeface="quote-cjk-patch"/>
                        </a:rPr>
                        <a:t> (Security Information and Event Management)</a:t>
                      </a:r>
                    </a:p>
                  </a:txBody>
                  <a:tcPr marL="121920" marR="121920" marT="76200" marB="76200" anchor="ctr"/>
                </a:tc>
                <a:tc>
                  <a:txBody>
                    <a:bodyPr/>
                    <a:lstStyle/>
                    <a:p>
                      <a:pPr algn="l">
                        <a:lnSpc>
                          <a:spcPts val="1875"/>
                        </a:lnSpc>
                        <a:buNone/>
                      </a:pPr>
                      <a:r>
                        <a:rPr lang="en-US" sz="1400" b="1">
                          <a:effectLst/>
                          <a:latin typeface="quote-cjk-patch"/>
                        </a:rPr>
                        <a:t>SOAR</a:t>
                      </a:r>
                      <a:r>
                        <a:rPr lang="en-US" sz="1400" b="0">
                          <a:effectLst/>
                          <a:latin typeface="quote-cjk-patch"/>
                        </a:rPr>
                        <a:t> (Security Orchestration, Automation and Response)</a:t>
                      </a:r>
                    </a:p>
                  </a:txBody>
                  <a:tcPr marL="121920" marR="121920" marT="76200" marB="76200" anchor="ctr"/>
                </a:tc>
                <a:extLst>
                  <a:ext uri="{0D108BD9-81ED-4DB2-BD59-A6C34878D82A}">
                    <a16:rowId xmlns:a16="http://schemas.microsoft.com/office/drawing/2014/main" val="49516476"/>
                  </a:ext>
                </a:extLst>
              </a:tr>
              <a:tr h="736985">
                <a:tc>
                  <a:txBody>
                    <a:bodyPr/>
                    <a:lstStyle/>
                    <a:p>
                      <a:pPr>
                        <a:lnSpc>
                          <a:spcPts val="1875"/>
                        </a:lnSpc>
                        <a:buNone/>
                      </a:pPr>
                      <a:r>
                        <a:rPr lang="ru-RU" sz="1400" b="1">
                          <a:effectLst/>
                          <a:latin typeface="quote-cjk-patch"/>
                        </a:rPr>
                        <a:t>Основная цель</a:t>
                      </a:r>
                      <a:endParaRPr lang="ru-RU" sz="1400" b="0">
                        <a:effectLst/>
                        <a:latin typeface="quote-cjk-patch"/>
                      </a:endParaRPr>
                    </a:p>
                  </a:txBody>
                  <a:tcPr marR="121920" marT="76200" marB="76200" anchor="ctr"/>
                </a:tc>
                <a:tc>
                  <a:txBody>
                    <a:bodyPr/>
                    <a:lstStyle/>
                    <a:p>
                      <a:pPr>
                        <a:lnSpc>
                          <a:spcPts val="1875"/>
                        </a:lnSpc>
                        <a:buNone/>
                      </a:pPr>
                      <a:r>
                        <a:rPr lang="ru-RU" sz="1400" b="1">
                          <a:effectLst/>
                          <a:latin typeface="quote-cjk-patch"/>
                        </a:rPr>
                        <a:t>Централизованный сбор, корреляция и анализ</a:t>
                      </a:r>
                      <a:r>
                        <a:rPr lang="ru-RU" sz="1400" b="0">
                          <a:effectLst/>
                          <a:latin typeface="quote-cjk-patch"/>
                        </a:rPr>
                        <a:t> событий безопасности для </a:t>
                      </a:r>
                      <a:r>
                        <a:rPr lang="ru-RU" sz="1400" b="1">
                          <a:effectLst/>
                          <a:latin typeface="quote-cjk-patch"/>
                        </a:rPr>
                        <a:t>обнаружения угроз</a:t>
                      </a:r>
                      <a:r>
                        <a:rPr lang="ru-RU" sz="1400" b="0">
                          <a:effectLst/>
                          <a:latin typeface="quote-cjk-patch"/>
                        </a:rPr>
                        <a:t>.</a:t>
                      </a:r>
                    </a:p>
                  </a:txBody>
                  <a:tcPr marL="121920" marR="121920" marT="76200" marB="76200" anchor="ctr"/>
                </a:tc>
                <a:tc>
                  <a:txBody>
                    <a:bodyPr/>
                    <a:lstStyle/>
                    <a:p>
                      <a:pPr>
                        <a:lnSpc>
                          <a:spcPts val="1875"/>
                        </a:lnSpc>
                        <a:buNone/>
                      </a:pPr>
                      <a:r>
                        <a:rPr lang="ru-RU" sz="1400" b="1">
                          <a:effectLst/>
                          <a:latin typeface="quote-cjk-patch"/>
                        </a:rPr>
                        <a:t>Автоматизация и оркестрация</a:t>
                      </a:r>
                      <a:r>
                        <a:rPr lang="ru-RU" sz="1400" b="0">
                          <a:effectLst/>
                          <a:latin typeface="quote-cjk-patch"/>
                        </a:rPr>
                        <a:t> процессов реагирования на инциденты.</a:t>
                      </a:r>
                    </a:p>
                  </a:txBody>
                  <a:tcPr marL="121920" marT="76200" marB="76200" anchor="ctr"/>
                </a:tc>
                <a:extLst>
                  <a:ext uri="{0D108BD9-81ED-4DB2-BD59-A6C34878D82A}">
                    <a16:rowId xmlns:a16="http://schemas.microsoft.com/office/drawing/2014/main" val="1620230115"/>
                  </a:ext>
                </a:extLst>
              </a:tr>
              <a:tr h="1149162">
                <a:tc>
                  <a:txBody>
                    <a:bodyPr/>
                    <a:lstStyle/>
                    <a:p>
                      <a:pPr>
                        <a:lnSpc>
                          <a:spcPts val="1875"/>
                        </a:lnSpc>
                        <a:buNone/>
                      </a:pPr>
                      <a:r>
                        <a:rPr lang="ru-RU" sz="1400" b="1">
                          <a:effectLst/>
                          <a:latin typeface="quote-cjk-patch"/>
                        </a:rPr>
                        <a:t>Ключевые функции</a:t>
                      </a:r>
                      <a:endParaRPr lang="ru-RU" sz="1400" b="0">
                        <a:effectLst/>
                        <a:latin typeface="quote-cjk-patch"/>
                      </a:endParaRPr>
                    </a:p>
                  </a:txBody>
                  <a:tcPr marR="121920" marT="76200" marB="76200" anchor="ctr"/>
                </a:tc>
                <a:tc>
                  <a:txBody>
                    <a:bodyPr/>
                    <a:lstStyle/>
                    <a:p>
                      <a:pPr>
                        <a:lnSpc>
                          <a:spcPts val="1875"/>
                        </a:lnSpc>
                        <a:buNone/>
                      </a:pPr>
                      <a:r>
                        <a:rPr lang="ru-RU" sz="1400" b="0">
                          <a:effectLst/>
                          <a:latin typeface="quote-cjk-patch"/>
                        </a:rPr>
                        <a:t>- Сбор и агрегация логов</a:t>
                      </a:r>
                      <a:br>
                        <a:rPr lang="ru-RU" sz="1400" b="0">
                          <a:effectLst/>
                          <a:latin typeface="quote-cjk-patch"/>
                        </a:rPr>
                      </a:br>
                      <a:r>
                        <a:rPr lang="ru-RU" sz="1400" b="0">
                          <a:effectLst/>
                          <a:latin typeface="quote-cjk-patch"/>
                        </a:rPr>
                        <a:t>- Корреляция событий по правилам</a:t>
                      </a:r>
                      <a:br>
                        <a:rPr lang="ru-RU" sz="1400" b="0">
                          <a:effectLst/>
                          <a:latin typeface="quote-cjk-patch"/>
                        </a:rPr>
                      </a:br>
                      <a:r>
                        <a:rPr lang="ru-RU" sz="1400" b="0">
                          <a:effectLst/>
                          <a:latin typeface="quote-cjk-patch"/>
                        </a:rPr>
                        <a:t>- Аналитика и расследование инцидентов</a:t>
                      </a:r>
                      <a:br>
                        <a:rPr lang="ru-RU" sz="1400" b="0">
                          <a:effectLst/>
                          <a:latin typeface="quote-cjk-patch"/>
                        </a:rPr>
                      </a:br>
                      <a:r>
                        <a:rPr lang="ru-RU" sz="1400" b="0">
                          <a:effectLst/>
                          <a:latin typeface="quote-cjk-patch"/>
                        </a:rPr>
                        <a:t>- Отчетность и соответствие требованиям (Compliance)</a:t>
                      </a:r>
                    </a:p>
                  </a:txBody>
                  <a:tcPr marL="121920" marR="121920" marT="76200" marB="76200" anchor="ctr"/>
                </a:tc>
                <a:tc>
                  <a:txBody>
                    <a:bodyPr/>
                    <a:lstStyle/>
                    <a:p>
                      <a:pPr>
                        <a:lnSpc>
                          <a:spcPts val="1875"/>
                        </a:lnSpc>
                        <a:buNone/>
                      </a:pPr>
                      <a:r>
                        <a:rPr lang="ru-RU" sz="1400" b="0" dirty="0">
                          <a:effectLst/>
                          <a:latin typeface="quote-cjk-patch"/>
                        </a:rPr>
                        <a:t>- Управление инцидентами (тикеты)</a:t>
                      </a:r>
                      <a:br>
                        <a:rPr lang="ru-RU" sz="1400" b="0" dirty="0">
                          <a:effectLst/>
                          <a:latin typeface="quote-cjk-patch"/>
                        </a:rPr>
                      </a:br>
                      <a:r>
                        <a:rPr lang="ru-RU" sz="1400" b="0" dirty="0">
                          <a:effectLst/>
                          <a:latin typeface="quote-cjk-patch"/>
                        </a:rPr>
                        <a:t>- </a:t>
                      </a:r>
                      <a:r>
                        <a:rPr lang="ru-RU" sz="1400" b="0" dirty="0" err="1">
                          <a:effectLst/>
                          <a:latin typeface="quote-cjk-patch"/>
                        </a:rPr>
                        <a:t>Оркестрация</a:t>
                      </a:r>
                      <a:r>
                        <a:rPr lang="ru-RU" sz="1400" b="0" dirty="0">
                          <a:effectLst/>
                          <a:latin typeface="quote-cjk-patch"/>
                        </a:rPr>
                        <a:t> </a:t>
                      </a:r>
                      <a:r>
                        <a:rPr lang="ru-RU" sz="1400" b="0" dirty="0" err="1">
                          <a:effectLst/>
                          <a:latin typeface="quote-cjk-patch"/>
                        </a:rPr>
                        <a:t>workflows</a:t>
                      </a:r>
                      <a:r>
                        <a:rPr lang="ru-RU" sz="1400" b="0" dirty="0">
                          <a:effectLst/>
                          <a:latin typeface="quote-cjk-patch"/>
                        </a:rPr>
                        <a:t> между системами</a:t>
                      </a:r>
                      <a:br>
                        <a:rPr lang="ru-RU" sz="1400" b="0" dirty="0">
                          <a:effectLst/>
                          <a:latin typeface="quote-cjk-patch"/>
                        </a:rPr>
                      </a:br>
                      <a:r>
                        <a:rPr lang="ru-RU" sz="1400" b="0" dirty="0">
                          <a:effectLst/>
                          <a:latin typeface="quote-cjk-patch"/>
                        </a:rPr>
                        <a:t>- Автоматизация рутинных действий (</a:t>
                      </a:r>
                      <a:r>
                        <a:rPr lang="ru-RU" sz="1400" b="0" dirty="0" err="1">
                          <a:effectLst/>
                          <a:latin typeface="quote-cjk-patch"/>
                        </a:rPr>
                        <a:t>плейбуки</a:t>
                      </a:r>
                      <a:r>
                        <a:rPr lang="ru-RU" sz="1400" b="0" dirty="0">
                          <a:effectLst/>
                          <a:latin typeface="quote-cjk-patch"/>
                        </a:rPr>
                        <a:t>)</a:t>
                      </a:r>
                      <a:br>
                        <a:rPr lang="ru-RU" sz="1400" b="0" dirty="0">
                          <a:effectLst/>
                          <a:latin typeface="quote-cjk-patch"/>
                        </a:rPr>
                      </a:br>
                      <a:r>
                        <a:rPr lang="ru-RU" sz="1400" b="0" dirty="0">
                          <a:effectLst/>
                          <a:latin typeface="quote-cjk-patch"/>
                        </a:rPr>
                        <a:t>- Обогащение данных об угрозах</a:t>
                      </a:r>
                    </a:p>
                  </a:txBody>
                  <a:tcPr marL="121920" marT="76200" marB="76200" anchor="ctr"/>
                </a:tc>
                <a:extLst>
                  <a:ext uri="{0D108BD9-81ED-4DB2-BD59-A6C34878D82A}">
                    <a16:rowId xmlns:a16="http://schemas.microsoft.com/office/drawing/2014/main" val="734071773"/>
                  </a:ext>
                </a:extLst>
              </a:tr>
              <a:tr h="736985">
                <a:tc>
                  <a:txBody>
                    <a:bodyPr/>
                    <a:lstStyle/>
                    <a:p>
                      <a:pPr>
                        <a:lnSpc>
                          <a:spcPts val="1875"/>
                        </a:lnSpc>
                        <a:buNone/>
                      </a:pPr>
                      <a:r>
                        <a:rPr lang="ru-RU" sz="1400" b="1">
                          <a:effectLst/>
                          <a:latin typeface="quote-cjk-patch"/>
                        </a:rPr>
                        <a:t>Подход к безопасности</a:t>
                      </a:r>
                      <a:endParaRPr lang="ru-RU" sz="1400" b="0">
                        <a:effectLst/>
                        <a:latin typeface="quote-cjk-patch"/>
                      </a:endParaRPr>
                    </a:p>
                  </a:txBody>
                  <a:tcPr marR="121920" marT="76200" marB="76200" anchor="ctr"/>
                </a:tc>
                <a:tc>
                  <a:txBody>
                    <a:bodyPr/>
                    <a:lstStyle/>
                    <a:p>
                      <a:pPr>
                        <a:lnSpc>
                          <a:spcPts val="1875"/>
                        </a:lnSpc>
                        <a:buNone/>
                      </a:pPr>
                      <a:r>
                        <a:rPr lang="ru-RU" sz="1400" b="1">
                          <a:effectLst/>
                          <a:latin typeface="quote-cjk-patch"/>
                        </a:rPr>
                        <a:t>Реактивный:</a:t>
                      </a:r>
                      <a:r>
                        <a:rPr lang="ru-RU" sz="1400" b="0">
                          <a:effectLst/>
                          <a:latin typeface="quote-cjk-patch"/>
                        </a:rPr>
                        <a:t> "Что случилось?" и "Почему это случилось?"</a:t>
                      </a:r>
                      <a:br>
                        <a:rPr lang="ru-RU" sz="1400" b="0">
                          <a:effectLst/>
                          <a:latin typeface="quote-cjk-patch"/>
                        </a:rPr>
                      </a:br>
                      <a:r>
                        <a:rPr lang="ru-RU" sz="1400" b="0">
                          <a:effectLst/>
                          <a:latin typeface="quote-cjk-patch"/>
                        </a:rPr>
                        <a:t>Фокус на обнаружении и анализе.</a:t>
                      </a:r>
                    </a:p>
                  </a:txBody>
                  <a:tcPr marL="121920" marR="121920" marT="76200" marB="76200" anchor="ctr"/>
                </a:tc>
                <a:tc>
                  <a:txBody>
                    <a:bodyPr/>
                    <a:lstStyle/>
                    <a:p>
                      <a:pPr>
                        <a:lnSpc>
                          <a:spcPts val="1875"/>
                        </a:lnSpc>
                        <a:buNone/>
                      </a:pPr>
                      <a:r>
                        <a:rPr lang="ru-RU" sz="1400" b="1">
                          <a:effectLst/>
                          <a:latin typeface="quote-cjk-patch"/>
                        </a:rPr>
                        <a:t>Проактивный:</a:t>
                      </a:r>
                      <a:r>
                        <a:rPr lang="ru-RU" sz="1400" b="0">
                          <a:effectLst/>
                          <a:latin typeface="quote-cjk-patch"/>
                        </a:rPr>
                        <a:t> "Что делать сейчас?"</a:t>
                      </a:r>
                      <a:br>
                        <a:rPr lang="ru-RU" sz="1400" b="0">
                          <a:effectLst/>
                          <a:latin typeface="quote-cjk-patch"/>
                        </a:rPr>
                      </a:br>
                      <a:r>
                        <a:rPr lang="ru-RU" sz="1400" b="0">
                          <a:effectLst/>
                          <a:latin typeface="quote-cjk-patch"/>
                        </a:rPr>
                        <a:t>Фокус на действиях и исправлении ситуации.</a:t>
                      </a:r>
                    </a:p>
                  </a:txBody>
                  <a:tcPr marL="121920" marT="76200" marB="76200" anchor="ctr"/>
                </a:tc>
                <a:extLst>
                  <a:ext uri="{0D108BD9-81ED-4DB2-BD59-A6C34878D82A}">
                    <a16:rowId xmlns:a16="http://schemas.microsoft.com/office/drawing/2014/main" val="2629915379"/>
                  </a:ext>
                </a:extLst>
              </a:tr>
              <a:tr h="568421">
                <a:tc>
                  <a:txBody>
                    <a:bodyPr/>
                    <a:lstStyle/>
                    <a:p>
                      <a:pPr>
                        <a:lnSpc>
                          <a:spcPts val="1875"/>
                        </a:lnSpc>
                        <a:buNone/>
                      </a:pPr>
                      <a:r>
                        <a:rPr lang="ru-RU" sz="1400" b="1">
                          <a:effectLst/>
                          <a:latin typeface="quote-cjk-patch"/>
                        </a:rPr>
                        <a:t>Основной выходной результат</a:t>
                      </a:r>
                      <a:endParaRPr lang="ru-RU" sz="1400" b="0">
                        <a:effectLst/>
                        <a:latin typeface="quote-cjk-patch"/>
                      </a:endParaRPr>
                    </a:p>
                  </a:txBody>
                  <a:tcPr marR="121920" marT="76200" marB="76200" anchor="ctr"/>
                </a:tc>
                <a:tc>
                  <a:txBody>
                    <a:bodyPr/>
                    <a:lstStyle/>
                    <a:p>
                      <a:pPr>
                        <a:lnSpc>
                          <a:spcPts val="1875"/>
                        </a:lnSpc>
                        <a:buNone/>
                      </a:pPr>
                      <a:r>
                        <a:rPr lang="ru-RU" sz="1400" b="1">
                          <a:effectLst/>
                          <a:latin typeface="quote-cjk-patch"/>
                        </a:rPr>
                        <a:t>Предупреждения (Alerts)</a:t>
                      </a:r>
                      <a:r>
                        <a:rPr lang="ru-RU" sz="1400" b="0">
                          <a:effectLst/>
                          <a:latin typeface="quote-cjk-patch"/>
                        </a:rPr>
                        <a:t> о потенциальных инцидентах.</a:t>
                      </a:r>
                    </a:p>
                  </a:txBody>
                  <a:tcPr marL="121920" marR="121920" marT="76200" marB="76200" anchor="ctr"/>
                </a:tc>
                <a:tc>
                  <a:txBody>
                    <a:bodyPr/>
                    <a:lstStyle/>
                    <a:p>
                      <a:pPr>
                        <a:lnSpc>
                          <a:spcPts val="1875"/>
                        </a:lnSpc>
                        <a:buNone/>
                      </a:pPr>
                      <a:r>
                        <a:rPr lang="ru-RU" sz="1400" b="1">
                          <a:effectLst/>
                          <a:latin typeface="quote-cjk-patch"/>
                        </a:rPr>
                        <a:t>Выполненные действия</a:t>
                      </a:r>
                      <a:r>
                        <a:rPr lang="ru-RU" sz="1400" b="0">
                          <a:effectLst/>
                          <a:latin typeface="quote-cjk-patch"/>
                        </a:rPr>
                        <a:t> (закрытые инциденты, заблокированные IP, изолированные хосты).</a:t>
                      </a:r>
                    </a:p>
                  </a:txBody>
                  <a:tcPr marL="121920" marT="76200" marB="76200" anchor="ctr"/>
                </a:tc>
                <a:extLst>
                  <a:ext uri="{0D108BD9-81ED-4DB2-BD59-A6C34878D82A}">
                    <a16:rowId xmlns:a16="http://schemas.microsoft.com/office/drawing/2014/main" val="3054728901"/>
                  </a:ext>
                </a:extLst>
              </a:tr>
              <a:tr h="736985">
                <a:tc>
                  <a:txBody>
                    <a:bodyPr/>
                    <a:lstStyle/>
                    <a:p>
                      <a:pPr>
                        <a:lnSpc>
                          <a:spcPts val="1875"/>
                        </a:lnSpc>
                        <a:buNone/>
                      </a:pPr>
                      <a:r>
                        <a:rPr lang="ru-RU" sz="1400" b="1">
                          <a:effectLst/>
                          <a:latin typeface="quote-cjk-patch"/>
                        </a:rPr>
                        <a:t>Взаимодействие с системами</a:t>
                      </a:r>
                      <a:endParaRPr lang="ru-RU" sz="1400" b="0">
                        <a:effectLst/>
                        <a:latin typeface="quote-cjk-patch"/>
                      </a:endParaRPr>
                    </a:p>
                  </a:txBody>
                  <a:tcPr marR="121920" marT="76200" marB="76200" anchor="ctr"/>
                </a:tc>
                <a:tc>
                  <a:txBody>
                    <a:bodyPr/>
                    <a:lstStyle/>
                    <a:p>
                      <a:pPr>
                        <a:lnSpc>
                          <a:spcPts val="1875"/>
                        </a:lnSpc>
                        <a:buNone/>
                      </a:pPr>
                      <a:r>
                        <a:rPr lang="ru-RU" sz="1400" b="1">
                          <a:effectLst/>
                          <a:latin typeface="quote-cjk-patch"/>
                        </a:rPr>
                        <a:t>"Слушает" и получает данные</a:t>
                      </a:r>
                      <a:r>
                        <a:rPr lang="ru-RU" sz="1400" b="0">
                          <a:effectLst/>
                          <a:latin typeface="quote-cjk-patch"/>
                        </a:rPr>
                        <a:t> (пассивно).</a:t>
                      </a:r>
                      <a:br>
                        <a:rPr lang="ru-RU" sz="1400" b="0">
                          <a:effectLst/>
                          <a:latin typeface="quote-cjk-patch"/>
                        </a:rPr>
                      </a:br>
                      <a:r>
                        <a:rPr lang="ru-RU" sz="1400" b="0">
                          <a:effectLst/>
                          <a:latin typeface="quote-cjk-patch"/>
                        </a:rPr>
                        <a:t>Источники: файрволы, серверы, сетевые устройства, EDR.</a:t>
                      </a:r>
                    </a:p>
                  </a:txBody>
                  <a:tcPr marL="121920" marR="121920" marT="76200" marB="76200" anchor="ctr"/>
                </a:tc>
                <a:tc>
                  <a:txBody>
                    <a:bodyPr/>
                    <a:lstStyle/>
                    <a:p>
                      <a:pPr>
                        <a:lnSpc>
                          <a:spcPts val="1875"/>
                        </a:lnSpc>
                        <a:buNone/>
                      </a:pPr>
                      <a:r>
                        <a:rPr lang="ru-RU" sz="1400" b="1" dirty="0">
                          <a:effectLst/>
                          <a:latin typeface="quote-cjk-patch"/>
                        </a:rPr>
                        <a:t>"Командует" и управляет</a:t>
                      </a:r>
                      <a:r>
                        <a:rPr lang="ru-RU" sz="1400" b="0" dirty="0">
                          <a:effectLst/>
                          <a:latin typeface="quote-cjk-patch"/>
                        </a:rPr>
                        <a:t> (активно).</a:t>
                      </a:r>
                      <a:br>
                        <a:rPr lang="ru-RU" sz="1400" b="0" dirty="0">
                          <a:effectLst/>
                          <a:latin typeface="quote-cjk-patch"/>
                        </a:rPr>
                      </a:br>
                      <a:r>
                        <a:rPr lang="ru-RU" sz="1400" b="0" dirty="0">
                          <a:effectLst/>
                          <a:latin typeface="quote-cjk-patch"/>
                        </a:rPr>
                        <a:t>Цели: файрволы, EDR, системы тикетов, почта, API.</a:t>
                      </a:r>
                    </a:p>
                  </a:txBody>
                  <a:tcPr marL="121920" marT="76200" marB="76200" anchor="ctr"/>
                </a:tc>
                <a:extLst>
                  <a:ext uri="{0D108BD9-81ED-4DB2-BD59-A6C34878D82A}">
                    <a16:rowId xmlns:a16="http://schemas.microsoft.com/office/drawing/2014/main" val="2416824755"/>
                  </a:ext>
                </a:extLst>
              </a:tr>
              <a:tr h="1355251">
                <a:tc>
                  <a:txBody>
                    <a:bodyPr/>
                    <a:lstStyle/>
                    <a:p>
                      <a:pPr>
                        <a:lnSpc>
                          <a:spcPts val="1875"/>
                        </a:lnSpc>
                        <a:buNone/>
                      </a:pPr>
                      <a:r>
                        <a:rPr lang="ru-RU" sz="1400" b="1" dirty="0">
                          <a:effectLst/>
                          <a:latin typeface="quote-cjk-patch"/>
                        </a:rPr>
                        <a:t>Как они работают вместе</a:t>
                      </a:r>
                      <a:endParaRPr lang="ru-RU" sz="1400" b="0" dirty="0">
                        <a:effectLst/>
                        <a:latin typeface="quote-cjk-patch"/>
                      </a:endParaRPr>
                    </a:p>
                  </a:txBody>
                  <a:tcPr marR="121920" marT="76200" marB="76200" anchor="ctr"/>
                </a:tc>
                <a:tc>
                  <a:txBody>
                    <a:bodyPr/>
                    <a:lstStyle/>
                    <a:p>
                      <a:pPr>
                        <a:lnSpc>
                          <a:spcPts val="1875"/>
                        </a:lnSpc>
                        <a:buNone/>
                      </a:pPr>
                      <a:r>
                        <a:rPr lang="ru-RU" sz="1400" b="1" dirty="0">
                          <a:effectLst/>
                          <a:latin typeface="quote-cjk-patch"/>
                        </a:rPr>
                        <a:t>SIEM генерирует предупреждение</a:t>
                      </a:r>
                      <a:r>
                        <a:rPr lang="ru-RU" sz="1400" b="0" dirty="0">
                          <a:effectLst/>
                          <a:latin typeface="quote-cjk-patch"/>
                        </a:rPr>
                        <a:t> о подозрительном входе в систему.</a:t>
                      </a:r>
                    </a:p>
                  </a:txBody>
                  <a:tcPr marL="121920" marR="121920" marT="76200" marB="76200" anchor="ctr"/>
                </a:tc>
                <a:tc>
                  <a:txBody>
                    <a:bodyPr/>
                    <a:lstStyle/>
                    <a:p>
                      <a:pPr>
                        <a:lnSpc>
                          <a:spcPts val="1875"/>
                        </a:lnSpc>
                        <a:buNone/>
                      </a:pPr>
                      <a:r>
                        <a:rPr lang="ru-RU" sz="1400" b="1" dirty="0">
                          <a:effectLst/>
                          <a:latin typeface="quote-cjk-patch"/>
                        </a:rPr>
                        <a:t>SOAR получает это предупреждение, запускает </a:t>
                      </a:r>
                      <a:r>
                        <a:rPr lang="ru-RU" sz="1400" b="1" dirty="0" err="1">
                          <a:effectLst/>
                          <a:latin typeface="quote-cjk-patch"/>
                        </a:rPr>
                        <a:t>плейбук</a:t>
                      </a:r>
                      <a:r>
                        <a:rPr lang="ru-RU" sz="1400" b="1" dirty="0">
                          <a:effectLst/>
                          <a:latin typeface="quote-cjk-patch"/>
                        </a:rPr>
                        <a:t>:</a:t>
                      </a:r>
                      <a:br>
                        <a:rPr lang="ru-RU" sz="1400" b="0" dirty="0">
                          <a:effectLst/>
                          <a:latin typeface="quote-cjk-patch"/>
                        </a:rPr>
                      </a:br>
                      <a:r>
                        <a:rPr lang="ru-RU" sz="1400" b="0" dirty="0">
                          <a:effectLst/>
                          <a:latin typeface="quote-cjk-patch"/>
                        </a:rPr>
                        <a:t>1. Обогащает данные о пользователе.</a:t>
                      </a:r>
                      <a:br>
                        <a:rPr lang="ru-RU" sz="1400" b="0" dirty="0">
                          <a:effectLst/>
                          <a:latin typeface="quote-cjk-patch"/>
                        </a:rPr>
                      </a:br>
                      <a:r>
                        <a:rPr lang="ru-RU" sz="1400" b="0" dirty="0">
                          <a:effectLst/>
                          <a:latin typeface="quote-cjk-patch"/>
                        </a:rPr>
                        <a:t>2. Автоматически блокирует учетную запись.</a:t>
                      </a:r>
                      <a:br>
                        <a:rPr lang="ru-RU" sz="1400" b="0" dirty="0">
                          <a:effectLst/>
                          <a:latin typeface="quote-cjk-patch"/>
                        </a:rPr>
                      </a:br>
                      <a:r>
                        <a:rPr lang="ru-RU" sz="1400" b="0" dirty="0">
                          <a:effectLst/>
                          <a:latin typeface="quote-cjk-patch"/>
                        </a:rPr>
                        <a:t>3. Создает тикет в </a:t>
                      </a:r>
                      <a:r>
                        <a:rPr lang="ru-RU" sz="1400" b="0" dirty="0" err="1">
                          <a:effectLst/>
                          <a:latin typeface="quote-cjk-patch"/>
                        </a:rPr>
                        <a:t>ServiceNow</a:t>
                      </a:r>
                      <a:r>
                        <a:rPr lang="ru-RU" sz="1400" b="0" dirty="0">
                          <a:effectLst/>
                          <a:latin typeface="quote-cjk-patch"/>
                        </a:rPr>
                        <a:t>.</a:t>
                      </a:r>
                      <a:br>
                        <a:rPr lang="ru-RU" sz="1400" b="0" dirty="0">
                          <a:effectLst/>
                          <a:latin typeface="quote-cjk-patch"/>
                        </a:rPr>
                      </a:br>
                      <a:r>
                        <a:rPr lang="ru-RU" sz="1400" b="0" dirty="0">
                          <a:effectLst/>
                          <a:latin typeface="quote-cjk-patch"/>
                        </a:rPr>
                        <a:t>4. Уведомляет аналитика по почте.</a:t>
                      </a:r>
                    </a:p>
                  </a:txBody>
                  <a:tcPr marL="121920" marT="76200" marB="76200" anchor="ctr"/>
                </a:tc>
                <a:extLst>
                  <a:ext uri="{0D108BD9-81ED-4DB2-BD59-A6C34878D82A}">
                    <a16:rowId xmlns:a16="http://schemas.microsoft.com/office/drawing/2014/main" val="1792060547"/>
                  </a:ext>
                </a:extLst>
              </a:tr>
            </a:tbl>
          </a:graphicData>
        </a:graphic>
      </p:graphicFrame>
    </p:spTree>
    <p:extLst>
      <p:ext uri="{BB962C8B-B14F-4D97-AF65-F5344CB8AC3E}">
        <p14:creationId xmlns:p14="http://schemas.microsoft.com/office/powerpoint/2010/main" val="398260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AD43B28A-F0E3-A6C1-C4B2-13824A6A8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819150"/>
            <a:ext cx="5619750" cy="52197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8A01DA3-1037-E3AC-2712-BD7652A26FF3}"/>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07D119F-4022-2518-D3C0-170478316040}"/>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pic>
        <p:nvPicPr>
          <p:cNvPr id="4" name="Рисунок 3">
            <a:extLst>
              <a:ext uri="{FF2B5EF4-FFF2-40B4-BE49-F238E27FC236}">
                <a16:creationId xmlns:a16="http://schemas.microsoft.com/office/drawing/2014/main" id="{5034486E-5429-21F4-090E-456D1A2D794B}"/>
              </a:ext>
            </a:extLst>
          </p:cNvPr>
          <p:cNvPicPr>
            <a:picLocks noChangeAspect="1"/>
          </p:cNvPicPr>
          <p:nvPr/>
        </p:nvPicPr>
        <p:blipFill>
          <a:blip r:embed="rId4"/>
          <a:stretch>
            <a:fillRect/>
          </a:stretch>
        </p:blipFill>
        <p:spPr>
          <a:xfrm>
            <a:off x="364037" y="248094"/>
            <a:ext cx="771542" cy="866369"/>
          </a:xfrm>
          <a:prstGeom prst="rect">
            <a:avLst/>
          </a:prstGeom>
        </p:spPr>
      </p:pic>
    </p:spTree>
    <p:extLst>
      <p:ext uri="{BB962C8B-B14F-4D97-AF65-F5344CB8AC3E}">
        <p14:creationId xmlns:p14="http://schemas.microsoft.com/office/powerpoint/2010/main" val="4010280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7B747-6961-6F55-689A-31DBD9296F2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75CADB-BD9C-B9A2-E0D3-1EFF00DEF279}"/>
              </a:ext>
            </a:extLst>
          </p:cNvPr>
          <p:cNvSpPr txBox="1"/>
          <p:nvPr/>
        </p:nvSpPr>
        <p:spPr>
          <a:xfrm>
            <a:off x="1186338" y="472252"/>
            <a:ext cx="11221403" cy="369332"/>
          </a:xfrm>
          <a:prstGeom prst="rect">
            <a:avLst/>
          </a:prstGeom>
          <a:noFill/>
        </p:spPr>
        <p:txBody>
          <a:bodyPr wrap="square">
            <a:spAutoFit/>
          </a:bodyPr>
          <a:lstStyle/>
          <a:p>
            <a:r>
              <a:rPr lang="ru-RU" b="1" dirty="0"/>
              <a:t>Технологические компоненты современного </a:t>
            </a:r>
            <a:r>
              <a:rPr lang="en-US" b="1" dirty="0"/>
              <a:t>SOC</a:t>
            </a:r>
            <a:endParaRPr lang="ru-RU" sz="2400" b="1" dirty="0"/>
          </a:p>
        </p:txBody>
      </p:sp>
      <p:sp>
        <p:nvSpPr>
          <p:cNvPr id="10" name="Rectangle 1">
            <a:extLst>
              <a:ext uri="{FF2B5EF4-FFF2-40B4-BE49-F238E27FC236}">
                <a16:creationId xmlns:a16="http://schemas.microsoft.com/office/drawing/2014/main" id="{7B963845-9312-9090-CCE0-60DB1EB31299}"/>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C1727A41-4302-5167-C356-78AACE7152FE}"/>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C240DB90-F312-4BC4-8E15-725867BA03C6}"/>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B2204F14-9BCC-2BA1-9F50-66120CC567C4}"/>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A71E83CA-F3C6-79BB-E676-A7BF83CACD04}"/>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71049457-3C49-67BB-5E91-DF1671EDAE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graphicFrame>
        <p:nvGraphicFramePr>
          <p:cNvPr id="8" name="Схема 7">
            <a:extLst>
              <a:ext uri="{FF2B5EF4-FFF2-40B4-BE49-F238E27FC236}">
                <a16:creationId xmlns:a16="http://schemas.microsoft.com/office/drawing/2014/main" id="{B98A0A93-0A7F-A866-FD30-7612EBAAC88D}"/>
              </a:ext>
            </a:extLst>
          </p:cNvPr>
          <p:cNvGraphicFramePr/>
          <p:nvPr>
            <p:extLst>
              <p:ext uri="{D42A27DB-BD31-4B8C-83A1-F6EECF244321}">
                <p14:modId xmlns:p14="http://schemas.microsoft.com/office/powerpoint/2010/main" val="4155200995"/>
              </p:ext>
            </p:extLst>
          </p:nvPr>
        </p:nvGraphicFramePr>
        <p:xfrm>
          <a:off x="80929" y="-12229418"/>
          <a:ext cx="12161523" cy="3268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86896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76062-961C-AB0D-41BF-6275E61A68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23BE1A-53E1-7F37-8D3C-728CC1F7D23E}"/>
              </a:ext>
            </a:extLst>
          </p:cNvPr>
          <p:cNvSpPr txBox="1"/>
          <p:nvPr/>
        </p:nvSpPr>
        <p:spPr>
          <a:xfrm>
            <a:off x="1186338" y="472252"/>
            <a:ext cx="11221403" cy="461665"/>
          </a:xfrm>
          <a:prstGeom prst="rect">
            <a:avLst/>
          </a:prstGeom>
          <a:noFill/>
        </p:spPr>
        <p:txBody>
          <a:bodyPr wrap="square">
            <a:spAutoFit/>
          </a:bodyPr>
          <a:lstStyle/>
          <a:p>
            <a:r>
              <a:rPr lang="ru-RU" sz="2400" b="1" dirty="0">
                <a:solidFill>
                  <a:srgbClr val="002060"/>
                </a:solidFill>
              </a:rPr>
              <a:t>Security </a:t>
            </a:r>
            <a:r>
              <a:rPr lang="ru-RU" sz="2400" b="1" dirty="0" err="1">
                <a:solidFill>
                  <a:srgbClr val="002060"/>
                </a:solidFill>
              </a:rPr>
              <a:t>Operation</a:t>
            </a:r>
            <a:r>
              <a:rPr lang="ru-RU" sz="2400" b="1" dirty="0">
                <a:solidFill>
                  <a:srgbClr val="002060"/>
                </a:solidFill>
              </a:rPr>
              <a:t> Center (SOC)</a:t>
            </a:r>
          </a:p>
        </p:txBody>
      </p:sp>
      <p:sp>
        <p:nvSpPr>
          <p:cNvPr id="10" name="Rectangle 1">
            <a:extLst>
              <a:ext uri="{FF2B5EF4-FFF2-40B4-BE49-F238E27FC236}">
                <a16:creationId xmlns:a16="http://schemas.microsoft.com/office/drawing/2014/main" id="{F4E67488-7530-D590-1008-F466BF261DE0}"/>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FE75DB6F-CBC9-C403-792A-F43DEB53219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032AAB70-8EA2-29EF-A699-DBD5E7891ABC}"/>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D9B9674A-87E3-5472-38CD-765CC5F797FE}"/>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990EAE03-D312-7FE0-A75D-14CCABA748BE}"/>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DBDA11BC-F8C0-830F-A57D-E21C5D07220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4" name="TextBox 3">
            <a:extLst>
              <a:ext uri="{FF2B5EF4-FFF2-40B4-BE49-F238E27FC236}">
                <a16:creationId xmlns:a16="http://schemas.microsoft.com/office/drawing/2014/main" id="{B080A6B2-DE8A-ACB2-F275-FBD7C7C15E23}"/>
              </a:ext>
            </a:extLst>
          </p:cNvPr>
          <p:cNvSpPr txBox="1"/>
          <p:nvPr/>
        </p:nvSpPr>
        <p:spPr>
          <a:xfrm>
            <a:off x="3063240" y="2861493"/>
            <a:ext cx="6230982" cy="1200329"/>
          </a:xfrm>
          <a:prstGeom prst="rect">
            <a:avLst/>
          </a:prstGeom>
          <a:noFill/>
        </p:spPr>
        <p:txBody>
          <a:bodyPr wrap="square">
            <a:spAutoFit/>
          </a:bodyPr>
          <a:lstStyle/>
          <a:p>
            <a:r>
              <a:rPr lang="ru-RU" sz="1800" b="0" i="1" kern="1200" dirty="0">
                <a:solidFill>
                  <a:schemeClr val="tx1"/>
                </a:solidFill>
                <a:effectLst/>
                <a:latin typeface="+mn-lt"/>
                <a:ea typeface="+mn-ea"/>
                <a:cs typeface="+mn-cs"/>
              </a:rPr>
              <a:t>Центр мониторинга информационной безопасности</a:t>
            </a:r>
            <a:r>
              <a:rPr lang="ru-RU" sz="1800" b="0" i="0" kern="1200" dirty="0">
                <a:solidFill>
                  <a:schemeClr val="tx1"/>
                </a:solidFill>
                <a:effectLst/>
                <a:latin typeface="+mn-lt"/>
                <a:ea typeface="+mn-ea"/>
                <a:cs typeface="+mn-cs"/>
              </a:rPr>
              <a:t> (SOC) – структурное подразделение организации, отвечающее за оперативный мониторинг IT-среды и реагирования на киберинциденты.</a:t>
            </a:r>
          </a:p>
        </p:txBody>
      </p:sp>
    </p:spTree>
    <p:extLst>
      <p:ext uri="{BB962C8B-B14F-4D97-AF65-F5344CB8AC3E}">
        <p14:creationId xmlns:p14="http://schemas.microsoft.com/office/powerpoint/2010/main" val="1301453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200BD-0E7D-730A-3DF2-729C51E0B06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EA6457-6DBD-199F-3C46-273F3F25A7DE}"/>
              </a:ext>
            </a:extLst>
          </p:cNvPr>
          <p:cNvSpPr txBox="1"/>
          <p:nvPr/>
        </p:nvSpPr>
        <p:spPr>
          <a:xfrm>
            <a:off x="1186338" y="472252"/>
            <a:ext cx="11221403" cy="461665"/>
          </a:xfrm>
          <a:prstGeom prst="rect">
            <a:avLst/>
          </a:prstGeom>
          <a:noFill/>
        </p:spPr>
        <p:txBody>
          <a:bodyPr wrap="square">
            <a:spAutoFit/>
          </a:bodyPr>
          <a:lstStyle/>
          <a:p>
            <a:r>
              <a:rPr lang="ru-RU" sz="2400" b="1" dirty="0">
                <a:solidFill>
                  <a:srgbClr val="002060"/>
                </a:solidFill>
              </a:rPr>
              <a:t>Security </a:t>
            </a:r>
            <a:r>
              <a:rPr lang="ru-RU" sz="2400" b="1" dirty="0" err="1">
                <a:solidFill>
                  <a:srgbClr val="002060"/>
                </a:solidFill>
              </a:rPr>
              <a:t>Operation</a:t>
            </a:r>
            <a:r>
              <a:rPr lang="ru-RU" sz="2400" b="1" dirty="0">
                <a:solidFill>
                  <a:srgbClr val="002060"/>
                </a:solidFill>
              </a:rPr>
              <a:t> Center (SOC)</a:t>
            </a:r>
          </a:p>
        </p:txBody>
      </p:sp>
      <p:sp>
        <p:nvSpPr>
          <p:cNvPr id="10" name="Rectangle 1">
            <a:extLst>
              <a:ext uri="{FF2B5EF4-FFF2-40B4-BE49-F238E27FC236}">
                <a16:creationId xmlns:a16="http://schemas.microsoft.com/office/drawing/2014/main" id="{B8A09B1E-06EB-06F9-8746-B3BD64133A02}"/>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76E49EE-F0C7-702A-F5B2-0B86A7181F44}"/>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2" name="Rectangle 3">
            <a:extLst>
              <a:ext uri="{FF2B5EF4-FFF2-40B4-BE49-F238E27FC236}">
                <a16:creationId xmlns:a16="http://schemas.microsoft.com/office/drawing/2014/main" id="{3353F1D0-CB1F-A038-757D-F4F49230A083}"/>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2">
            <a:extLst>
              <a:ext uri="{FF2B5EF4-FFF2-40B4-BE49-F238E27FC236}">
                <a16:creationId xmlns:a16="http://schemas.microsoft.com/office/drawing/2014/main" id="{660AF211-621D-F100-7CA0-0E8CE11D0842}"/>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Рисунок 13">
            <a:extLst>
              <a:ext uri="{FF2B5EF4-FFF2-40B4-BE49-F238E27FC236}">
                <a16:creationId xmlns:a16="http://schemas.microsoft.com/office/drawing/2014/main" id="{787F7848-5957-57A2-8C95-A34920808EB5}"/>
              </a:ext>
            </a:extLst>
          </p:cNvPr>
          <p:cNvPicPr>
            <a:picLocks noChangeAspect="1"/>
          </p:cNvPicPr>
          <p:nvPr/>
        </p:nvPicPr>
        <p:blipFill>
          <a:blip r:embed="rId3"/>
          <a:stretch>
            <a:fillRect/>
          </a:stretch>
        </p:blipFill>
        <p:spPr>
          <a:xfrm>
            <a:off x="364037" y="248094"/>
            <a:ext cx="771542" cy="866369"/>
          </a:xfrm>
          <a:prstGeom prst="rect">
            <a:avLst/>
          </a:prstGeom>
        </p:spPr>
      </p:pic>
      <p:sp>
        <p:nvSpPr>
          <p:cNvPr id="2" name="AutoShape 2" descr="counterfeiter">
            <a:extLst>
              <a:ext uri="{FF2B5EF4-FFF2-40B4-BE49-F238E27FC236}">
                <a16:creationId xmlns:a16="http://schemas.microsoft.com/office/drawing/2014/main" id="{68F99688-F1E0-E1BA-99AE-EA2B364284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3074" name="Picture 2">
            <a:extLst>
              <a:ext uri="{FF2B5EF4-FFF2-40B4-BE49-F238E27FC236}">
                <a16:creationId xmlns:a16="http://schemas.microsoft.com/office/drawing/2014/main" id="{0620B324-A418-FCE6-26B3-E8AC778F1D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0364" y="877542"/>
            <a:ext cx="8527824" cy="5132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0076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3BE99A-DBFA-C0CA-D473-0D197BDA5E1C}"/>
              </a:ext>
            </a:extLst>
          </p:cNvPr>
          <p:cNvSpPr txBox="1"/>
          <p:nvPr/>
        </p:nvSpPr>
        <p:spPr>
          <a:xfrm>
            <a:off x="4709467" y="500782"/>
            <a:ext cx="7482533" cy="1077218"/>
          </a:xfrm>
          <a:prstGeom prst="rect">
            <a:avLst/>
          </a:prstGeom>
          <a:noFill/>
        </p:spPr>
        <p:txBody>
          <a:bodyPr wrap="square">
            <a:spAutoFit/>
          </a:bodyPr>
          <a:lstStyle/>
          <a:p>
            <a:r>
              <a:rPr lang="ru-RU" sz="1600" b="0" i="1" kern="1200" dirty="0">
                <a:solidFill>
                  <a:schemeClr val="tx1"/>
                </a:solidFill>
                <a:effectLst/>
                <a:latin typeface="+mn-lt"/>
                <a:ea typeface="+mn-ea"/>
                <a:cs typeface="+mn-cs"/>
              </a:rPr>
              <a:t>Межсетевой экран</a:t>
            </a:r>
            <a:r>
              <a:rPr lang="ru-RU" sz="1600" b="0" i="0" kern="1200" dirty="0">
                <a:solidFill>
                  <a:schemeClr val="tx1"/>
                </a:solidFill>
                <a:effectLst/>
                <a:latin typeface="+mn-lt"/>
                <a:ea typeface="+mn-ea"/>
                <a:cs typeface="+mn-cs"/>
              </a:rPr>
              <a:t> – это программа или программно-аппаратный комплекс (аппаратный межсетевой экран), который служит для контроля сетевых пакетов. МЭ отслеживает сетевые пакеты, блокирует или разрешает их прохождение с помощью установленных специальных правил. </a:t>
            </a:r>
          </a:p>
        </p:txBody>
      </p:sp>
      <p:sp>
        <p:nvSpPr>
          <p:cNvPr id="4" name="Rectangle 1">
            <a:extLst>
              <a:ext uri="{FF2B5EF4-FFF2-40B4-BE49-F238E27FC236}">
                <a16:creationId xmlns:a16="http://schemas.microsoft.com/office/drawing/2014/main" id="{246F8ABE-250C-4CD4-B376-1380C6C534D1}"/>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001DE24-5E1F-09CC-C8CD-EB0FC7033728}"/>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0193538F-1685-6794-6C11-877746908CE2}"/>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Рисунок 6">
            <a:extLst>
              <a:ext uri="{FF2B5EF4-FFF2-40B4-BE49-F238E27FC236}">
                <a16:creationId xmlns:a16="http://schemas.microsoft.com/office/drawing/2014/main" id="{AF34C89B-D545-24CC-C768-B0A627265C19}"/>
              </a:ext>
            </a:extLst>
          </p:cNvPr>
          <p:cNvPicPr>
            <a:picLocks noChangeAspect="1"/>
          </p:cNvPicPr>
          <p:nvPr/>
        </p:nvPicPr>
        <p:blipFill>
          <a:blip r:embed="rId3"/>
          <a:stretch>
            <a:fillRect/>
          </a:stretch>
        </p:blipFill>
        <p:spPr>
          <a:xfrm>
            <a:off x="364037" y="248094"/>
            <a:ext cx="771542" cy="866369"/>
          </a:xfrm>
          <a:prstGeom prst="rect">
            <a:avLst/>
          </a:prstGeom>
        </p:spPr>
      </p:pic>
      <p:sp>
        <p:nvSpPr>
          <p:cNvPr id="8" name="TextBox 7">
            <a:extLst>
              <a:ext uri="{FF2B5EF4-FFF2-40B4-BE49-F238E27FC236}">
                <a16:creationId xmlns:a16="http://schemas.microsoft.com/office/drawing/2014/main" id="{4E862E9B-D276-2BB6-5D85-D4E409280A83}"/>
              </a:ext>
            </a:extLst>
          </p:cNvPr>
          <p:cNvSpPr txBox="1"/>
          <p:nvPr/>
        </p:nvSpPr>
        <p:spPr>
          <a:xfrm>
            <a:off x="1186338" y="472252"/>
            <a:ext cx="11221403" cy="954107"/>
          </a:xfrm>
          <a:prstGeom prst="rect">
            <a:avLst/>
          </a:prstGeom>
          <a:noFill/>
        </p:spPr>
        <p:txBody>
          <a:bodyPr wrap="square">
            <a:spAutoFit/>
          </a:bodyPr>
          <a:lstStyle/>
          <a:p>
            <a:r>
              <a:rPr lang="ru-RU" sz="2400" b="1" dirty="0">
                <a:solidFill>
                  <a:schemeClr val="tx2">
                    <a:lumMod val="75000"/>
                  </a:schemeClr>
                </a:solidFill>
              </a:rPr>
              <a:t>Межсетевые экраны</a:t>
            </a:r>
          </a:p>
          <a:p>
            <a:endParaRPr lang="ru-RU" sz="3200" b="1" dirty="0">
              <a:solidFill>
                <a:schemeClr val="tx2">
                  <a:lumMod val="75000"/>
                </a:schemeClr>
              </a:solidFill>
            </a:endParaRPr>
          </a:p>
        </p:txBody>
      </p:sp>
      <p:graphicFrame>
        <p:nvGraphicFramePr>
          <p:cNvPr id="11" name="Схема 10">
            <a:extLst>
              <a:ext uri="{FF2B5EF4-FFF2-40B4-BE49-F238E27FC236}">
                <a16:creationId xmlns:a16="http://schemas.microsoft.com/office/drawing/2014/main" id="{E02009C4-41F7-EC36-62B1-F480CCBACF7A}"/>
              </a:ext>
            </a:extLst>
          </p:cNvPr>
          <p:cNvGraphicFramePr/>
          <p:nvPr>
            <p:extLst>
              <p:ext uri="{D42A27DB-BD31-4B8C-83A1-F6EECF244321}">
                <p14:modId xmlns:p14="http://schemas.microsoft.com/office/powerpoint/2010/main" val="2007964293"/>
              </p:ext>
            </p:extLst>
          </p:nvPr>
        </p:nvGraphicFramePr>
        <p:xfrm>
          <a:off x="50760" y="-194579"/>
          <a:ext cx="12191692" cy="62769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2" name="Рисунок 11">
            <a:extLst>
              <a:ext uri="{FF2B5EF4-FFF2-40B4-BE49-F238E27FC236}">
                <a16:creationId xmlns:a16="http://schemas.microsoft.com/office/drawing/2014/main" id="{DCA22309-7D32-8769-D714-708FCBD7D4B9}"/>
              </a:ext>
            </a:extLst>
          </p:cNvPr>
          <p:cNvPicPr>
            <a:picLocks noChangeAspect="1"/>
          </p:cNvPicPr>
          <p:nvPr/>
        </p:nvPicPr>
        <p:blipFill>
          <a:blip r:embed="rId9">
            <a:duotone>
              <a:schemeClr val="accent2">
                <a:shade val="45000"/>
                <a:satMod val="135000"/>
              </a:schemeClr>
              <a:prstClr val="white"/>
            </a:duotone>
          </a:blip>
          <a:stretch>
            <a:fillRect/>
          </a:stretch>
        </p:blipFill>
        <p:spPr>
          <a:xfrm>
            <a:off x="-307" y="5334172"/>
            <a:ext cx="12192000" cy="818298"/>
          </a:xfrm>
          <a:prstGeom prst="rect">
            <a:avLst/>
          </a:prstGeom>
        </p:spPr>
      </p:pic>
    </p:spTree>
    <p:extLst>
      <p:ext uri="{BB962C8B-B14F-4D97-AF65-F5344CB8AC3E}">
        <p14:creationId xmlns:p14="http://schemas.microsoft.com/office/powerpoint/2010/main" val="3006462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BB563AF3-0FD5-131A-82D4-E733828DABB5}"/>
              </a:ext>
            </a:extLst>
          </p:cNvPr>
          <p:cNvPicPr>
            <a:picLocks noChangeAspect="1"/>
          </p:cNvPicPr>
          <p:nvPr/>
        </p:nvPicPr>
        <p:blipFill>
          <a:blip r:embed="rId3"/>
          <a:stretch>
            <a:fillRect/>
          </a:stretch>
        </p:blipFill>
        <p:spPr>
          <a:xfrm>
            <a:off x="2024062" y="1295400"/>
            <a:ext cx="8143875" cy="4267200"/>
          </a:xfrm>
          <a:prstGeom prst="rect">
            <a:avLst/>
          </a:prstGeom>
        </p:spPr>
      </p:pic>
      <p:sp>
        <p:nvSpPr>
          <p:cNvPr id="3" name="Rectangle 1">
            <a:extLst>
              <a:ext uri="{FF2B5EF4-FFF2-40B4-BE49-F238E27FC236}">
                <a16:creationId xmlns:a16="http://schemas.microsoft.com/office/drawing/2014/main" id="{2FEB22FF-9D66-D37A-EE90-2594F535EFA4}"/>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Рисунок 3">
            <a:extLst>
              <a:ext uri="{FF2B5EF4-FFF2-40B4-BE49-F238E27FC236}">
                <a16:creationId xmlns:a16="http://schemas.microsoft.com/office/drawing/2014/main" id="{34E42EA2-3E4E-2DDE-D54D-785B7AC449CB}"/>
              </a:ext>
            </a:extLst>
          </p:cNvPr>
          <p:cNvPicPr>
            <a:picLocks noChangeAspect="1"/>
          </p:cNvPicPr>
          <p:nvPr/>
        </p:nvPicPr>
        <p:blipFill>
          <a:blip r:embed="rId4"/>
          <a:stretch>
            <a:fillRect/>
          </a:stretch>
        </p:blipFill>
        <p:spPr>
          <a:xfrm>
            <a:off x="364037" y="248094"/>
            <a:ext cx="771542" cy="866369"/>
          </a:xfrm>
          <a:prstGeom prst="rect">
            <a:avLst/>
          </a:prstGeom>
        </p:spPr>
      </p:pic>
      <p:sp>
        <p:nvSpPr>
          <p:cNvPr id="5" name="TextBox 4">
            <a:extLst>
              <a:ext uri="{FF2B5EF4-FFF2-40B4-BE49-F238E27FC236}">
                <a16:creationId xmlns:a16="http://schemas.microsoft.com/office/drawing/2014/main" id="{A4BDB5D7-26B0-7F41-B740-66C66219E425}"/>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A31E48B-8117-0FE9-D51A-3F6C41682BA6}"/>
              </a:ext>
            </a:extLst>
          </p:cNvPr>
          <p:cNvSpPr txBox="1"/>
          <p:nvPr/>
        </p:nvSpPr>
        <p:spPr>
          <a:xfrm>
            <a:off x="1453753" y="164592"/>
            <a:ext cx="10259910" cy="830997"/>
          </a:xfrm>
          <a:prstGeom prst="rect">
            <a:avLst/>
          </a:prstGeom>
          <a:noFill/>
        </p:spPr>
        <p:txBody>
          <a:bodyPr wrap="square">
            <a:spAutoFit/>
          </a:bodyPr>
          <a:lstStyle>
            <a:defPPr>
              <a:defRPr lang="en-US"/>
            </a:defPPr>
            <a:lvl1pPr>
              <a:defRPr sz="2400" b="1">
                <a:solidFill>
                  <a:schemeClr val="tx2">
                    <a:lumMod val="75000"/>
                  </a:schemeClr>
                </a:solidFill>
              </a:defRPr>
            </a:lvl1pPr>
          </a:lstStyle>
          <a:p>
            <a:r>
              <a:rPr lang="ru-RU" dirty="0"/>
              <a:t>АНАЛИЗ ПУТЕЙ АТАК СПУФИНГА СЕНСОРОВ В СИСТЕМАХ РОБОТИЗИРОВАННЫХ ТРАНСПОРТНЫХ СРЕДСТВ</a:t>
            </a:r>
          </a:p>
        </p:txBody>
      </p:sp>
    </p:spTree>
    <p:extLst>
      <p:ext uri="{BB962C8B-B14F-4D97-AF65-F5344CB8AC3E}">
        <p14:creationId xmlns:p14="http://schemas.microsoft.com/office/powerpoint/2010/main" val="2379250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B0A24762-283B-9D59-9CA6-E2109C747B61}"/>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Рисунок 5">
            <a:extLst>
              <a:ext uri="{FF2B5EF4-FFF2-40B4-BE49-F238E27FC236}">
                <a16:creationId xmlns:a16="http://schemas.microsoft.com/office/drawing/2014/main" id="{BCC8EA38-9E72-0131-5505-682AC5339C29}"/>
              </a:ext>
            </a:extLst>
          </p:cNvPr>
          <p:cNvPicPr>
            <a:picLocks noChangeAspect="1"/>
          </p:cNvPicPr>
          <p:nvPr/>
        </p:nvPicPr>
        <p:blipFill>
          <a:blip r:embed="rId3"/>
          <a:stretch>
            <a:fillRect/>
          </a:stretch>
        </p:blipFill>
        <p:spPr>
          <a:xfrm>
            <a:off x="364037" y="248094"/>
            <a:ext cx="771542" cy="866369"/>
          </a:xfrm>
          <a:prstGeom prst="rect">
            <a:avLst/>
          </a:prstGeom>
        </p:spPr>
      </p:pic>
      <p:sp>
        <p:nvSpPr>
          <p:cNvPr id="7" name="TextBox 6">
            <a:extLst>
              <a:ext uri="{FF2B5EF4-FFF2-40B4-BE49-F238E27FC236}">
                <a16:creationId xmlns:a16="http://schemas.microsoft.com/office/drawing/2014/main" id="{C503271A-8716-0CE4-CA19-99F6B451F046}"/>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587F689-7EF7-85D0-7A6A-4FAA3B92798D}"/>
              </a:ext>
            </a:extLst>
          </p:cNvPr>
          <p:cNvSpPr txBox="1"/>
          <p:nvPr/>
        </p:nvSpPr>
        <p:spPr>
          <a:xfrm>
            <a:off x="1348586" y="130570"/>
            <a:ext cx="10950094" cy="1477328"/>
          </a:xfrm>
          <a:prstGeom prst="rect">
            <a:avLst/>
          </a:prstGeom>
          <a:noFill/>
        </p:spPr>
        <p:txBody>
          <a:bodyPr wrap="square">
            <a:spAutoFit/>
          </a:bodyPr>
          <a:lstStyle/>
          <a:p>
            <a:r>
              <a:rPr lang="ru-RU" b="1" i="0" dirty="0">
                <a:solidFill>
                  <a:srgbClr val="002060"/>
                </a:solidFill>
                <a:effectLst/>
                <a:latin typeface="-apple-system"/>
              </a:rPr>
              <a:t>Межсетевой экран для веб-приложений защищает сервисы от эксплуатации и попыток эксплуатации уязвимостей на уровне L7</a:t>
            </a:r>
            <a:r>
              <a:rPr lang="ru-RU" b="0" i="0" dirty="0">
                <a:solidFill>
                  <a:srgbClr val="333333"/>
                </a:solidFill>
                <a:effectLst/>
                <a:latin typeface="-apple-system"/>
              </a:rPr>
              <a:t>. Без WAF может случиться утечка пользовательских данных, отказ обслуживания сервиса, а нестабильно или некорректно работающий сайт может привести к остановке бизнеса. Если сканеры уязвимостей обращаются к вашим бэкендам с большим RPS, это может вызывать повышенную нагрузку на них.</a:t>
            </a:r>
            <a:endParaRPr lang="ru-RU" dirty="0"/>
          </a:p>
        </p:txBody>
      </p:sp>
      <p:pic>
        <p:nvPicPr>
          <p:cNvPr id="1026" name="Picture 2">
            <a:extLst>
              <a:ext uri="{FF2B5EF4-FFF2-40B4-BE49-F238E27FC236}">
                <a16:creationId xmlns:a16="http://schemas.microsoft.com/office/drawing/2014/main" id="{81D7AF8B-C1E9-4B2A-233B-FD5F9F3B4A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1836" y="1423386"/>
            <a:ext cx="7263593" cy="5304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57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659636-8C8E-4387-5199-7DC34CBED1AF}"/>
              </a:ext>
            </a:extLst>
          </p:cNvPr>
          <p:cNvSpPr txBox="1"/>
          <p:nvPr/>
        </p:nvSpPr>
        <p:spPr>
          <a:xfrm>
            <a:off x="1349829" y="191185"/>
            <a:ext cx="6613071" cy="646331"/>
          </a:xfrm>
          <a:prstGeom prst="rect">
            <a:avLst/>
          </a:prstGeom>
          <a:noFill/>
        </p:spPr>
        <p:txBody>
          <a:bodyPr wrap="square">
            <a:spAutoFit/>
          </a:bodyPr>
          <a:lstStyle/>
          <a:p>
            <a:r>
              <a:rPr lang="ru-RU" b="1" dirty="0"/>
              <a:t>Выводы по применению искусственного интеллекта в средствах защиты</a:t>
            </a:r>
            <a:endParaRPr lang="ru-RU" sz="1800" b="1" kern="1200" dirty="0">
              <a:solidFill>
                <a:schemeClr val="tx2">
                  <a:lumMod val="75000"/>
                </a:schemeClr>
              </a:solidFill>
              <a:effectLst/>
              <a:latin typeface="+mn-lt"/>
              <a:ea typeface="+mn-ea"/>
              <a:cs typeface="+mn-cs"/>
            </a:endParaRPr>
          </a:p>
        </p:txBody>
      </p:sp>
      <p:graphicFrame>
        <p:nvGraphicFramePr>
          <p:cNvPr id="6" name="Схема 5">
            <a:extLst>
              <a:ext uri="{FF2B5EF4-FFF2-40B4-BE49-F238E27FC236}">
                <a16:creationId xmlns:a16="http://schemas.microsoft.com/office/drawing/2014/main" id="{B6BE47EF-9AE9-07DE-D19A-A4CB361B33B6}"/>
              </a:ext>
            </a:extLst>
          </p:cNvPr>
          <p:cNvGraphicFramePr/>
          <p:nvPr>
            <p:extLst>
              <p:ext uri="{D42A27DB-BD31-4B8C-83A1-F6EECF244321}">
                <p14:modId xmlns:p14="http://schemas.microsoft.com/office/powerpoint/2010/main" val="2638343403"/>
              </p:ext>
            </p:extLst>
          </p:nvPr>
        </p:nvGraphicFramePr>
        <p:xfrm>
          <a:off x="266699" y="837516"/>
          <a:ext cx="11195957" cy="58292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1">
            <a:extLst>
              <a:ext uri="{FF2B5EF4-FFF2-40B4-BE49-F238E27FC236}">
                <a16:creationId xmlns:a16="http://schemas.microsoft.com/office/drawing/2014/main" id="{0790DC0C-2DC0-EC01-0B2F-0D586B495232}"/>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Рисунок 7">
            <a:extLst>
              <a:ext uri="{FF2B5EF4-FFF2-40B4-BE49-F238E27FC236}">
                <a16:creationId xmlns:a16="http://schemas.microsoft.com/office/drawing/2014/main" id="{791B810D-3DEC-701E-416C-F25852CF25AC}"/>
              </a:ext>
            </a:extLst>
          </p:cNvPr>
          <p:cNvPicPr>
            <a:picLocks noChangeAspect="1"/>
          </p:cNvPicPr>
          <p:nvPr/>
        </p:nvPicPr>
        <p:blipFill>
          <a:blip r:embed="rId8"/>
          <a:stretch>
            <a:fillRect/>
          </a:stretch>
        </p:blipFill>
        <p:spPr>
          <a:xfrm>
            <a:off x="125497" y="150019"/>
            <a:ext cx="771542" cy="866369"/>
          </a:xfrm>
          <a:prstGeom prst="rect">
            <a:avLst/>
          </a:prstGeom>
        </p:spPr>
      </p:pic>
      <p:sp>
        <p:nvSpPr>
          <p:cNvPr id="9" name="TextBox 8">
            <a:extLst>
              <a:ext uri="{FF2B5EF4-FFF2-40B4-BE49-F238E27FC236}">
                <a16:creationId xmlns:a16="http://schemas.microsoft.com/office/drawing/2014/main" id="{67E13763-A77E-63BE-AE26-32E3EF29A53D}"/>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2886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22960" y="1737360"/>
            <a:ext cx="10789920" cy="1463040"/>
          </a:xfrm>
          <a:prstGeom prst="rect">
            <a:avLst/>
          </a:prstGeom>
          <a:noFill/>
        </p:spPr>
        <p:txBody>
          <a:bodyPr wrap="none">
            <a:spAutoFit/>
          </a:bodyPr>
          <a:lstStyle/>
          <a:p>
            <a:pPr>
              <a:defRPr sz="4800" b="1">
                <a:solidFill>
                  <a:srgbClr val="0A1B3F"/>
                </a:solidFill>
              </a:defRPr>
            </a:pPr>
            <a:r>
              <a:t>Thank you!</a:t>
            </a:r>
          </a:p>
        </p:txBody>
      </p:sp>
      <p:sp>
        <p:nvSpPr>
          <p:cNvPr id="7" name="TextBox 6"/>
          <p:cNvSpPr txBox="1"/>
          <p:nvPr/>
        </p:nvSpPr>
        <p:spPr>
          <a:xfrm>
            <a:off x="822960" y="3291840"/>
            <a:ext cx="3644267" cy="1169551"/>
          </a:xfrm>
          <a:prstGeom prst="rect">
            <a:avLst/>
          </a:prstGeom>
          <a:noFill/>
        </p:spPr>
        <p:txBody>
          <a:bodyPr wrap="none">
            <a:spAutoFit/>
          </a:bodyPr>
          <a:lstStyle/>
          <a:p>
            <a:pPr>
              <a:defRPr sz="2600">
                <a:solidFill>
                  <a:srgbClr val="576683"/>
                </a:solidFill>
              </a:defRPr>
            </a:pPr>
            <a:r>
              <a:rPr dirty="0"/>
              <a:t>Questions?</a:t>
            </a:r>
          </a:p>
          <a:p>
            <a:pPr>
              <a:defRPr sz="2200">
                <a:solidFill>
                  <a:srgbClr val="0A1B3F"/>
                </a:solidFill>
              </a:defRPr>
            </a:pPr>
            <a:r>
              <a:rPr dirty="0"/>
              <a:t>Contact: </a:t>
            </a:r>
            <a:r>
              <a:rPr lang="en" sz="2200" dirty="0" err="1"/>
              <a:t>nn-cybersec@mail.ru</a:t>
            </a:r>
            <a:endParaRPr lang="en" sz="2200"/>
          </a:p>
          <a:p>
            <a:pPr>
              <a:defRPr sz="2200">
                <a:solidFill>
                  <a:srgbClr val="0A1B3F"/>
                </a:solidFill>
              </a:defRPr>
            </a:pPr>
            <a:endParaRPr dirty="0"/>
          </a:p>
        </p:txBody>
      </p:sp>
      <p:sp>
        <p:nvSpPr>
          <p:cNvPr id="9" name="Rectangle 2">
            <a:extLst>
              <a:ext uri="{FF2B5EF4-FFF2-40B4-BE49-F238E27FC236}">
                <a16:creationId xmlns:a16="http://schemas.microsoft.com/office/drawing/2014/main" id="{ECF6F05C-4B63-2BBF-47EF-F7B9CFB29B56}"/>
              </a:ext>
            </a:extLst>
          </p:cNvPr>
          <p:cNvSpPr/>
          <p:nvPr/>
        </p:nvSpPr>
        <p:spPr>
          <a:xfrm>
            <a:off x="1402080" y="364835"/>
            <a:ext cx="10789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Рисунок 9">
            <a:extLst>
              <a:ext uri="{FF2B5EF4-FFF2-40B4-BE49-F238E27FC236}">
                <a16:creationId xmlns:a16="http://schemas.microsoft.com/office/drawing/2014/main" id="{B58A8803-AF82-47EA-8352-D9630D29D46C}"/>
              </a:ext>
            </a:extLst>
          </p:cNvPr>
          <p:cNvPicPr>
            <a:picLocks noChangeAspect="1"/>
          </p:cNvPicPr>
          <p:nvPr/>
        </p:nvPicPr>
        <p:blipFill>
          <a:blip r:embed="rId2"/>
          <a:stretch>
            <a:fillRect/>
          </a:stretch>
        </p:blipFill>
        <p:spPr>
          <a:xfrm>
            <a:off x="364037" y="248094"/>
            <a:ext cx="771542" cy="866369"/>
          </a:xfrm>
          <a:prstGeom prst="rect">
            <a:avLst/>
          </a:prstGeom>
        </p:spPr>
      </p:pic>
      <p:sp>
        <p:nvSpPr>
          <p:cNvPr id="11" name="Rectangle 1">
            <a:extLst>
              <a:ext uri="{FF2B5EF4-FFF2-40B4-BE49-F238E27FC236}">
                <a16:creationId xmlns:a16="http://schemas.microsoft.com/office/drawing/2014/main" id="{5E20A568-6344-5D99-3291-9D2E3CB972C8}"/>
              </a:ext>
            </a:extLst>
          </p:cNvPr>
          <p:cNvSpPr/>
          <p:nvPr/>
        </p:nvSpPr>
        <p:spPr>
          <a:xfrm>
            <a:off x="-1" y="6035040"/>
            <a:ext cx="12191695" cy="822960"/>
          </a:xfrm>
          <a:prstGeom prst="rect">
            <a:avLst/>
          </a:prstGeom>
          <a:solidFill>
            <a:srgbClr val="0A56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09F8EF6-99DE-5C3E-E866-FBD150BEF4F9}"/>
              </a:ext>
            </a:extLst>
          </p:cNvPr>
          <p:cNvSpPr txBox="1"/>
          <p:nvPr/>
        </p:nvSpPr>
        <p:spPr>
          <a:xfrm>
            <a:off x="2220364" y="6108633"/>
            <a:ext cx="7263592" cy="584775"/>
          </a:xfrm>
          <a:prstGeom prst="rect">
            <a:avLst/>
          </a:prstGeom>
          <a:noFill/>
        </p:spPr>
        <p:txBody>
          <a:bodyPr wrap="none">
            <a:spAutoFit/>
          </a:bodyPr>
          <a:lstStyle/>
          <a:p>
            <a:pPr algn="ctr"/>
            <a:r>
              <a:rPr lang="en" sz="1600" b="1" dirty="0">
                <a:solidFill>
                  <a:schemeClr val="bg1"/>
                </a:solidFill>
                <a:latin typeface="Times New Roman" panose="02020603050405020304" pitchFamily="18" charset="0"/>
                <a:cs typeface="Times New Roman" panose="02020603050405020304" pitchFamily="18" charset="0"/>
              </a:rPr>
              <a:t>International Young Scientists School «Artificial Intelligence </a:t>
            </a:r>
            <a:r>
              <a:rPr lang="en-US" sz="1600" b="1" dirty="0">
                <a:solidFill>
                  <a:schemeClr val="bg1"/>
                </a:solidFill>
                <a:latin typeface="Times New Roman" panose="02020603050405020304" pitchFamily="18" charset="0"/>
                <a:cs typeface="Times New Roman" panose="02020603050405020304" pitchFamily="18" charset="0"/>
              </a:rPr>
              <a:t>and</a:t>
            </a:r>
            <a:r>
              <a:rPr lang="en" sz="1600" b="1" dirty="0">
                <a:solidFill>
                  <a:schemeClr val="bg1"/>
                </a:solidFill>
                <a:latin typeface="Times New Roman" panose="02020603050405020304" pitchFamily="18" charset="0"/>
                <a:cs typeface="Times New Roman" panose="02020603050405020304" pitchFamily="18" charset="0"/>
              </a:rPr>
              <a:t> Cybersecurity»</a:t>
            </a:r>
          </a:p>
          <a:p>
            <a:pPr algn="ctr"/>
            <a:r>
              <a:rPr lang="en" sz="1600" b="1" dirty="0">
                <a:solidFill>
                  <a:schemeClr val="bg1"/>
                </a:solidFill>
                <a:latin typeface="Times New Roman" panose="02020603050405020304" pitchFamily="18" charset="0"/>
                <a:cs typeface="Times New Roman" panose="02020603050405020304" pitchFamily="18" charset="0"/>
              </a:rPr>
              <a:t>25–28 November 2025, Stavropol, Russia</a:t>
            </a:r>
            <a:endParaRPr lang="ru-RU" sz="1600" dirty="0">
              <a:solidFill>
                <a:schemeClr val="bg1"/>
              </a:solidFill>
              <a:latin typeface="Times New Roman" panose="02020603050405020304" pitchFamily="18" charset="0"/>
              <a:cs typeface="Times New Roman" panose="02020603050405020304" pitchFamily="18" charset="0"/>
            </a:endParaRPr>
          </a:p>
        </p:txBody>
      </p:sp>
      <p:sp>
        <p:nvSpPr>
          <p:cNvPr id="13" name="Rectangle 3">
            <a:extLst>
              <a:ext uri="{FF2B5EF4-FFF2-40B4-BE49-F238E27FC236}">
                <a16:creationId xmlns:a16="http://schemas.microsoft.com/office/drawing/2014/main" id="{D7BCC32A-21BD-4284-B2D3-C6636C9F0F8E}"/>
              </a:ext>
            </a:extLst>
          </p:cNvPr>
          <p:cNvSpPr/>
          <p:nvPr/>
        </p:nvSpPr>
        <p:spPr>
          <a:xfrm>
            <a:off x="-2" y="5982487"/>
            <a:ext cx="12191695" cy="54864"/>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4155</TotalTime>
  <Words>18459</Words>
  <Application>Microsoft Office PowerPoint</Application>
  <PresentationFormat>Широкоэкранный</PresentationFormat>
  <Paragraphs>1013</Paragraphs>
  <Slides>23</Slides>
  <Notes>21</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23</vt:i4>
      </vt:variant>
    </vt:vector>
  </HeadingPairs>
  <TitlesOfParts>
    <vt:vector size="30" baseType="lpstr">
      <vt:lpstr>-apple-system</vt:lpstr>
      <vt:lpstr>Aptos</vt:lpstr>
      <vt:lpstr>Arial</vt:lpstr>
      <vt:lpstr>Calibri</vt:lpstr>
      <vt:lpstr>quote-cjk-patch</vt:lpstr>
      <vt:lpstr>Times New Roman</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
  <cp:keywords/>
  <dc:description>generated using python-pptx</dc:description>
  <cp:lastModifiedBy>Басан Елена Сергеевна</cp:lastModifiedBy>
  <cp:revision>12</cp:revision>
  <dcterms:created xsi:type="dcterms:W3CDTF">2013-01-27T09:14:16Z</dcterms:created>
  <dcterms:modified xsi:type="dcterms:W3CDTF">2025-11-26T06:40:12Z</dcterms:modified>
  <cp:category/>
</cp:coreProperties>
</file>