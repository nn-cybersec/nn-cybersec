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2"/>
    <p:sldId id="262" r:id="rId3"/>
    <p:sldId id="264" r:id="rId4"/>
    <p:sldId id="265" r:id="rId5"/>
    <p:sldId id="259" r:id="rId6"/>
    <p:sldId id="260" r:id="rId7"/>
    <p:sldId id="267" r:id="rId8"/>
    <p:sldId id="269" r:id="rId9"/>
    <p:sldId id="271" r:id="rId10"/>
    <p:sldId id="272" r:id="rId11"/>
    <p:sldId id="273" r:id="rId12"/>
    <p:sldId id="268" r:id="rId13"/>
    <p:sldId id="266" r:id="rId14"/>
    <p:sldId id="274" r:id="rId15"/>
    <p:sldId id="275" r:id="rId16"/>
    <p:sldId id="276" r:id="rId17"/>
    <p:sldId id="277" r:id="rId18"/>
    <p:sldId id="278" r:id="rId19"/>
    <p:sldId id="279" r:id="rId20"/>
    <p:sldId id="280" r:id="rId21"/>
    <p:sldId id="281" r:id="rId22"/>
    <p:sldId id="26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387" autoAdjust="0"/>
  </p:normalViewPr>
  <p:slideViewPr>
    <p:cSldViewPr snapToGrid="0" snapToObjects="1">
      <p:cViewPr varScale="1">
        <p:scale>
          <a:sx n="70" d="100"/>
          <a:sy n="70" d="100"/>
        </p:scale>
        <p:origin x="1066"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6.xml.rels><?xml version="1.0" encoding="UTF-8" standalone="yes"?>
<Relationships xmlns="http://schemas.openxmlformats.org/package/2006/relationships"><Relationship Id="rId8" Type="http://schemas.openxmlformats.org/officeDocument/2006/relationships/hyperlink" Target="https://atlas.mitre.org/techniques/AML.T0048.000" TargetMode="External"/><Relationship Id="rId3" Type="http://schemas.openxmlformats.org/officeDocument/2006/relationships/hyperlink" Target="https://atlas.mitre.org/techniques/AML.T0008.001" TargetMode="External"/><Relationship Id="rId7" Type="http://schemas.openxmlformats.org/officeDocument/2006/relationships/hyperlink" Target="https://atlas.mitre.org/techniques/AML.T0015" TargetMode="External"/><Relationship Id="rId2" Type="http://schemas.openxmlformats.org/officeDocument/2006/relationships/hyperlink" Target="https://atlas.mitre.org/techniques/AML.T0021" TargetMode="External"/><Relationship Id="rId1" Type="http://schemas.openxmlformats.org/officeDocument/2006/relationships/hyperlink" Target="https://atlas.mitre.org/techniques/AML.T0087" TargetMode="External"/><Relationship Id="rId6" Type="http://schemas.openxmlformats.org/officeDocument/2006/relationships/hyperlink" Target="https://atlas.mitre.org/techniques/AML.T0047" TargetMode="External"/><Relationship Id="rId5" Type="http://schemas.openxmlformats.org/officeDocument/2006/relationships/hyperlink" Target="https://atlas.mitre.org/techniques/AML.T0016.000" TargetMode="External"/><Relationship Id="rId4" Type="http://schemas.openxmlformats.org/officeDocument/2006/relationships/hyperlink" Target="https://atlas.mitre.org/techniques/AML.T0016.001" TargetMode="External"/></Relationships>
</file>

<file path=ppt/diagrams/_rels/data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6.xml.rels><?xml version="1.0" encoding="UTF-8" standalone="yes"?>
<Relationships xmlns="http://schemas.openxmlformats.org/package/2006/relationships"><Relationship Id="rId8" Type="http://schemas.openxmlformats.org/officeDocument/2006/relationships/hyperlink" Target="https://atlas.mitre.org/techniques/AML.T0048.000" TargetMode="External"/><Relationship Id="rId3" Type="http://schemas.openxmlformats.org/officeDocument/2006/relationships/hyperlink" Target="https://atlas.mitre.org/techniques/AML.T0008.001" TargetMode="External"/><Relationship Id="rId7" Type="http://schemas.openxmlformats.org/officeDocument/2006/relationships/hyperlink" Target="https://atlas.mitre.org/techniques/AML.T0015" TargetMode="External"/><Relationship Id="rId2" Type="http://schemas.openxmlformats.org/officeDocument/2006/relationships/hyperlink" Target="https://atlas.mitre.org/techniques/AML.T0021" TargetMode="External"/><Relationship Id="rId1" Type="http://schemas.openxmlformats.org/officeDocument/2006/relationships/hyperlink" Target="https://atlas.mitre.org/techniques/AML.T0087" TargetMode="External"/><Relationship Id="rId6" Type="http://schemas.openxmlformats.org/officeDocument/2006/relationships/hyperlink" Target="https://atlas.mitre.org/techniques/AML.T0047" TargetMode="External"/><Relationship Id="rId5" Type="http://schemas.openxmlformats.org/officeDocument/2006/relationships/hyperlink" Target="https://atlas.mitre.org/techniques/AML.T0016.000" TargetMode="External"/><Relationship Id="rId4" Type="http://schemas.openxmlformats.org/officeDocument/2006/relationships/hyperlink" Target="https://atlas.mitre.org/techniques/AML.T0016.001" TargetMode="External"/></Relationships>
</file>

<file path=ppt/diagrams/_rels/drawing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84B819-75E7-44CF-A112-0A896E33512A}" type="doc">
      <dgm:prSet loTypeId="urn:microsoft.com/office/officeart/2005/8/layout/pList2" loCatId="picture" qsTypeId="urn:microsoft.com/office/officeart/2005/8/quickstyle/simple1" qsCatId="simple" csTypeId="urn:microsoft.com/office/officeart/2005/8/colors/accent1_2" csCatId="accent1" phldr="1"/>
      <dgm:spPr/>
      <dgm:t>
        <a:bodyPr/>
        <a:lstStyle/>
        <a:p>
          <a:endParaRPr lang="ru-RU"/>
        </a:p>
      </dgm:t>
    </dgm:pt>
    <dgm:pt modelId="{A8E56F2C-F4DF-4C7F-988A-63141FA458CA}">
      <dgm:prSet/>
      <dgm:spPr/>
      <dgm:t>
        <a:bodyPr/>
        <a:lstStyle/>
        <a:p>
          <a:r>
            <a:rPr lang="ru-RU" b="1"/>
            <a:t>Отказ в обслуживании (Denial of Service - DoS) и Глушение (Jamming):</a:t>
          </a:r>
          <a:r>
            <a:rPr lang="ru-RU"/>
            <a:t> Перегрузка или "глушение" сетевых каналов, делающее невозможным передачу управляющих команд или данных с датчиков. Например, атака на сеть беспилотного автомобиля может "ослепить" его.</a:t>
          </a:r>
        </a:p>
      </dgm:t>
    </dgm:pt>
    <dgm:pt modelId="{D0EE2194-5021-4DB4-8038-CCF17AD31F51}" type="parTrans" cxnId="{C20F2841-5E2E-49AA-BC5E-A3A030897CBF}">
      <dgm:prSet/>
      <dgm:spPr/>
      <dgm:t>
        <a:bodyPr/>
        <a:lstStyle/>
        <a:p>
          <a:endParaRPr lang="ru-RU"/>
        </a:p>
      </dgm:t>
    </dgm:pt>
    <dgm:pt modelId="{6E9CFAE0-CB63-44FD-A6EF-80446B5270D5}" type="sibTrans" cxnId="{C20F2841-5E2E-49AA-BC5E-A3A030897CBF}">
      <dgm:prSet/>
      <dgm:spPr/>
      <dgm:t>
        <a:bodyPr/>
        <a:lstStyle/>
        <a:p>
          <a:endParaRPr lang="ru-RU"/>
        </a:p>
      </dgm:t>
    </dgm:pt>
    <dgm:pt modelId="{21339E02-10A9-4990-B0B1-6BBDB6BEB5B4}">
      <dgm:prSet/>
      <dgm:spPr/>
      <dgm:t>
        <a:bodyPr/>
        <a:lstStyle/>
        <a:p>
          <a:r>
            <a:rPr lang="ru-RU" b="1"/>
            <a:t>Перехват (Interception) и Подмена (Spoofing):</a:t>
          </a:r>
          <a:r>
            <a:rPr lang="ru-RU"/>
            <a:t> Перехват конфиденциальных данных или навязывание ложных. </a:t>
          </a:r>
          <a:r>
            <a:rPr lang="ru-RU" i="1"/>
            <a:t>Атака спуфинга GPS</a:t>
          </a:r>
          <a:r>
            <a:rPr lang="ru-RU"/>
            <a:t> может заставить судно или дрон сбиться с курса.</a:t>
          </a:r>
        </a:p>
      </dgm:t>
    </dgm:pt>
    <dgm:pt modelId="{6FEBEC1D-F809-4D1F-8B96-0561D4872FCA}" type="parTrans" cxnId="{202275E0-1152-4005-9A04-5F86F0248375}">
      <dgm:prSet/>
      <dgm:spPr/>
      <dgm:t>
        <a:bodyPr/>
        <a:lstStyle/>
        <a:p>
          <a:endParaRPr lang="ru-RU"/>
        </a:p>
      </dgm:t>
    </dgm:pt>
    <dgm:pt modelId="{71DB5544-1298-45F3-A8B3-AC0614EEB4D2}" type="sibTrans" cxnId="{202275E0-1152-4005-9A04-5F86F0248375}">
      <dgm:prSet/>
      <dgm:spPr/>
      <dgm:t>
        <a:bodyPr/>
        <a:lstStyle/>
        <a:p>
          <a:endParaRPr lang="ru-RU"/>
        </a:p>
      </dgm:t>
    </dgm:pt>
    <dgm:pt modelId="{5A15B358-92D8-48C8-8B0F-B01E470EE9FD}">
      <dgm:prSet/>
      <dgm:spPr/>
      <dgm:t>
        <a:bodyPr/>
        <a:lstStyle/>
        <a:p>
          <a:r>
            <a:rPr lang="ru-RU" b="1"/>
            <a:t>Внедрение ложных данных (False Data Injection):</a:t>
          </a:r>
          <a:r>
            <a:rPr lang="ru-RU"/>
            <a:t> Злонамеренное искажение данных с датчиков. В умной электросети это может привести к некорректным решениям по перераспределению нагрузки, вызывая каскадные отключения.</a:t>
          </a:r>
        </a:p>
      </dgm:t>
    </dgm:pt>
    <dgm:pt modelId="{6F6FD550-60CB-4F1D-8B2A-CCED968317BC}" type="parTrans" cxnId="{84DD5414-0E9F-4169-87C7-1E4525EFAE31}">
      <dgm:prSet/>
      <dgm:spPr/>
      <dgm:t>
        <a:bodyPr/>
        <a:lstStyle/>
        <a:p>
          <a:endParaRPr lang="ru-RU"/>
        </a:p>
      </dgm:t>
    </dgm:pt>
    <dgm:pt modelId="{CA705AEF-4D2E-4BB5-A952-1ABD04123741}" type="sibTrans" cxnId="{84DD5414-0E9F-4169-87C7-1E4525EFAE31}">
      <dgm:prSet/>
      <dgm:spPr/>
      <dgm:t>
        <a:bodyPr/>
        <a:lstStyle/>
        <a:p>
          <a:endParaRPr lang="ru-RU"/>
        </a:p>
      </dgm:t>
    </dgm:pt>
    <dgm:pt modelId="{6AF0D1F0-1ACC-4CE8-B64F-3C9C817BE141}">
      <dgm:prSet/>
      <dgm:spPr/>
      <dgm:t>
        <a:bodyPr/>
        <a:lstStyle/>
        <a:p>
          <a:r>
            <a:rPr lang="ru-RU" b="1"/>
            <a:t>Атаки на управляющие команды:</a:t>
          </a:r>
          <a:r>
            <a:rPr lang="ru-RU"/>
            <a:t> Прямое внедрение вредоносного кода в ПЛК (Программируемый логический контроллер), чтобы заставить физический компонент выполнить разрушительное действие (например, открыть клапан под давлением).</a:t>
          </a:r>
        </a:p>
      </dgm:t>
    </dgm:pt>
    <dgm:pt modelId="{5B96E35D-87A8-4221-BE17-E3C5A51C8284}" type="parTrans" cxnId="{D7722D5C-5E99-4770-A3ED-D7D114F491CA}">
      <dgm:prSet/>
      <dgm:spPr/>
      <dgm:t>
        <a:bodyPr/>
        <a:lstStyle/>
        <a:p>
          <a:endParaRPr lang="ru-RU"/>
        </a:p>
      </dgm:t>
    </dgm:pt>
    <dgm:pt modelId="{B362A298-7AD6-441A-BD70-DB1AF0A5D3BB}" type="sibTrans" cxnId="{D7722D5C-5E99-4770-A3ED-D7D114F491CA}">
      <dgm:prSet/>
      <dgm:spPr/>
      <dgm:t>
        <a:bodyPr/>
        <a:lstStyle/>
        <a:p>
          <a:endParaRPr lang="ru-RU"/>
        </a:p>
      </dgm:t>
    </dgm:pt>
    <dgm:pt modelId="{72EB3B3E-B87A-4AC6-B60E-F02D1726F51A}" type="pres">
      <dgm:prSet presAssocID="{1C84B819-75E7-44CF-A112-0A896E33512A}" presName="Name0" presStyleCnt="0">
        <dgm:presLayoutVars>
          <dgm:dir/>
          <dgm:resizeHandles val="exact"/>
        </dgm:presLayoutVars>
      </dgm:prSet>
      <dgm:spPr/>
    </dgm:pt>
    <dgm:pt modelId="{DC35F16B-BBCD-440D-9F96-1367A1153F8C}" type="pres">
      <dgm:prSet presAssocID="{1C84B819-75E7-44CF-A112-0A896E33512A}" presName="bkgdShp" presStyleLbl="alignAccFollowNode1" presStyleIdx="0" presStyleCnt="1"/>
      <dgm:spPr/>
    </dgm:pt>
    <dgm:pt modelId="{4996F99C-D6CF-41E2-BE93-4EE523B8E2BE}" type="pres">
      <dgm:prSet presAssocID="{1C84B819-75E7-44CF-A112-0A896E33512A}" presName="linComp" presStyleCnt="0"/>
      <dgm:spPr/>
    </dgm:pt>
    <dgm:pt modelId="{D8459832-CBB0-4CAE-8865-098FC6259EB0}" type="pres">
      <dgm:prSet presAssocID="{A8E56F2C-F4DF-4C7F-988A-63141FA458CA}" presName="compNode" presStyleCnt="0"/>
      <dgm:spPr/>
    </dgm:pt>
    <dgm:pt modelId="{C46A3F46-E15C-456B-A301-3533D3D5B883}" type="pres">
      <dgm:prSet presAssocID="{A8E56F2C-F4DF-4C7F-988A-63141FA458CA}" presName="node" presStyleLbl="node1" presStyleIdx="0" presStyleCnt="4">
        <dgm:presLayoutVars>
          <dgm:bulletEnabled val="1"/>
        </dgm:presLayoutVars>
      </dgm:prSet>
      <dgm:spPr/>
    </dgm:pt>
    <dgm:pt modelId="{2B9F5F21-22B4-4B3A-A126-0A072AF708AF}" type="pres">
      <dgm:prSet presAssocID="{A8E56F2C-F4DF-4C7F-988A-63141FA458CA}" presName="invisiNode" presStyleLbl="node1" presStyleIdx="0" presStyleCnt="4"/>
      <dgm:spPr/>
    </dgm:pt>
    <dgm:pt modelId="{79256EEB-5B70-4902-8D1C-FF5E2230C9F3}" type="pres">
      <dgm:prSet presAssocID="{A8E56F2C-F4DF-4C7F-988A-63141FA458CA}"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61000" b="-61000"/>
          </a:stretch>
        </a:blipFill>
      </dgm:spPr>
      <dgm:extLst>
        <a:ext uri="{E40237B7-FDA0-4F09-8148-C483321AD2D9}">
          <dgm14:cNvPr xmlns:dgm14="http://schemas.microsoft.com/office/drawing/2010/diagram" id="0" name="" descr="Стоп со сплошной заливкой"/>
        </a:ext>
      </dgm:extLst>
    </dgm:pt>
    <dgm:pt modelId="{CCDBB6BA-2399-4624-9B43-4C5FC3BC826A}" type="pres">
      <dgm:prSet presAssocID="{6E9CFAE0-CB63-44FD-A6EF-80446B5270D5}" presName="sibTrans" presStyleLbl="sibTrans2D1" presStyleIdx="0" presStyleCnt="0"/>
      <dgm:spPr/>
    </dgm:pt>
    <dgm:pt modelId="{BF96B08A-3656-4A1B-BEE2-402F722D7D9D}" type="pres">
      <dgm:prSet presAssocID="{21339E02-10A9-4990-B0B1-6BBDB6BEB5B4}" presName="compNode" presStyleCnt="0"/>
      <dgm:spPr/>
    </dgm:pt>
    <dgm:pt modelId="{2977B8BA-82A5-4552-9C60-6A5324503CC8}" type="pres">
      <dgm:prSet presAssocID="{21339E02-10A9-4990-B0B1-6BBDB6BEB5B4}" presName="node" presStyleLbl="node1" presStyleIdx="1" presStyleCnt="4">
        <dgm:presLayoutVars>
          <dgm:bulletEnabled val="1"/>
        </dgm:presLayoutVars>
      </dgm:prSet>
      <dgm:spPr/>
    </dgm:pt>
    <dgm:pt modelId="{B983A1F9-1ACB-4BB2-99AF-8D9A861E5070}" type="pres">
      <dgm:prSet presAssocID="{21339E02-10A9-4990-B0B1-6BBDB6BEB5B4}" presName="invisiNode" presStyleLbl="node1" presStyleIdx="1" presStyleCnt="4"/>
      <dgm:spPr/>
    </dgm:pt>
    <dgm:pt modelId="{3D1EAF17-8035-4417-9E3F-45FF57AB7113}" type="pres">
      <dgm:prSet presAssocID="{21339E02-10A9-4990-B0B1-6BBDB6BEB5B4}"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t="-61000" b="-61000"/>
          </a:stretch>
        </a:blipFill>
      </dgm:spPr>
      <dgm:extLst>
        <a:ext uri="{E40237B7-FDA0-4F09-8148-C483321AD2D9}">
          <dgm14:cNvPr xmlns:dgm14="http://schemas.microsoft.com/office/drawing/2010/diagram" id="0" name="" descr="Мишень со сплошной заливкой"/>
        </a:ext>
      </dgm:extLst>
    </dgm:pt>
    <dgm:pt modelId="{DB38A722-3E20-4267-8610-11DF28DC6E20}" type="pres">
      <dgm:prSet presAssocID="{71DB5544-1298-45F3-A8B3-AC0614EEB4D2}" presName="sibTrans" presStyleLbl="sibTrans2D1" presStyleIdx="0" presStyleCnt="0"/>
      <dgm:spPr/>
    </dgm:pt>
    <dgm:pt modelId="{DAA092CD-C142-4D9F-A5D9-D62283464DC5}" type="pres">
      <dgm:prSet presAssocID="{5A15B358-92D8-48C8-8B0F-B01E470EE9FD}" presName="compNode" presStyleCnt="0"/>
      <dgm:spPr/>
    </dgm:pt>
    <dgm:pt modelId="{EC892342-013D-4EF4-BE0C-315FC3B1352C}" type="pres">
      <dgm:prSet presAssocID="{5A15B358-92D8-48C8-8B0F-B01E470EE9FD}" presName="node" presStyleLbl="node1" presStyleIdx="2" presStyleCnt="4">
        <dgm:presLayoutVars>
          <dgm:bulletEnabled val="1"/>
        </dgm:presLayoutVars>
      </dgm:prSet>
      <dgm:spPr/>
    </dgm:pt>
    <dgm:pt modelId="{102DC1BF-F6D2-4798-8A3D-158B705D51B2}" type="pres">
      <dgm:prSet presAssocID="{5A15B358-92D8-48C8-8B0F-B01E470EE9FD}" presName="invisiNode" presStyleLbl="node1" presStyleIdx="2" presStyleCnt="4"/>
      <dgm:spPr/>
    </dgm:pt>
    <dgm:pt modelId="{F70E7DCF-55A7-485C-B870-E5FA8F89B836}" type="pres">
      <dgm:prSet presAssocID="{5A15B358-92D8-48C8-8B0F-B01E470EE9FD}"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t="-61000" b="-61000"/>
          </a:stretch>
        </a:blipFill>
      </dgm:spPr>
      <dgm:extLst>
        <a:ext uri="{E40237B7-FDA0-4F09-8148-C483321AD2D9}">
          <dgm14:cNvPr xmlns:dgm14="http://schemas.microsoft.com/office/drawing/2010/diagram" id="0" name="" descr="Кирпичная стена здания со сплошной заливкой"/>
        </a:ext>
      </dgm:extLst>
    </dgm:pt>
    <dgm:pt modelId="{12842F3F-3F0C-4E5D-AF8E-7902629FC86F}" type="pres">
      <dgm:prSet presAssocID="{CA705AEF-4D2E-4BB5-A952-1ABD04123741}" presName="sibTrans" presStyleLbl="sibTrans2D1" presStyleIdx="0" presStyleCnt="0"/>
      <dgm:spPr/>
    </dgm:pt>
    <dgm:pt modelId="{1969C758-20EC-4921-A105-7CF972F2B83E}" type="pres">
      <dgm:prSet presAssocID="{6AF0D1F0-1ACC-4CE8-B64F-3C9C817BE141}" presName="compNode" presStyleCnt="0"/>
      <dgm:spPr/>
    </dgm:pt>
    <dgm:pt modelId="{B3EA7BBE-C427-403D-B440-E5ADE265D8A3}" type="pres">
      <dgm:prSet presAssocID="{6AF0D1F0-1ACC-4CE8-B64F-3C9C817BE141}" presName="node" presStyleLbl="node1" presStyleIdx="3" presStyleCnt="4">
        <dgm:presLayoutVars>
          <dgm:bulletEnabled val="1"/>
        </dgm:presLayoutVars>
      </dgm:prSet>
      <dgm:spPr/>
    </dgm:pt>
    <dgm:pt modelId="{85E092DE-3B5F-4A74-AA0C-EB4D878BFCDA}" type="pres">
      <dgm:prSet presAssocID="{6AF0D1F0-1ACC-4CE8-B64F-3C9C817BE141}" presName="invisiNode" presStyleLbl="node1" presStyleIdx="3" presStyleCnt="4"/>
      <dgm:spPr/>
    </dgm:pt>
    <dgm:pt modelId="{B77C467C-CD60-402C-99E7-77177544153D}" type="pres">
      <dgm:prSet presAssocID="{6AF0D1F0-1ACC-4CE8-B64F-3C9C817BE141}"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t="-61000" b="-61000"/>
          </a:stretch>
        </a:blipFill>
      </dgm:spPr>
      <dgm:extLst>
        <a:ext uri="{E40237B7-FDA0-4F09-8148-C483321AD2D9}">
          <dgm14:cNvPr xmlns:dgm14="http://schemas.microsoft.com/office/drawing/2010/diagram" id="0" name="" descr="Капитанская женский контур"/>
        </a:ext>
      </dgm:extLst>
    </dgm:pt>
  </dgm:ptLst>
  <dgm:cxnLst>
    <dgm:cxn modelId="{22ACB50B-A376-41DE-8346-74C982CFDFE5}" type="presOf" srcId="{CA705AEF-4D2E-4BB5-A952-1ABD04123741}" destId="{12842F3F-3F0C-4E5D-AF8E-7902629FC86F}" srcOrd="0" destOrd="0" presId="urn:microsoft.com/office/officeart/2005/8/layout/pList2"/>
    <dgm:cxn modelId="{84DD5414-0E9F-4169-87C7-1E4525EFAE31}" srcId="{1C84B819-75E7-44CF-A112-0A896E33512A}" destId="{5A15B358-92D8-48C8-8B0F-B01E470EE9FD}" srcOrd="2" destOrd="0" parTransId="{6F6FD550-60CB-4F1D-8B2A-CCED968317BC}" sibTransId="{CA705AEF-4D2E-4BB5-A952-1ABD04123741}"/>
    <dgm:cxn modelId="{E586C73F-0579-4F40-9E90-FFAF901DFEA6}" type="presOf" srcId="{5A15B358-92D8-48C8-8B0F-B01E470EE9FD}" destId="{EC892342-013D-4EF4-BE0C-315FC3B1352C}" srcOrd="0" destOrd="0" presId="urn:microsoft.com/office/officeart/2005/8/layout/pList2"/>
    <dgm:cxn modelId="{D7722D5C-5E99-4770-A3ED-D7D114F491CA}" srcId="{1C84B819-75E7-44CF-A112-0A896E33512A}" destId="{6AF0D1F0-1ACC-4CE8-B64F-3C9C817BE141}" srcOrd="3" destOrd="0" parTransId="{5B96E35D-87A8-4221-BE17-E3C5A51C8284}" sibTransId="{B362A298-7AD6-441A-BD70-DB1AF0A5D3BB}"/>
    <dgm:cxn modelId="{C20F2841-5E2E-49AA-BC5E-A3A030897CBF}" srcId="{1C84B819-75E7-44CF-A112-0A896E33512A}" destId="{A8E56F2C-F4DF-4C7F-988A-63141FA458CA}" srcOrd="0" destOrd="0" parTransId="{D0EE2194-5021-4DB4-8038-CCF17AD31F51}" sibTransId="{6E9CFAE0-CB63-44FD-A6EF-80446B5270D5}"/>
    <dgm:cxn modelId="{D9610E4B-23E9-4DF6-823B-914380CAB133}" type="presOf" srcId="{21339E02-10A9-4990-B0B1-6BBDB6BEB5B4}" destId="{2977B8BA-82A5-4552-9C60-6A5324503CC8}" srcOrd="0" destOrd="0" presId="urn:microsoft.com/office/officeart/2005/8/layout/pList2"/>
    <dgm:cxn modelId="{CEC36473-B666-4218-B09A-833EB07A568A}" type="presOf" srcId="{71DB5544-1298-45F3-A8B3-AC0614EEB4D2}" destId="{DB38A722-3E20-4267-8610-11DF28DC6E20}" srcOrd="0" destOrd="0" presId="urn:microsoft.com/office/officeart/2005/8/layout/pList2"/>
    <dgm:cxn modelId="{8AEEC192-3317-4173-B8BA-F48B5AEAD0F7}" type="presOf" srcId="{6E9CFAE0-CB63-44FD-A6EF-80446B5270D5}" destId="{CCDBB6BA-2399-4624-9B43-4C5FC3BC826A}" srcOrd="0" destOrd="0" presId="urn:microsoft.com/office/officeart/2005/8/layout/pList2"/>
    <dgm:cxn modelId="{3C4DC0CE-15C0-441E-B1DB-755FB6DCAC7D}" type="presOf" srcId="{6AF0D1F0-1ACC-4CE8-B64F-3C9C817BE141}" destId="{B3EA7BBE-C427-403D-B440-E5ADE265D8A3}" srcOrd="0" destOrd="0" presId="urn:microsoft.com/office/officeart/2005/8/layout/pList2"/>
    <dgm:cxn modelId="{67DADCD8-460F-44E9-B062-6FD67BC007C0}" type="presOf" srcId="{A8E56F2C-F4DF-4C7F-988A-63141FA458CA}" destId="{C46A3F46-E15C-456B-A301-3533D3D5B883}" srcOrd="0" destOrd="0" presId="urn:microsoft.com/office/officeart/2005/8/layout/pList2"/>
    <dgm:cxn modelId="{202275E0-1152-4005-9A04-5F86F0248375}" srcId="{1C84B819-75E7-44CF-A112-0A896E33512A}" destId="{21339E02-10A9-4990-B0B1-6BBDB6BEB5B4}" srcOrd="1" destOrd="0" parTransId="{6FEBEC1D-F809-4D1F-8B96-0561D4872FCA}" sibTransId="{71DB5544-1298-45F3-A8B3-AC0614EEB4D2}"/>
    <dgm:cxn modelId="{352268F8-3CCF-4A73-B77E-74A1E6545D45}" type="presOf" srcId="{1C84B819-75E7-44CF-A112-0A896E33512A}" destId="{72EB3B3E-B87A-4AC6-B60E-F02D1726F51A}" srcOrd="0" destOrd="0" presId="urn:microsoft.com/office/officeart/2005/8/layout/pList2"/>
    <dgm:cxn modelId="{FFE9980E-02B9-4541-AC64-422EA9191C9E}" type="presParOf" srcId="{72EB3B3E-B87A-4AC6-B60E-F02D1726F51A}" destId="{DC35F16B-BBCD-440D-9F96-1367A1153F8C}" srcOrd="0" destOrd="0" presId="urn:microsoft.com/office/officeart/2005/8/layout/pList2"/>
    <dgm:cxn modelId="{F21DA63A-5537-4C96-991E-A3496ED52187}" type="presParOf" srcId="{72EB3B3E-B87A-4AC6-B60E-F02D1726F51A}" destId="{4996F99C-D6CF-41E2-BE93-4EE523B8E2BE}" srcOrd="1" destOrd="0" presId="urn:microsoft.com/office/officeart/2005/8/layout/pList2"/>
    <dgm:cxn modelId="{C63344BC-2354-47FD-A882-C5EBECFEF0A5}" type="presParOf" srcId="{4996F99C-D6CF-41E2-BE93-4EE523B8E2BE}" destId="{D8459832-CBB0-4CAE-8865-098FC6259EB0}" srcOrd="0" destOrd="0" presId="urn:microsoft.com/office/officeart/2005/8/layout/pList2"/>
    <dgm:cxn modelId="{52158E42-A5CF-48E6-8B1D-696FF59DA132}" type="presParOf" srcId="{D8459832-CBB0-4CAE-8865-098FC6259EB0}" destId="{C46A3F46-E15C-456B-A301-3533D3D5B883}" srcOrd="0" destOrd="0" presId="urn:microsoft.com/office/officeart/2005/8/layout/pList2"/>
    <dgm:cxn modelId="{7E658CAA-3E77-4246-B2F6-0CF17C96933B}" type="presParOf" srcId="{D8459832-CBB0-4CAE-8865-098FC6259EB0}" destId="{2B9F5F21-22B4-4B3A-A126-0A072AF708AF}" srcOrd="1" destOrd="0" presId="urn:microsoft.com/office/officeart/2005/8/layout/pList2"/>
    <dgm:cxn modelId="{9CCCF539-89FD-407D-8D31-27FE20FF1112}" type="presParOf" srcId="{D8459832-CBB0-4CAE-8865-098FC6259EB0}" destId="{79256EEB-5B70-4902-8D1C-FF5E2230C9F3}" srcOrd="2" destOrd="0" presId="urn:microsoft.com/office/officeart/2005/8/layout/pList2"/>
    <dgm:cxn modelId="{8E8B2FF1-C624-43DD-80E8-E26E2ED0AB48}" type="presParOf" srcId="{4996F99C-D6CF-41E2-BE93-4EE523B8E2BE}" destId="{CCDBB6BA-2399-4624-9B43-4C5FC3BC826A}" srcOrd="1" destOrd="0" presId="urn:microsoft.com/office/officeart/2005/8/layout/pList2"/>
    <dgm:cxn modelId="{C832DB20-D4EB-4650-8D82-3B6D6DEB8F3D}" type="presParOf" srcId="{4996F99C-D6CF-41E2-BE93-4EE523B8E2BE}" destId="{BF96B08A-3656-4A1B-BEE2-402F722D7D9D}" srcOrd="2" destOrd="0" presId="urn:microsoft.com/office/officeart/2005/8/layout/pList2"/>
    <dgm:cxn modelId="{3E367349-D6CD-4C54-A4AF-972D6861A12B}" type="presParOf" srcId="{BF96B08A-3656-4A1B-BEE2-402F722D7D9D}" destId="{2977B8BA-82A5-4552-9C60-6A5324503CC8}" srcOrd="0" destOrd="0" presId="urn:microsoft.com/office/officeart/2005/8/layout/pList2"/>
    <dgm:cxn modelId="{A4299890-82C4-4D74-9C53-B5FA7CEB166B}" type="presParOf" srcId="{BF96B08A-3656-4A1B-BEE2-402F722D7D9D}" destId="{B983A1F9-1ACB-4BB2-99AF-8D9A861E5070}" srcOrd="1" destOrd="0" presId="urn:microsoft.com/office/officeart/2005/8/layout/pList2"/>
    <dgm:cxn modelId="{6EFBE12B-C11A-4C9B-919E-35403510AF95}" type="presParOf" srcId="{BF96B08A-3656-4A1B-BEE2-402F722D7D9D}" destId="{3D1EAF17-8035-4417-9E3F-45FF57AB7113}" srcOrd="2" destOrd="0" presId="urn:microsoft.com/office/officeart/2005/8/layout/pList2"/>
    <dgm:cxn modelId="{6ACBE9B7-29B5-4D58-B2FA-BB5D95A83674}" type="presParOf" srcId="{4996F99C-D6CF-41E2-BE93-4EE523B8E2BE}" destId="{DB38A722-3E20-4267-8610-11DF28DC6E20}" srcOrd="3" destOrd="0" presId="urn:microsoft.com/office/officeart/2005/8/layout/pList2"/>
    <dgm:cxn modelId="{F1BA0EE7-303E-4435-BAC1-B8A4D5DC4964}" type="presParOf" srcId="{4996F99C-D6CF-41E2-BE93-4EE523B8E2BE}" destId="{DAA092CD-C142-4D9F-A5D9-D62283464DC5}" srcOrd="4" destOrd="0" presId="urn:microsoft.com/office/officeart/2005/8/layout/pList2"/>
    <dgm:cxn modelId="{C3CD47AF-8F5D-4E3C-A07A-4A50AF64D95D}" type="presParOf" srcId="{DAA092CD-C142-4D9F-A5D9-D62283464DC5}" destId="{EC892342-013D-4EF4-BE0C-315FC3B1352C}" srcOrd="0" destOrd="0" presId="urn:microsoft.com/office/officeart/2005/8/layout/pList2"/>
    <dgm:cxn modelId="{62FFC4E3-401C-423E-8CDD-ED461A52AB82}" type="presParOf" srcId="{DAA092CD-C142-4D9F-A5D9-D62283464DC5}" destId="{102DC1BF-F6D2-4798-8A3D-158B705D51B2}" srcOrd="1" destOrd="0" presId="urn:microsoft.com/office/officeart/2005/8/layout/pList2"/>
    <dgm:cxn modelId="{0C10251C-6590-4605-81BC-EE10C80263CF}" type="presParOf" srcId="{DAA092CD-C142-4D9F-A5D9-D62283464DC5}" destId="{F70E7DCF-55A7-485C-B870-E5FA8F89B836}" srcOrd="2" destOrd="0" presId="urn:microsoft.com/office/officeart/2005/8/layout/pList2"/>
    <dgm:cxn modelId="{3F5C00C9-E6F2-4482-BD7C-AF422BAF870E}" type="presParOf" srcId="{4996F99C-D6CF-41E2-BE93-4EE523B8E2BE}" destId="{12842F3F-3F0C-4E5D-AF8E-7902629FC86F}" srcOrd="5" destOrd="0" presId="urn:microsoft.com/office/officeart/2005/8/layout/pList2"/>
    <dgm:cxn modelId="{AF5EA61E-324E-4868-A937-6FF7F378A7AC}" type="presParOf" srcId="{4996F99C-D6CF-41E2-BE93-4EE523B8E2BE}" destId="{1969C758-20EC-4921-A105-7CF972F2B83E}" srcOrd="6" destOrd="0" presId="urn:microsoft.com/office/officeart/2005/8/layout/pList2"/>
    <dgm:cxn modelId="{2015F34A-2F92-46CA-A968-0081D8253718}" type="presParOf" srcId="{1969C758-20EC-4921-A105-7CF972F2B83E}" destId="{B3EA7BBE-C427-403D-B440-E5ADE265D8A3}" srcOrd="0" destOrd="0" presId="urn:microsoft.com/office/officeart/2005/8/layout/pList2"/>
    <dgm:cxn modelId="{D352A1CC-E6BA-4D1D-B970-83CC072E4980}" type="presParOf" srcId="{1969C758-20EC-4921-A105-7CF972F2B83E}" destId="{85E092DE-3B5F-4A74-AA0C-EB4D878BFCDA}" srcOrd="1" destOrd="0" presId="urn:microsoft.com/office/officeart/2005/8/layout/pList2"/>
    <dgm:cxn modelId="{7D4F59B1-4F08-44DC-9E60-CAAA54250361}" type="presParOf" srcId="{1969C758-20EC-4921-A105-7CF972F2B83E}" destId="{B77C467C-CD60-402C-99E7-77177544153D}"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C6EBE6-0FC6-4A80-8147-9338CFCB7FA0}" type="doc">
      <dgm:prSet loTypeId="urn:microsoft.com/office/officeart/2005/8/layout/venn1" loCatId="relationship" qsTypeId="urn:microsoft.com/office/officeart/2005/8/quickstyle/3d2" qsCatId="3D" csTypeId="urn:microsoft.com/office/officeart/2005/8/colors/colorful4" csCatId="colorful"/>
      <dgm:spPr/>
      <dgm:t>
        <a:bodyPr/>
        <a:lstStyle/>
        <a:p>
          <a:endParaRPr lang="ru-RU"/>
        </a:p>
      </dgm:t>
    </dgm:pt>
    <dgm:pt modelId="{599369EE-3502-4733-B19F-A6EE6E947A42}">
      <dgm:prSet/>
      <dgm:spPr/>
      <dgm:t>
        <a:bodyPr/>
        <a:lstStyle/>
        <a:p>
          <a:r>
            <a:rPr lang="ru-RU" b="1"/>
            <a:t>Нападение </a:t>
          </a:r>
          <a:endParaRPr lang="ru-RU"/>
        </a:p>
      </dgm:t>
    </dgm:pt>
    <dgm:pt modelId="{53E23F5D-8409-4A91-A7E0-14158BD41121}" type="parTrans" cxnId="{209CD6CA-BE67-402D-9627-4B4D5E8A0857}">
      <dgm:prSet/>
      <dgm:spPr/>
      <dgm:t>
        <a:bodyPr/>
        <a:lstStyle/>
        <a:p>
          <a:endParaRPr lang="ru-RU"/>
        </a:p>
      </dgm:t>
    </dgm:pt>
    <dgm:pt modelId="{C541C919-8219-45E1-9551-EA5BC2DBE375}" type="sibTrans" cxnId="{209CD6CA-BE67-402D-9627-4B4D5E8A0857}">
      <dgm:prSet/>
      <dgm:spPr/>
      <dgm:t>
        <a:bodyPr/>
        <a:lstStyle/>
        <a:p>
          <a:endParaRPr lang="ru-RU"/>
        </a:p>
      </dgm:t>
    </dgm:pt>
    <dgm:pt modelId="{C9A47BCB-54ED-4D3A-B899-87DCFEB0580F}">
      <dgm:prSet/>
      <dgm:spPr/>
      <dgm:t>
        <a:bodyPr/>
        <a:lstStyle/>
        <a:p>
          <a:r>
            <a:rPr lang="ru-RU" b="1"/>
            <a:t>Защита </a:t>
          </a:r>
          <a:endParaRPr lang="ru-RU"/>
        </a:p>
      </dgm:t>
    </dgm:pt>
    <dgm:pt modelId="{018EF054-CD80-4AB6-B605-0DC0B44788DD}" type="parTrans" cxnId="{1B7A17A1-4C32-4A4A-8987-08BB4A51B47D}">
      <dgm:prSet/>
      <dgm:spPr/>
      <dgm:t>
        <a:bodyPr/>
        <a:lstStyle/>
        <a:p>
          <a:endParaRPr lang="ru-RU"/>
        </a:p>
      </dgm:t>
    </dgm:pt>
    <dgm:pt modelId="{D3B9B386-AE73-43AA-A931-443FFE94EF01}" type="sibTrans" cxnId="{1B7A17A1-4C32-4A4A-8987-08BB4A51B47D}">
      <dgm:prSet/>
      <dgm:spPr/>
      <dgm:t>
        <a:bodyPr/>
        <a:lstStyle/>
        <a:p>
          <a:endParaRPr lang="ru-RU"/>
        </a:p>
      </dgm:t>
    </dgm:pt>
    <dgm:pt modelId="{4A48F296-86DB-4A14-9541-CA86CEB95438}">
      <dgm:prSet/>
      <dgm:spPr/>
      <dgm:t>
        <a:bodyPr/>
        <a:lstStyle/>
        <a:p>
          <a:r>
            <a:rPr lang="ru-RU" b="1"/>
            <a:t>Уязвимость</a:t>
          </a:r>
          <a:endParaRPr lang="ru-RU"/>
        </a:p>
      </dgm:t>
    </dgm:pt>
    <dgm:pt modelId="{CE3BC772-16E4-4357-857C-1EBBA68E666A}" type="parTrans" cxnId="{9ECCEBED-C8FB-44F5-A112-79DE92AD3063}">
      <dgm:prSet/>
      <dgm:spPr/>
      <dgm:t>
        <a:bodyPr/>
        <a:lstStyle/>
        <a:p>
          <a:endParaRPr lang="ru-RU"/>
        </a:p>
      </dgm:t>
    </dgm:pt>
    <dgm:pt modelId="{564BC67A-684A-45E2-8461-8FAD0FF82826}" type="sibTrans" cxnId="{9ECCEBED-C8FB-44F5-A112-79DE92AD3063}">
      <dgm:prSet/>
      <dgm:spPr/>
      <dgm:t>
        <a:bodyPr/>
        <a:lstStyle/>
        <a:p>
          <a:endParaRPr lang="ru-RU"/>
        </a:p>
      </dgm:t>
    </dgm:pt>
    <dgm:pt modelId="{CCBEE004-E99D-4264-B5DB-782FF91883FE}" type="pres">
      <dgm:prSet presAssocID="{71C6EBE6-0FC6-4A80-8147-9338CFCB7FA0}" presName="compositeShape" presStyleCnt="0">
        <dgm:presLayoutVars>
          <dgm:chMax val="7"/>
          <dgm:dir/>
          <dgm:resizeHandles val="exact"/>
        </dgm:presLayoutVars>
      </dgm:prSet>
      <dgm:spPr/>
    </dgm:pt>
    <dgm:pt modelId="{56B7B81C-9B1B-494E-B8C7-9F757D3DACD4}" type="pres">
      <dgm:prSet presAssocID="{599369EE-3502-4733-B19F-A6EE6E947A42}" presName="circ1" presStyleLbl="vennNode1" presStyleIdx="0" presStyleCnt="3"/>
      <dgm:spPr/>
    </dgm:pt>
    <dgm:pt modelId="{211EFCFD-C56F-4F0B-97A2-FB71D5F49D34}" type="pres">
      <dgm:prSet presAssocID="{599369EE-3502-4733-B19F-A6EE6E947A42}" presName="circ1Tx" presStyleLbl="revTx" presStyleIdx="0" presStyleCnt="0">
        <dgm:presLayoutVars>
          <dgm:chMax val="0"/>
          <dgm:chPref val="0"/>
          <dgm:bulletEnabled val="1"/>
        </dgm:presLayoutVars>
      </dgm:prSet>
      <dgm:spPr/>
    </dgm:pt>
    <dgm:pt modelId="{5B3D4E2D-2182-4676-9F21-503A385CD871}" type="pres">
      <dgm:prSet presAssocID="{C9A47BCB-54ED-4D3A-B899-87DCFEB0580F}" presName="circ2" presStyleLbl="vennNode1" presStyleIdx="1" presStyleCnt="3"/>
      <dgm:spPr/>
    </dgm:pt>
    <dgm:pt modelId="{77F26E0F-01E4-431C-91FE-AD4C44F3CE4F}" type="pres">
      <dgm:prSet presAssocID="{C9A47BCB-54ED-4D3A-B899-87DCFEB0580F}" presName="circ2Tx" presStyleLbl="revTx" presStyleIdx="0" presStyleCnt="0">
        <dgm:presLayoutVars>
          <dgm:chMax val="0"/>
          <dgm:chPref val="0"/>
          <dgm:bulletEnabled val="1"/>
        </dgm:presLayoutVars>
      </dgm:prSet>
      <dgm:spPr/>
    </dgm:pt>
    <dgm:pt modelId="{2F5DC923-3BA6-4874-9524-6C3391D64DEC}" type="pres">
      <dgm:prSet presAssocID="{4A48F296-86DB-4A14-9541-CA86CEB95438}" presName="circ3" presStyleLbl="vennNode1" presStyleIdx="2" presStyleCnt="3"/>
      <dgm:spPr/>
    </dgm:pt>
    <dgm:pt modelId="{C909E10F-FEA0-46BD-B944-54DA0712D0B4}" type="pres">
      <dgm:prSet presAssocID="{4A48F296-86DB-4A14-9541-CA86CEB95438}" presName="circ3Tx" presStyleLbl="revTx" presStyleIdx="0" presStyleCnt="0">
        <dgm:presLayoutVars>
          <dgm:chMax val="0"/>
          <dgm:chPref val="0"/>
          <dgm:bulletEnabled val="1"/>
        </dgm:presLayoutVars>
      </dgm:prSet>
      <dgm:spPr/>
    </dgm:pt>
  </dgm:ptLst>
  <dgm:cxnLst>
    <dgm:cxn modelId="{93CD7618-E704-4876-974F-04CD9A2F5594}" type="presOf" srcId="{4A48F296-86DB-4A14-9541-CA86CEB95438}" destId="{C909E10F-FEA0-46BD-B944-54DA0712D0B4}" srcOrd="1" destOrd="0" presId="urn:microsoft.com/office/officeart/2005/8/layout/venn1"/>
    <dgm:cxn modelId="{9082CA31-8D96-4D99-A8DD-00D3449A4909}" type="presOf" srcId="{599369EE-3502-4733-B19F-A6EE6E947A42}" destId="{56B7B81C-9B1B-494E-B8C7-9F757D3DACD4}" srcOrd="0" destOrd="0" presId="urn:microsoft.com/office/officeart/2005/8/layout/venn1"/>
    <dgm:cxn modelId="{D8C9684F-D917-49E2-88A2-5EDE2A5B2B52}" type="presOf" srcId="{599369EE-3502-4733-B19F-A6EE6E947A42}" destId="{211EFCFD-C56F-4F0B-97A2-FB71D5F49D34}" srcOrd="1" destOrd="0" presId="urn:microsoft.com/office/officeart/2005/8/layout/venn1"/>
    <dgm:cxn modelId="{1B7A17A1-4C32-4A4A-8987-08BB4A51B47D}" srcId="{71C6EBE6-0FC6-4A80-8147-9338CFCB7FA0}" destId="{C9A47BCB-54ED-4D3A-B899-87DCFEB0580F}" srcOrd="1" destOrd="0" parTransId="{018EF054-CD80-4AB6-B605-0DC0B44788DD}" sibTransId="{D3B9B386-AE73-43AA-A931-443FFE94EF01}"/>
    <dgm:cxn modelId="{B10A16C2-8F1C-4424-9337-C74D95CA6383}" type="presOf" srcId="{71C6EBE6-0FC6-4A80-8147-9338CFCB7FA0}" destId="{CCBEE004-E99D-4264-B5DB-782FF91883FE}" srcOrd="0" destOrd="0" presId="urn:microsoft.com/office/officeart/2005/8/layout/venn1"/>
    <dgm:cxn modelId="{209CD6CA-BE67-402D-9627-4B4D5E8A0857}" srcId="{71C6EBE6-0FC6-4A80-8147-9338CFCB7FA0}" destId="{599369EE-3502-4733-B19F-A6EE6E947A42}" srcOrd="0" destOrd="0" parTransId="{53E23F5D-8409-4A91-A7E0-14158BD41121}" sibTransId="{C541C919-8219-45E1-9551-EA5BC2DBE375}"/>
    <dgm:cxn modelId="{D3F1C1CF-7B10-4213-A045-52A7B4BC1289}" type="presOf" srcId="{C9A47BCB-54ED-4D3A-B899-87DCFEB0580F}" destId="{5B3D4E2D-2182-4676-9F21-503A385CD871}" srcOrd="0" destOrd="0" presId="urn:microsoft.com/office/officeart/2005/8/layout/venn1"/>
    <dgm:cxn modelId="{9ECCEBED-C8FB-44F5-A112-79DE92AD3063}" srcId="{71C6EBE6-0FC6-4A80-8147-9338CFCB7FA0}" destId="{4A48F296-86DB-4A14-9541-CA86CEB95438}" srcOrd="2" destOrd="0" parTransId="{CE3BC772-16E4-4357-857C-1EBBA68E666A}" sibTransId="{564BC67A-684A-45E2-8461-8FAD0FF82826}"/>
    <dgm:cxn modelId="{9FF9DEF0-507C-48E3-9BA1-FB747056D99C}" type="presOf" srcId="{C9A47BCB-54ED-4D3A-B899-87DCFEB0580F}" destId="{77F26E0F-01E4-431C-91FE-AD4C44F3CE4F}" srcOrd="1" destOrd="0" presId="urn:microsoft.com/office/officeart/2005/8/layout/venn1"/>
    <dgm:cxn modelId="{9FA3D1FA-76B9-4866-92C3-69FED3958C64}" type="presOf" srcId="{4A48F296-86DB-4A14-9541-CA86CEB95438}" destId="{2F5DC923-3BA6-4874-9524-6C3391D64DEC}" srcOrd="0" destOrd="0" presId="urn:microsoft.com/office/officeart/2005/8/layout/venn1"/>
    <dgm:cxn modelId="{36C4B0AE-E1C5-4D16-B3A0-01B347CFC77D}" type="presParOf" srcId="{CCBEE004-E99D-4264-B5DB-782FF91883FE}" destId="{56B7B81C-9B1B-494E-B8C7-9F757D3DACD4}" srcOrd="0" destOrd="0" presId="urn:microsoft.com/office/officeart/2005/8/layout/venn1"/>
    <dgm:cxn modelId="{07E00ECB-BD82-49D0-97E4-DE8D2C7A0357}" type="presParOf" srcId="{CCBEE004-E99D-4264-B5DB-782FF91883FE}" destId="{211EFCFD-C56F-4F0B-97A2-FB71D5F49D34}" srcOrd="1" destOrd="0" presId="urn:microsoft.com/office/officeart/2005/8/layout/venn1"/>
    <dgm:cxn modelId="{404EB8F4-63FB-431C-BC88-7112A9D824D1}" type="presParOf" srcId="{CCBEE004-E99D-4264-B5DB-782FF91883FE}" destId="{5B3D4E2D-2182-4676-9F21-503A385CD871}" srcOrd="2" destOrd="0" presId="urn:microsoft.com/office/officeart/2005/8/layout/venn1"/>
    <dgm:cxn modelId="{842BDD51-0361-48E0-9007-92397708A5B4}" type="presParOf" srcId="{CCBEE004-E99D-4264-B5DB-782FF91883FE}" destId="{77F26E0F-01E4-431C-91FE-AD4C44F3CE4F}" srcOrd="3" destOrd="0" presId="urn:microsoft.com/office/officeart/2005/8/layout/venn1"/>
    <dgm:cxn modelId="{5B5430D2-830E-43F2-92B7-529A420B9A7A}" type="presParOf" srcId="{CCBEE004-E99D-4264-B5DB-782FF91883FE}" destId="{2F5DC923-3BA6-4874-9524-6C3391D64DEC}" srcOrd="4" destOrd="0" presId="urn:microsoft.com/office/officeart/2005/8/layout/venn1"/>
    <dgm:cxn modelId="{A2EAC36E-C05C-4E30-9A41-0BD2110EE365}" type="presParOf" srcId="{CCBEE004-E99D-4264-B5DB-782FF91883FE}" destId="{C909E10F-FEA0-46BD-B944-54DA0712D0B4}" srcOrd="5" destOrd="0" presId="urn:microsoft.com/office/officeart/2005/8/layout/ven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727CCB-0D89-4705-B03B-E90185A109DC}" type="doc">
      <dgm:prSet loTypeId="urn:microsoft.com/office/officeart/2008/layout/HalfCircleOrganizationChart" loCatId="hierarchy" qsTypeId="urn:microsoft.com/office/officeart/2005/8/quickstyle/3d2" qsCatId="3D" csTypeId="urn:microsoft.com/office/officeart/2005/8/colors/colorful1" csCatId="colorful" phldr="1"/>
      <dgm:spPr/>
      <dgm:t>
        <a:bodyPr/>
        <a:lstStyle/>
        <a:p>
          <a:endParaRPr lang="ru-RU"/>
        </a:p>
      </dgm:t>
    </dgm:pt>
    <dgm:pt modelId="{5B98CFBD-1409-459E-B71B-05A18D4EF2C1}">
      <dgm:prSet phldrT="[Текст]" phldr="0"/>
      <dgm:spPr/>
      <dgm:t>
        <a:bodyPr/>
        <a:lstStyle/>
        <a:p>
          <a:r>
            <a:rPr lang="ru-RU" dirty="0"/>
            <a:t>Атаки</a:t>
          </a:r>
        </a:p>
      </dgm:t>
    </dgm:pt>
    <dgm:pt modelId="{38AF4EC6-AE02-431A-8370-CF2EB52C0004}" type="parTrans" cxnId="{1F16F49D-C74E-42DB-86C2-9D5AB2125819}">
      <dgm:prSet/>
      <dgm:spPr/>
      <dgm:t>
        <a:bodyPr/>
        <a:lstStyle/>
        <a:p>
          <a:endParaRPr lang="ru-RU"/>
        </a:p>
      </dgm:t>
    </dgm:pt>
    <dgm:pt modelId="{EFD81AC1-F7A4-4645-A247-DE7FD86C4C22}" type="sibTrans" cxnId="{1F16F49D-C74E-42DB-86C2-9D5AB2125819}">
      <dgm:prSet/>
      <dgm:spPr/>
      <dgm:t>
        <a:bodyPr/>
        <a:lstStyle/>
        <a:p>
          <a:endParaRPr lang="ru-RU"/>
        </a:p>
      </dgm:t>
    </dgm:pt>
    <dgm:pt modelId="{1FE992DC-129C-4C0B-9002-132962996808}" type="asst">
      <dgm:prSet phldrT="[Текст]" phldr="0"/>
      <dgm:spPr/>
      <dgm:t>
        <a:bodyPr/>
        <a:lstStyle/>
        <a:p>
          <a:r>
            <a:rPr lang="ru-RU" dirty="0"/>
            <a:t>Аппаратные</a:t>
          </a:r>
        </a:p>
      </dgm:t>
    </dgm:pt>
    <dgm:pt modelId="{13CD1EC6-03B6-4DF6-ADDA-8E27399AEFDA}" type="parTrans" cxnId="{726DDC64-B2D4-4AC8-A65A-8D498ED131C9}">
      <dgm:prSet/>
      <dgm:spPr/>
      <dgm:t>
        <a:bodyPr/>
        <a:lstStyle/>
        <a:p>
          <a:endParaRPr lang="ru-RU"/>
        </a:p>
      </dgm:t>
    </dgm:pt>
    <dgm:pt modelId="{CB7900D0-CAF2-4D22-A6F7-B32B321BE315}" type="sibTrans" cxnId="{726DDC64-B2D4-4AC8-A65A-8D498ED131C9}">
      <dgm:prSet/>
      <dgm:spPr/>
      <dgm:t>
        <a:bodyPr/>
        <a:lstStyle/>
        <a:p>
          <a:endParaRPr lang="ru-RU"/>
        </a:p>
      </dgm:t>
    </dgm:pt>
    <dgm:pt modelId="{FBDD1756-8A48-4643-921A-C2F0580D3BFB}">
      <dgm:prSet phldrT="[Текст]" phldr="0"/>
      <dgm:spPr/>
      <dgm:t>
        <a:bodyPr/>
        <a:lstStyle/>
        <a:p>
          <a:r>
            <a:rPr lang="ru-RU" dirty="0"/>
            <a:t>На ОС</a:t>
          </a:r>
        </a:p>
      </dgm:t>
    </dgm:pt>
    <dgm:pt modelId="{70205609-3240-4851-BA9C-E9743B1AAE40}" type="parTrans" cxnId="{43882D34-DFA4-4C51-8229-F23366494C02}">
      <dgm:prSet/>
      <dgm:spPr/>
      <dgm:t>
        <a:bodyPr/>
        <a:lstStyle/>
        <a:p>
          <a:endParaRPr lang="ru-RU"/>
        </a:p>
      </dgm:t>
    </dgm:pt>
    <dgm:pt modelId="{80BA8036-0D35-4297-ADEC-76E4E436386F}" type="sibTrans" cxnId="{43882D34-DFA4-4C51-8229-F23366494C02}">
      <dgm:prSet/>
      <dgm:spPr/>
      <dgm:t>
        <a:bodyPr/>
        <a:lstStyle/>
        <a:p>
          <a:endParaRPr lang="ru-RU"/>
        </a:p>
      </dgm:t>
    </dgm:pt>
    <dgm:pt modelId="{8195F7AB-F4AC-4B30-A47C-4A300E7A4D1B}">
      <dgm:prSet phldrT="[Текст]" phldr="0"/>
      <dgm:spPr/>
      <dgm:t>
        <a:bodyPr/>
        <a:lstStyle/>
        <a:p>
          <a:r>
            <a:rPr lang="ru-RU"/>
            <a:t>Программные</a:t>
          </a:r>
          <a:endParaRPr lang="ru-RU" dirty="0"/>
        </a:p>
      </dgm:t>
    </dgm:pt>
    <dgm:pt modelId="{0EA6DA23-86C2-42FD-8985-27AEC88E20AF}" type="parTrans" cxnId="{E873864D-6271-443E-98C8-13E2FEE44EE5}">
      <dgm:prSet/>
      <dgm:spPr/>
      <dgm:t>
        <a:bodyPr/>
        <a:lstStyle/>
        <a:p>
          <a:endParaRPr lang="ru-RU"/>
        </a:p>
      </dgm:t>
    </dgm:pt>
    <dgm:pt modelId="{33036511-8053-4BFE-95D0-97A7C3FA5DF1}" type="sibTrans" cxnId="{E873864D-6271-443E-98C8-13E2FEE44EE5}">
      <dgm:prSet/>
      <dgm:spPr/>
      <dgm:t>
        <a:bodyPr/>
        <a:lstStyle/>
        <a:p>
          <a:endParaRPr lang="ru-RU"/>
        </a:p>
      </dgm:t>
    </dgm:pt>
    <dgm:pt modelId="{DCF46DFD-4B99-48B5-A9BB-39868D4276AC}" type="pres">
      <dgm:prSet presAssocID="{17727CCB-0D89-4705-B03B-E90185A109DC}" presName="Name0" presStyleCnt="0">
        <dgm:presLayoutVars>
          <dgm:orgChart val="1"/>
          <dgm:chPref val="1"/>
          <dgm:dir/>
          <dgm:animOne val="branch"/>
          <dgm:animLvl val="lvl"/>
          <dgm:resizeHandles/>
        </dgm:presLayoutVars>
      </dgm:prSet>
      <dgm:spPr/>
    </dgm:pt>
    <dgm:pt modelId="{E2349E9F-CC8E-4F03-A55C-6F404B3DA89E}" type="pres">
      <dgm:prSet presAssocID="{5B98CFBD-1409-459E-B71B-05A18D4EF2C1}" presName="hierRoot1" presStyleCnt="0">
        <dgm:presLayoutVars>
          <dgm:hierBranch val="init"/>
        </dgm:presLayoutVars>
      </dgm:prSet>
      <dgm:spPr/>
    </dgm:pt>
    <dgm:pt modelId="{720CAFEE-C691-4E4E-8FD8-6CD82CCFB312}" type="pres">
      <dgm:prSet presAssocID="{5B98CFBD-1409-459E-B71B-05A18D4EF2C1}" presName="rootComposite1" presStyleCnt="0"/>
      <dgm:spPr/>
    </dgm:pt>
    <dgm:pt modelId="{9E789A9A-8953-4562-A5DE-6D546CC3C6F1}" type="pres">
      <dgm:prSet presAssocID="{5B98CFBD-1409-459E-B71B-05A18D4EF2C1}" presName="rootText1" presStyleLbl="alignAcc1" presStyleIdx="0" presStyleCnt="0">
        <dgm:presLayoutVars>
          <dgm:chPref val="3"/>
        </dgm:presLayoutVars>
      </dgm:prSet>
      <dgm:spPr/>
    </dgm:pt>
    <dgm:pt modelId="{04B2C9B7-797A-4FD1-9336-B7CD3091D014}" type="pres">
      <dgm:prSet presAssocID="{5B98CFBD-1409-459E-B71B-05A18D4EF2C1}" presName="topArc1" presStyleLbl="parChTrans1D1" presStyleIdx="0" presStyleCnt="8"/>
      <dgm:spPr/>
    </dgm:pt>
    <dgm:pt modelId="{071E3B3A-5D39-4E2C-9483-94B87310F7E3}" type="pres">
      <dgm:prSet presAssocID="{5B98CFBD-1409-459E-B71B-05A18D4EF2C1}" presName="bottomArc1" presStyleLbl="parChTrans1D1" presStyleIdx="1" presStyleCnt="8"/>
      <dgm:spPr/>
    </dgm:pt>
    <dgm:pt modelId="{C6736AA4-300E-4C26-8CCF-44E84780BEA8}" type="pres">
      <dgm:prSet presAssocID="{5B98CFBD-1409-459E-B71B-05A18D4EF2C1}" presName="topConnNode1" presStyleLbl="node1" presStyleIdx="0" presStyleCnt="0"/>
      <dgm:spPr/>
    </dgm:pt>
    <dgm:pt modelId="{28E7AF77-1016-4756-A6A2-4C8C7B2CD7E2}" type="pres">
      <dgm:prSet presAssocID="{5B98CFBD-1409-459E-B71B-05A18D4EF2C1}" presName="hierChild2" presStyleCnt="0"/>
      <dgm:spPr/>
    </dgm:pt>
    <dgm:pt modelId="{4824B847-29F8-4AD4-98D9-8BC8868CD2DC}" type="pres">
      <dgm:prSet presAssocID="{70205609-3240-4851-BA9C-E9743B1AAE40}" presName="Name28" presStyleLbl="parChTrans1D2" presStyleIdx="0" presStyleCnt="3"/>
      <dgm:spPr/>
    </dgm:pt>
    <dgm:pt modelId="{BF26A2E3-6A5A-4521-8D0E-E7BA2D8D0ED2}" type="pres">
      <dgm:prSet presAssocID="{FBDD1756-8A48-4643-921A-C2F0580D3BFB}" presName="hierRoot2" presStyleCnt="0">
        <dgm:presLayoutVars>
          <dgm:hierBranch val="init"/>
        </dgm:presLayoutVars>
      </dgm:prSet>
      <dgm:spPr/>
    </dgm:pt>
    <dgm:pt modelId="{C45FF41A-4364-48CB-BD79-65A80ABE1EAA}" type="pres">
      <dgm:prSet presAssocID="{FBDD1756-8A48-4643-921A-C2F0580D3BFB}" presName="rootComposite2" presStyleCnt="0"/>
      <dgm:spPr/>
    </dgm:pt>
    <dgm:pt modelId="{01111FAE-D91D-4B9E-8B3C-DAD402D9ED47}" type="pres">
      <dgm:prSet presAssocID="{FBDD1756-8A48-4643-921A-C2F0580D3BFB}" presName="rootText2" presStyleLbl="alignAcc1" presStyleIdx="0" presStyleCnt="0">
        <dgm:presLayoutVars>
          <dgm:chPref val="3"/>
        </dgm:presLayoutVars>
      </dgm:prSet>
      <dgm:spPr/>
    </dgm:pt>
    <dgm:pt modelId="{188EC5CE-AA16-4F78-BC7D-2DC50B5BE9FB}" type="pres">
      <dgm:prSet presAssocID="{FBDD1756-8A48-4643-921A-C2F0580D3BFB}" presName="topArc2" presStyleLbl="parChTrans1D1" presStyleIdx="2" presStyleCnt="8"/>
      <dgm:spPr/>
    </dgm:pt>
    <dgm:pt modelId="{471EC8C2-4EDA-4497-8556-C7741958161D}" type="pres">
      <dgm:prSet presAssocID="{FBDD1756-8A48-4643-921A-C2F0580D3BFB}" presName="bottomArc2" presStyleLbl="parChTrans1D1" presStyleIdx="3" presStyleCnt="8"/>
      <dgm:spPr/>
    </dgm:pt>
    <dgm:pt modelId="{083914C9-AD13-410C-9A92-24B873BDD622}" type="pres">
      <dgm:prSet presAssocID="{FBDD1756-8A48-4643-921A-C2F0580D3BFB}" presName="topConnNode2" presStyleLbl="node2" presStyleIdx="0" presStyleCnt="0"/>
      <dgm:spPr/>
    </dgm:pt>
    <dgm:pt modelId="{C51620B7-4D23-405A-8CAA-4664A0D6E9D4}" type="pres">
      <dgm:prSet presAssocID="{FBDD1756-8A48-4643-921A-C2F0580D3BFB}" presName="hierChild4" presStyleCnt="0"/>
      <dgm:spPr/>
    </dgm:pt>
    <dgm:pt modelId="{59D08492-6E88-4731-B930-5C878DF3AAED}" type="pres">
      <dgm:prSet presAssocID="{FBDD1756-8A48-4643-921A-C2F0580D3BFB}" presName="hierChild5" presStyleCnt="0"/>
      <dgm:spPr/>
    </dgm:pt>
    <dgm:pt modelId="{278E08D0-0005-41DB-97CB-49593B37AA23}" type="pres">
      <dgm:prSet presAssocID="{0EA6DA23-86C2-42FD-8985-27AEC88E20AF}" presName="Name28" presStyleLbl="parChTrans1D2" presStyleIdx="1" presStyleCnt="3"/>
      <dgm:spPr/>
    </dgm:pt>
    <dgm:pt modelId="{ED04F178-8CD8-4838-9F0C-6E6022A12350}" type="pres">
      <dgm:prSet presAssocID="{8195F7AB-F4AC-4B30-A47C-4A300E7A4D1B}" presName="hierRoot2" presStyleCnt="0">
        <dgm:presLayoutVars>
          <dgm:hierBranch val="init"/>
        </dgm:presLayoutVars>
      </dgm:prSet>
      <dgm:spPr/>
    </dgm:pt>
    <dgm:pt modelId="{84DB3678-07B5-4CFF-A754-4F1D80E75CE0}" type="pres">
      <dgm:prSet presAssocID="{8195F7AB-F4AC-4B30-A47C-4A300E7A4D1B}" presName="rootComposite2" presStyleCnt="0"/>
      <dgm:spPr/>
    </dgm:pt>
    <dgm:pt modelId="{2A03CBFD-4C84-43AA-B977-EB59FC4BDC04}" type="pres">
      <dgm:prSet presAssocID="{8195F7AB-F4AC-4B30-A47C-4A300E7A4D1B}" presName="rootText2" presStyleLbl="alignAcc1" presStyleIdx="0" presStyleCnt="0">
        <dgm:presLayoutVars>
          <dgm:chPref val="3"/>
        </dgm:presLayoutVars>
      </dgm:prSet>
      <dgm:spPr/>
    </dgm:pt>
    <dgm:pt modelId="{51F53D9D-75CE-4D31-A9D8-EE6399CAEBB8}" type="pres">
      <dgm:prSet presAssocID="{8195F7AB-F4AC-4B30-A47C-4A300E7A4D1B}" presName="topArc2" presStyleLbl="parChTrans1D1" presStyleIdx="4" presStyleCnt="8"/>
      <dgm:spPr/>
    </dgm:pt>
    <dgm:pt modelId="{B1EDD1E9-A4C8-4797-A1F7-8B7634231609}" type="pres">
      <dgm:prSet presAssocID="{8195F7AB-F4AC-4B30-A47C-4A300E7A4D1B}" presName="bottomArc2" presStyleLbl="parChTrans1D1" presStyleIdx="5" presStyleCnt="8"/>
      <dgm:spPr/>
    </dgm:pt>
    <dgm:pt modelId="{7FE30773-F91E-483D-98AD-D4C4424527B7}" type="pres">
      <dgm:prSet presAssocID="{8195F7AB-F4AC-4B30-A47C-4A300E7A4D1B}" presName="topConnNode2" presStyleLbl="node2" presStyleIdx="0" presStyleCnt="0"/>
      <dgm:spPr/>
    </dgm:pt>
    <dgm:pt modelId="{45B5C826-2BCA-4A33-9A0A-6904F3A7353A}" type="pres">
      <dgm:prSet presAssocID="{8195F7AB-F4AC-4B30-A47C-4A300E7A4D1B}" presName="hierChild4" presStyleCnt="0"/>
      <dgm:spPr/>
    </dgm:pt>
    <dgm:pt modelId="{E9E822E3-A734-49C8-A84F-ABB9628B8F76}" type="pres">
      <dgm:prSet presAssocID="{8195F7AB-F4AC-4B30-A47C-4A300E7A4D1B}" presName="hierChild5" presStyleCnt="0"/>
      <dgm:spPr/>
    </dgm:pt>
    <dgm:pt modelId="{EAA0F300-CD5C-4BD8-9D2E-D562A6E7897D}" type="pres">
      <dgm:prSet presAssocID="{5B98CFBD-1409-459E-B71B-05A18D4EF2C1}" presName="hierChild3" presStyleCnt="0"/>
      <dgm:spPr/>
    </dgm:pt>
    <dgm:pt modelId="{D43CA468-F00A-4587-8369-479A4D2BE030}" type="pres">
      <dgm:prSet presAssocID="{13CD1EC6-03B6-4DF6-ADDA-8E27399AEFDA}" presName="Name101" presStyleLbl="parChTrans1D2" presStyleIdx="2" presStyleCnt="3"/>
      <dgm:spPr/>
    </dgm:pt>
    <dgm:pt modelId="{407772AB-83FE-4527-881E-2255296DB487}" type="pres">
      <dgm:prSet presAssocID="{1FE992DC-129C-4C0B-9002-132962996808}" presName="hierRoot3" presStyleCnt="0">
        <dgm:presLayoutVars>
          <dgm:hierBranch val="init"/>
        </dgm:presLayoutVars>
      </dgm:prSet>
      <dgm:spPr/>
    </dgm:pt>
    <dgm:pt modelId="{BEE9692B-07C2-43AD-AC5C-2BACD95BC8FF}" type="pres">
      <dgm:prSet presAssocID="{1FE992DC-129C-4C0B-9002-132962996808}" presName="rootComposite3" presStyleCnt="0"/>
      <dgm:spPr/>
    </dgm:pt>
    <dgm:pt modelId="{0B4B9660-5CD1-4A6A-8E5F-C6B855F5A95C}" type="pres">
      <dgm:prSet presAssocID="{1FE992DC-129C-4C0B-9002-132962996808}" presName="rootText3" presStyleLbl="alignAcc1" presStyleIdx="0" presStyleCnt="0">
        <dgm:presLayoutVars>
          <dgm:chPref val="3"/>
        </dgm:presLayoutVars>
      </dgm:prSet>
      <dgm:spPr/>
    </dgm:pt>
    <dgm:pt modelId="{629D2B6D-147A-48EC-895F-76D480E22607}" type="pres">
      <dgm:prSet presAssocID="{1FE992DC-129C-4C0B-9002-132962996808}" presName="topArc3" presStyleLbl="parChTrans1D1" presStyleIdx="6" presStyleCnt="8"/>
      <dgm:spPr/>
    </dgm:pt>
    <dgm:pt modelId="{9D36116E-7845-43E6-AB17-DEB6E3EF9167}" type="pres">
      <dgm:prSet presAssocID="{1FE992DC-129C-4C0B-9002-132962996808}" presName="bottomArc3" presStyleLbl="parChTrans1D1" presStyleIdx="7" presStyleCnt="8"/>
      <dgm:spPr/>
    </dgm:pt>
    <dgm:pt modelId="{5AEBD33F-9998-4D0A-AB73-5E96FC246E6A}" type="pres">
      <dgm:prSet presAssocID="{1FE992DC-129C-4C0B-9002-132962996808}" presName="topConnNode3" presStyleLbl="asst1" presStyleIdx="0" presStyleCnt="0"/>
      <dgm:spPr/>
    </dgm:pt>
    <dgm:pt modelId="{491EB7DA-387E-4819-89EC-5421E621F6A9}" type="pres">
      <dgm:prSet presAssocID="{1FE992DC-129C-4C0B-9002-132962996808}" presName="hierChild6" presStyleCnt="0"/>
      <dgm:spPr/>
    </dgm:pt>
    <dgm:pt modelId="{A10EBE72-C11F-47FC-9821-D02000EA7D47}" type="pres">
      <dgm:prSet presAssocID="{1FE992DC-129C-4C0B-9002-132962996808}" presName="hierChild7" presStyleCnt="0"/>
      <dgm:spPr/>
    </dgm:pt>
  </dgm:ptLst>
  <dgm:cxnLst>
    <dgm:cxn modelId="{935C9D16-EBAD-4D65-BB63-E45BAB45A939}" type="presOf" srcId="{5B98CFBD-1409-459E-B71B-05A18D4EF2C1}" destId="{C6736AA4-300E-4C26-8CCF-44E84780BEA8}" srcOrd="1" destOrd="0" presId="urn:microsoft.com/office/officeart/2008/layout/HalfCircleOrganizationChart"/>
    <dgm:cxn modelId="{99203F2D-562C-49EE-8CBA-3B2763105E8A}" type="presOf" srcId="{FBDD1756-8A48-4643-921A-C2F0580D3BFB}" destId="{083914C9-AD13-410C-9A92-24B873BDD622}" srcOrd="1" destOrd="0" presId="urn:microsoft.com/office/officeart/2008/layout/HalfCircleOrganizationChart"/>
    <dgm:cxn modelId="{43882D34-DFA4-4C51-8229-F23366494C02}" srcId="{5B98CFBD-1409-459E-B71B-05A18D4EF2C1}" destId="{FBDD1756-8A48-4643-921A-C2F0580D3BFB}" srcOrd="1" destOrd="0" parTransId="{70205609-3240-4851-BA9C-E9743B1AAE40}" sibTransId="{80BA8036-0D35-4297-ADEC-76E4E436386F}"/>
    <dgm:cxn modelId="{A02E4E3D-68F5-457B-BB0C-8C262D5DF1C2}" type="presOf" srcId="{0EA6DA23-86C2-42FD-8985-27AEC88E20AF}" destId="{278E08D0-0005-41DB-97CB-49593B37AA23}" srcOrd="0" destOrd="0" presId="urn:microsoft.com/office/officeart/2008/layout/HalfCircleOrganizationChart"/>
    <dgm:cxn modelId="{1FB53A41-B87F-495A-A3A8-567BA4283525}" type="presOf" srcId="{8195F7AB-F4AC-4B30-A47C-4A300E7A4D1B}" destId="{2A03CBFD-4C84-43AA-B977-EB59FC4BDC04}" srcOrd="0" destOrd="0" presId="urn:microsoft.com/office/officeart/2008/layout/HalfCircleOrganizationChart"/>
    <dgm:cxn modelId="{726DDC64-B2D4-4AC8-A65A-8D498ED131C9}" srcId="{5B98CFBD-1409-459E-B71B-05A18D4EF2C1}" destId="{1FE992DC-129C-4C0B-9002-132962996808}" srcOrd="0" destOrd="0" parTransId="{13CD1EC6-03B6-4DF6-ADDA-8E27399AEFDA}" sibTransId="{CB7900D0-CAF2-4D22-A6F7-B32B321BE315}"/>
    <dgm:cxn modelId="{E873864D-6271-443E-98C8-13E2FEE44EE5}" srcId="{5B98CFBD-1409-459E-B71B-05A18D4EF2C1}" destId="{8195F7AB-F4AC-4B30-A47C-4A300E7A4D1B}" srcOrd="2" destOrd="0" parTransId="{0EA6DA23-86C2-42FD-8985-27AEC88E20AF}" sibTransId="{33036511-8053-4BFE-95D0-97A7C3FA5DF1}"/>
    <dgm:cxn modelId="{8CE11E80-C711-4DA4-A59F-9E1673AEE350}" type="presOf" srcId="{FBDD1756-8A48-4643-921A-C2F0580D3BFB}" destId="{01111FAE-D91D-4B9E-8B3C-DAD402D9ED47}" srcOrd="0" destOrd="0" presId="urn:microsoft.com/office/officeart/2008/layout/HalfCircleOrganizationChart"/>
    <dgm:cxn modelId="{3303D197-64E3-44F1-9A54-7FA4CF6F8F2C}" type="presOf" srcId="{5B98CFBD-1409-459E-B71B-05A18D4EF2C1}" destId="{9E789A9A-8953-4562-A5DE-6D546CC3C6F1}" srcOrd="0" destOrd="0" presId="urn:microsoft.com/office/officeart/2008/layout/HalfCircleOrganizationChart"/>
    <dgm:cxn modelId="{64FB2598-377E-4547-A1B7-CA26F42C2FD2}" type="presOf" srcId="{8195F7AB-F4AC-4B30-A47C-4A300E7A4D1B}" destId="{7FE30773-F91E-483D-98AD-D4C4424527B7}" srcOrd="1" destOrd="0" presId="urn:microsoft.com/office/officeart/2008/layout/HalfCircleOrganizationChart"/>
    <dgm:cxn modelId="{1F16F49D-C74E-42DB-86C2-9D5AB2125819}" srcId="{17727CCB-0D89-4705-B03B-E90185A109DC}" destId="{5B98CFBD-1409-459E-B71B-05A18D4EF2C1}" srcOrd="0" destOrd="0" parTransId="{38AF4EC6-AE02-431A-8370-CF2EB52C0004}" sibTransId="{EFD81AC1-F7A4-4645-A247-DE7FD86C4C22}"/>
    <dgm:cxn modelId="{301FFCA4-26E2-42C1-A415-DA9A3D3AD345}" type="presOf" srcId="{70205609-3240-4851-BA9C-E9743B1AAE40}" destId="{4824B847-29F8-4AD4-98D9-8BC8868CD2DC}" srcOrd="0" destOrd="0" presId="urn:microsoft.com/office/officeart/2008/layout/HalfCircleOrganizationChart"/>
    <dgm:cxn modelId="{B01121C6-CCDB-4918-AF72-4BFFA3E8393F}" type="presOf" srcId="{1FE992DC-129C-4C0B-9002-132962996808}" destId="{0B4B9660-5CD1-4A6A-8E5F-C6B855F5A95C}" srcOrd="0" destOrd="0" presId="urn:microsoft.com/office/officeart/2008/layout/HalfCircleOrganizationChart"/>
    <dgm:cxn modelId="{A7D898DC-062C-4783-993C-34314B5BF2B7}" type="presOf" srcId="{17727CCB-0D89-4705-B03B-E90185A109DC}" destId="{DCF46DFD-4B99-48B5-A9BB-39868D4276AC}" srcOrd="0" destOrd="0" presId="urn:microsoft.com/office/officeart/2008/layout/HalfCircleOrganizationChart"/>
    <dgm:cxn modelId="{8E0F62EE-85EA-4877-9E89-0C9C10E383CC}" type="presOf" srcId="{1FE992DC-129C-4C0B-9002-132962996808}" destId="{5AEBD33F-9998-4D0A-AB73-5E96FC246E6A}" srcOrd="1" destOrd="0" presId="urn:microsoft.com/office/officeart/2008/layout/HalfCircleOrganizationChart"/>
    <dgm:cxn modelId="{74C056FC-F1FC-4791-9F91-AD745E2EBEB2}" type="presOf" srcId="{13CD1EC6-03B6-4DF6-ADDA-8E27399AEFDA}" destId="{D43CA468-F00A-4587-8369-479A4D2BE030}" srcOrd="0" destOrd="0" presId="urn:microsoft.com/office/officeart/2008/layout/HalfCircleOrganizationChart"/>
    <dgm:cxn modelId="{4F558FD3-BFD5-494D-AA0C-9C162DBF6126}" type="presParOf" srcId="{DCF46DFD-4B99-48B5-A9BB-39868D4276AC}" destId="{E2349E9F-CC8E-4F03-A55C-6F404B3DA89E}" srcOrd="0" destOrd="0" presId="urn:microsoft.com/office/officeart/2008/layout/HalfCircleOrganizationChart"/>
    <dgm:cxn modelId="{0730E3E0-D6DF-4254-BFE6-84A349308DF6}" type="presParOf" srcId="{E2349E9F-CC8E-4F03-A55C-6F404B3DA89E}" destId="{720CAFEE-C691-4E4E-8FD8-6CD82CCFB312}" srcOrd="0" destOrd="0" presId="urn:microsoft.com/office/officeart/2008/layout/HalfCircleOrganizationChart"/>
    <dgm:cxn modelId="{FE405F13-ADB1-460E-8AF9-11EADA6C6074}" type="presParOf" srcId="{720CAFEE-C691-4E4E-8FD8-6CD82CCFB312}" destId="{9E789A9A-8953-4562-A5DE-6D546CC3C6F1}" srcOrd="0" destOrd="0" presId="urn:microsoft.com/office/officeart/2008/layout/HalfCircleOrganizationChart"/>
    <dgm:cxn modelId="{97F96995-A65C-46C8-9F59-6437F1932AE3}" type="presParOf" srcId="{720CAFEE-C691-4E4E-8FD8-6CD82CCFB312}" destId="{04B2C9B7-797A-4FD1-9336-B7CD3091D014}" srcOrd="1" destOrd="0" presId="urn:microsoft.com/office/officeart/2008/layout/HalfCircleOrganizationChart"/>
    <dgm:cxn modelId="{1C850182-F2CB-4D96-A633-E3CDE0EF6F55}" type="presParOf" srcId="{720CAFEE-C691-4E4E-8FD8-6CD82CCFB312}" destId="{071E3B3A-5D39-4E2C-9483-94B87310F7E3}" srcOrd="2" destOrd="0" presId="urn:microsoft.com/office/officeart/2008/layout/HalfCircleOrganizationChart"/>
    <dgm:cxn modelId="{A5EF2E71-8BE6-47EE-88DA-A5B58A5EAF83}" type="presParOf" srcId="{720CAFEE-C691-4E4E-8FD8-6CD82CCFB312}" destId="{C6736AA4-300E-4C26-8CCF-44E84780BEA8}" srcOrd="3" destOrd="0" presId="urn:microsoft.com/office/officeart/2008/layout/HalfCircleOrganizationChart"/>
    <dgm:cxn modelId="{D65EA7E5-D655-45B0-B086-4C886506A878}" type="presParOf" srcId="{E2349E9F-CC8E-4F03-A55C-6F404B3DA89E}" destId="{28E7AF77-1016-4756-A6A2-4C8C7B2CD7E2}" srcOrd="1" destOrd="0" presId="urn:microsoft.com/office/officeart/2008/layout/HalfCircleOrganizationChart"/>
    <dgm:cxn modelId="{3F977C41-196B-4485-880A-BB960CCE4352}" type="presParOf" srcId="{28E7AF77-1016-4756-A6A2-4C8C7B2CD7E2}" destId="{4824B847-29F8-4AD4-98D9-8BC8868CD2DC}" srcOrd="0" destOrd="0" presId="urn:microsoft.com/office/officeart/2008/layout/HalfCircleOrganizationChart"/>
    <dgm:cxn modelId="{1BB24F3A-6CC0-4D34-9C58-140E6EFB3063}" type="presParOf" srcId="{28E7AF77-1016-4756-A6A2-4C8C7B2CD7E2}" destId="{BF26A2E3-6A5A-4521-8D0E-E7BA2D8D0ED2}" srcOrd="1" destOrd="0" presId="urn:microsoft.com/office/officeart/2008/layout/HalfCircleOrganizationChart"/>
    <dgm:cxn modelId="{13BBD146-5BE7-4348-865C-390FE44B58F6}" type="presParOf" srcId="{BF26A2E3-6A5A-4521-8D0E-E7BA2D8D0ED2}" destId="{C45FF41A-4364-48CB-BD79-65A80ABE1EAA}" srcOrd="0" destOrd="0" presId="urn:microsoft.com/office/officeart/2008/layout/HalfCircleOrganizationChart"/>
    <dgm:cxn modelId="{AA66B9D2-B027-4937-974E-30C51A139A79}" type="presParOf" srcId="{C45FF41A-4364-48CB-BD79-65A80ABE1EAA}" destId="{01111FAE-D91D-4B9E-8B3C-DAD402D9ED47}" srcOrd="0" destOrd="0" presId="urn:microsoft.com/office/officeart/2008/layout/HalfCircleOrganizationChart"/>
    <dgm:cxn modelId="{77E4D6B6-9DD4-4477-8A85-A77A294C9D03}" type="presParOf" srcId="{C45FF41A-4364-48CB-BD79-65A80ABE1EAA}" destId="{188EC5CE-AA16-4F78-BC7D-2DC50B5BE9FB}" srcOrd="1" destOrd="0" presId="urn:microsoft.com/office/officeart/2008/layout/HalfCircleOrganizationChart"/>
    <dgm:cxn modelId="{71BEA259-C500-4688-AE58-1966FB1F5528}" type="presParOf" srcId="{C45FF41A-4364-48CB-BD79-65A80ABE1EAA}" destId="{471EC8C2-4EDA-4497-8556-C7741958161D}" srcOrd="2" destOrd="0" presId="urn:microsoft.com/office/officeart/2008/layout/HalfCircleOrganizationChart"/>
    <dgm:cxn modelId="{D40778E5-20B3-4683-9310-255E20E2DE57}" type="presParOf" srcId="{C45FF41A-4364-48CB-BD79-65A80ABE1EAA}" destId="{083914C9-AD13-410C-9A92-24B873BDD622}" srcOrd="3" destOrd="0" presId="urn:microsoft.com/office/officeart/2008/layout/HalfCircleOrganizationChart"/>
    <dgm:cxn modelId="{CA68505D-4019-4F63-922C-FC4AA79CC393}" type="presParOf" srcId="{BF26A2E3-6A5A-4521-8D0E-E7BA2D8D0ED2}" destId="{C51620B7-4D23-405A-8CAA-4664A0D6E9D4}" srcOrd="1" destOrd="0" presId="urn:microsoft.com/office/officeart/2008/layout/HalfCircleOrganizationChart"/>
    <dgm:cxn modelId="{A454CB34-3880-4140-AC61-9D1C73B02EAE}" type="presParOf" srcId="{BF26A2E3-6A5A-4521-8D0E-E7BA2D8D0ED2}" destId="{59D08492-6E88-4731-B930-5C878DF3AAED}" srcOrd="2" destOrd="0" presId="urn:microsoft.com/office/officeart/2008/layout/HalfCircleOrganizationChart"/>
    <dgm:cxn modelId="{E7FAFB7B-D3D1-4E66-8E07-6E5539B0E938}" type="presParOf" srcId="{28E7AF77-1016-4756-A6A2-4C8C7B2CD7E2}" destId="{278E08D0-0005-41DB-97CB-49593B37AA23}" srcOrd="2" destOrd="0" presId="urn:microsoft.com/office/officeart/2008/layout/HalfCircleOrganizationChart"/>
    <dgm:cxn modelId="{C0E0C4AF-2625-4191-BAF0-3566D261F7F7}" type="presParOf" srcId="{28E7AF77-1016-4756-A6A2-4C8C7B2CD7E2}" destId="{ED04F178-8CD8-4838-9F0C-6E6022A12350}" srcOrd="3" destOrd="0" presId="urn:microsoft.com/office/officeart/2008/layout/HalfCircleOrganizationChart"/>
    <dgm:cxn modelId="{8C4AA621-1BDF-460E-9495-DEC64EE0D0F3}" type="presParOf" srcId="{ED04F178-8CD8-4838-9F0C-6E6022A12350}" destId="{84DB3678-07B5-4CFF-A754-4F1D80E75CE0}" srcOrd="0" destOrd="0" presId="urn:microsoft.com/office/officeart/2008/layout/HalfCircleOrganizationChart"/>
    <dgm:cxn modelId="{EE756FE1-248F-438A-9A94-160F3F2B73B9}" type="presParOf" srcId="{84DB3678-07B5-4CFF-A754-4F1D80E75CE0}" destId="{2A03CBFD-4C84-43AA-B977-EB59FC4BDC04}" srcOrd="0" destOrd="0" presId="urn:microsoft.com/office/officeart/2008/layout/HalfCircleOrganizationChart"/>
    <dgm:cxn modelId="{0B0C6569-4A65-495E-8209-DE0FF65A25D2}" type="presParOf" srcId="{84DB3678-07B5-4CFF-A754-4F1D80E75CE0}" destId="{51F53D9D-75CE-4D31-A9D8-EE6399CAEBB8}" srcOrd="1" destOrd="0" presId="urn:microsoft.com/office/officeart/2008/layout/HalfCircleOrganizationChart"/>
    <dgm:cxn modelId="{A5B27A81-CD3F-4D5E-88FB-C47B3F83A310}" type="presParOf" srcId="{84DB3678-07B5-4CFF-A754-4F1D80E75CE0}" destId="{B1EDD1E9-A4C8-4797-A1F7-8B7634231609}" srcOrd="2" destOrd="0" presId="urn:microsoft.com/office/officeart/2008/layout/HalfCircleOrganizationChart"/>
    <dgm:cxn modelId="{2CA7696E-6F12-478C-B11E-DAA68CB562CE}" type="presParOf" srcId="{84DB3678-07B5-4CFF-A754-4F1D80E75CE0}" destId="{7FE30773-F91E-483D-98AD-D4C4424527B7}" srcOrd="3" destOrd="0" presId="urn:microsoft.com/office/officeart/2008/layout/HalfCircleOrganizationChart"/>
    <dgm:cxn modelId="{7079BA5D-E2FE-4EAA-91D2-5CB883B0C098}" type="presParOf" srcId="{ED04F178-8CD8-4838-9F0C-6E6022A12350}" destId="{45B5C826-2BCA-4A33-9A0A-6904F3A7353A}" srcOrd="1" destOrd="0" presId="urn:microsoft.com/office/officeart/2008/layout/HalfCircleOrganizationChart"/>
    <dgm:cxn modelId="{0AC01D54-6BBD-45D6-9AB8-CA5992B13632}" type="presParOf" srcId="{ED04F178-8CD8-4838-9F0C-6E6022A12350}" destId="{E9E822E3-A734-49C8-A84F-ABB9628B8F76}" srcOrd="2" destOrd="0" presId="urn:microsoft.com/office/officeart/2008/layout/HalfCircleOrganizationChart"/>
    <dgm:cxn modelId="{4A3F2990-1BC8-468C-97C6-4D9A01DA49F1}" type="presParOf" srcId="{E2349E9F-CC8E-4F03-A55C-6F404B3DA89E}" destId="{EAA0F300-CD5C-4BD8-9D2E-D562A6E7897D}" srcOrd="2" destOrd="0" presId="urn:microsoft.com/office/officeart/2008/layout/HalfCircleOrganizationChart"/>
    <dgm:cxn modelId="{3E5F2BB6-88A1-4C48-9A01-245CD3315EE0}" type="presParOf" srcId="{EAA0F300-CD5C-4BD8-9D2E-D562A6E7897D}" destId="{D43CA468-F00A-4587-8369-479A4D2BE030}" srcOrd="0" destOrd="0" presId="urn:microsoft.com/office/officeart/2008/layout/HalfCircleOrganizationChart"/>
    <dgm:cxn modelId="{73A33775-4434-47C2-A796-4AB1AFBBAEE4}" type="presParOf" srcId="{EAA0F300-CD5C-4BD8-9D2E-D562A6E7897D}" destId="{407772AB-83FE-4527-881E-2255296DB487}" srcOrd="1" destOrd="0" presId="urn:microsoft.com/office/officeart/2008/layout/HalfCircleOrganizationChart"/>
    <dgm:cxn modelId="{4025053E-2567-4C61-BB9A-D5C8AFAB17A5}" type="presParOf" srcId="{407772AB-83FE-4527-881E-2255296DB487}" destId="{BEE9692B-07C2-43AD-AC5C-2BACD95BC8FF}" srcOrd="0" destOrd="0" presId="urn:microsoft.com/office/officeart/2008/layout/HalfCircleOrganizationChart"/>
    <dgm:cxn modelId="{C81C45EE-EBEB-4B9D-B9D0-D4768E1109DE}" type="presParOf" srcId="{BEE9692B-07C2-43AD-AC5C-2BACD95BC8FF}" destId="{0B4B9660-5CD1-4A6A-8E5F-C6B855F5A95C}" srcOrd="0" destOrd="0" presId="urn:microsoft.com/office/officeart/2008/layout/HalfCircleOrganizationChart"/>
    <dgm:cxn modelId="{BCB20FAF-99D8-4C25-8FD6-FD9EAB231990}" type="presParOf" srcId="{BEE9692B-07C2-43AD-AC5C-2BACD95BC8FF}" destId="{629D2B6D-147A-48EC-895F-76D480E22607}" srcOrd="1" destOrd="0" presId="urn:microsoft.com/office/officeart/2008/layout/HalfCircleOrganizationChart"/>
    <dgm:cxn modelId="{C10845A1-789E-4AAE-9B1F-CAF5CC4173FB}" type="presParOf" srcId="{BEE9692B-07C2-43AD-AC5C-2BACD95BC8FF}" destId="{9D36116E-7845-43E6-AB17-DEB6E3EF9167}" srcOrd="2" destOrd="0" presId="urn:microsoft.com/office/officeart/2008/layout/HalfCircleOrganizationChart"/>
    <dgm:cxn modelId="{6956E4BC-0BFA-43B1-96A2-51C48079E5AA}" type="presParOf" srcId="{BEE9692B-07C2-43AD-AC5C-2BACD95BC8FF}" destId="{5AEBD33F-9998-4D0A-AB73-5E96FC246E6A}" srcOrd="3" destOrd="0" presId="urn:microsoft.com/office/officeart/2008/layout/HalfCircleOrganizationChart"/>
    <dgm:cxn modelId="{40CF4C9B-154B-4522-9B2A-BB7177B6071A}" type="presParOf" srcId="{407772AB-83FE-4527-881E-2255296DB487}" destId="{491EB7DA-387E-4819-89EC-5421E621F6A9}" srcOrd="1" destOrd="0" presId="urn:microsoft.com/office/officeart/2008/layout/HalfCircleOrganizationChart"/>
    <dgm:cxn modelId="{A5D73F5B-51A4-479D-B0B6-995964234A69}" type="presParOf" srcId="{407772AB-83FE-4527-881E-2255296DB487}" destId="{A10EBE72-C11F-47FC-9821-D02000EA7D47}" srcOrd="2" destOrd="0" presId="urn:microsoft.com/office/officeart/2008/layout/HalfCircle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162639-4DC3-48F7-AC0D-CDAA0B1F8158}" type="doc">
      <dgm:prSet loTypeId="urn:microsoft.com/office/officeart/2005/8/layout/chevron1" loCatId="process" qsTypeId="urn:microsoft.com/office/officeart/2005/8/quickstyle/3d1" qsCatId="3D" csTypeId="urn:microsoft.com/office/officeart/2005/8/colors/colorful5" csCatId="colorful" phldr="1"/>
      <dgm:spPr/>
      <dgm:t>
        <a:bodyPr/>
        <a:lstStyle/>
        <a:p>
          <a:endParaRPr lang="ru-RU"/>
        </a:p>
      </dgm:t>
    </dgm:pt>
    <dgm:pt modelId="{548352A0-D8ED-4DBE-BD82-9BBAD275846D}">
      <dgm:prSet custT="1"/>
      <dgm:spPr/>
      <dgm:t>
        <a:bodyPr/>
        <a:lstStyle/>
        <a:p>
          <a:r>
            <a:rPr lang="ru-RU" sz="1400" dirty="0">
              <a:solidFill>
                <a:schemeClr val="tx2">
                  <a:lumMod val="75000"/>
                </a:schemeClr>
              </a:solidFill>
            </a:rPr>
            <a:t>Инициализация сессии:</a:t>
          </a:r>
        </a:p>
      </dgm:t>
    </dgm:pt>
    <dgm:pt modelId="{0676A3BC-AB87-4272-9C0D-121B581615DC}" type="parTrans" cxnId="{CBE59B33-67C2-4668-B244-5FA3F617D657}">
      <dgm:prSet/>
      <dgm:spPr/>
      <dgm:t>
        <a:bodyPr/>
        <a:lstStyle/>
        <a:p>
          <a:endParaRPr lang="ru-RU" sz="2000">
            <a:solidFill>
              <a:schemeClr val="tx2">
                <a:lumMod val="75000"/>
              </a:schemeClr>
            </a:solidFill>
          </a:endParaRPr>
        </a:p>
      </dgm:t>
    </dgm:pt>
    <dgm:pt modelId="{D8EA7CEA-DB9D-4AC1-9E40-A0CA523D3308}" type="sibTrans" cxnId="{CBE59B33-67C2-4668-B244-5FA3F617D657}">
      <dgm:prSet/>
      <dgm:spPr/>
      <dgm:t>
        <a:bodyPr/>
        <a:lstStyle/>
        <a:p>
          <a:endParaRPr lang="ru-RU" sz="2000">
            <a:solidFill>
              <a:schemeClr val="tx2">
                <a:lumMod val="75000"/>
              </a:schemeClr>
            </a:solidFill>
          </a:endParaRPr>
        </a:p>
      </dgm:t>
    </dgm:pt>
    <dgm:pt modelId="{BBFF0C6B-23A0-4967-84CF-2EECCE9C8FC6}">
      <dgm:prSet custT="1"/>
      <dgm:spPr/>
      <dgm:t>
        <a:bodyPr/>
        <a:lstStyle/>
        <a:p>
          <a:r>
            <a:rPr lang="ru-RU" sz="1400" dirty="0">
              <a:solidFill>
                <a:schemeClr val="tx2">
                  <a:lumMod val="75000"/>
                </a:schemeClr>
              </a:solidFill>
            </a:rPr>
            <a:t>Сбор телеметрии:</a:t>
          </a:r>
        </a:p>
      </dgm:t>
    </dgm:pt>
    <dgm:pt modelId="{2BC0D283-AFB4-4788-97A6-5BFAF867DDD5}" type="parTrans" cxnId="{2805CC98-10E7-4159-9E3A-5F4D518AE3E7}">
      <dgm:prSet/>
      <dgm:spPr/>
      <dgm:t>
        <a:bodyPr/>
        <a:lstStyle/>
        <a:p>
          <a:endParaRPr lang="ru-RU" sz="2000">
            <a:solidFill>
              <a:schemeClr val="tx2">
                <a:lumMod val="75000"/>
              </a:schemeClr>
            </a:solidFill>
          </a:endParaRPr>
        </a:p>
      </dgm:t>
    </dgm:pt>
    <dgm:pt modelId="{CD903429-B252-4EBC-ACD7-ECA459DDD783}" type="sibTrans" cxnId="{2805CC98-10E7-4159-9E3A-5F4D518AE3E7}">
      <dgm:prSet/>
      <dgm:spPr/>
      <dgm:t>
        <a:bodyPr/>
        <a:lstStyle/>
        <a:p>
          <a:endParaRPr lang="ru-RU" sz="2000">
            <a:solidFill>
              <a:schemeClr val="tx2">
                <a:lumMod val="75000"/>
              </a:schemeClr>
            </a:solidFill>
          </a:endParaRPr>
        </a:p>
      </dgm:t>
    </dgm:pt>
    <dgm:pt modelId="{F04D7126-A4E6-4A2C-8BC1-D58896E3E916}">
      <dgm:prSet custT="1"/>
      <dgm:spPr/>
      <dgm:t>
        <a:bodyPr/>
        <a:lstStyle/>
        <a:p>
          <a:r>
            <a:rPr lang="ru-RU" sz="1400" dirty="0">
              <a:solidFill>
                <a:schemeClr val="tx2">
                  <a:lumMod val="75000"/>
                </a:schemeClr>
              </a:solidFill>
            </a:rPr>
            <a:t>Анализ вывода команд</a:t>
          </a:r>
        </a:p>
      </dgm:t>
    </dgm:pt>
    <dgm:pt modelId="{50684050-58AF-44C7-B205-2AED28311B5D}" type="parTrans" cxnId="{DDFA4A98-599F-4575-A07E-914756994732}">
      <dgm:prSet/>
      <dgm:spPr/>
      <dgm:t>
        <a:bodyPr/>
        <a:lstStyle/>
        <a:p>
          <a:endParaRPr lang="ru-RU" sz="2000">
            <a:solidFill>
              <a:schemeClr val="tx2">
                <a:lumMod val="75000"/>
              </a:schemeClr>
            </a:solidFill>
          </a:endParaRPr>
        </a:p>
      </dgm:t>
    </dgm:pt>
    <dgm:pt modelId="{48324EA2-2D76-4CE3-AA35-A1DF1FA65BBA}" type="sibTrans" cxnId="{DDFA4A98-599F-4575-A07E-914756994732}">
      <dgm:prSet/>
      <dgm:spPr/>
      <dgm:t>
        <a:bodyPr/>
        <a:lstStyle/>
        <a:p>
          <a:endParaRPr lang="ru-RU" sz="2000">
            <a:solidFill>
              <a:schemeClr val="tx2">
                <a:lumMod val="75000"/>
              </a:schemeClr>
            </a:solidFill>
          </a:endParaRPr>
        </a:p>
      </dgm:t>
    </dgm:pt>
    <dgm:pt modelId="{3C3773C6-838E-485F-A358-23D50F4B01C4}">
      <dgm:prSet custT="1"/>
      <dgm:spPr/>
      <dgm:t>
        <a:bodyPr/>
        <a:lstStyle/>
        <a:p>
          <a:r>
            <a:rPr lang="ru-RU" sz="1400" dirty="0">
              <a:solidFill>
                <a:schemeClr val="tx2">
                  <a:lumMod val="75000"/>
                </a:schemeClr>
              </a:solidFill>
            </a:rPr>
            <a:t>Исследование запущенных процессов</a:t>
          </a:r>
        </a:p>
      </dgm:t>
    </dgm:pt>
    <dgm:pt modelId="{18ACC2C4-ED0B-4A9A-BD5C-37734D1E2639}" type="parTrans" cxnId="{5772C504-1379-4504-AF57-A611F2950CFB}">
      <dgm:prSet/>
      <dgm:spPr/>
      <dgm:t>
        <a:bodyPr/>
        <a:lstStyle/>
        <a:p>
          <a:endParaRPr lang="ru-RU" sz="2000">
            <a:solidFill>
              <a:schemeClr val="tx2">
                <a:lumMod val="75000"/>
              </a:schemeClr>
            </a:solidFill>
          </a:endParaRPr>
        </a:p>
      </dgm:t>
    </dgm:pt>
    <dgm:pt modelId="{04890494-02F8-465E-8B12-5DF1D22F63A5}" type="sibTrans" cxnId="{5772C504-1379-4504-AF57-A611F2950CFB}">
      <dgm:prSet/>
      <dgm:spPr/>
      <dgm:t>
        <a:bodyPr/>
        <a:lstStyle/>
        <a:p>
          <a:endParaRPr lang="ru-RU" sz="2000">
            <a:solidFill>
              <a:schemeClr val="tx2">
                <a:lumMod val="75000"/>
              </a:schemeClr>
            </a:solidFill>
          </a:endParaRPr>
        </a:p>
      </dgm:t>
    </dgm:pt>
    <dgm:pt modelId="{30183E7C-F4D9-4C83-827E-DA4146500059}">
      <dgm:prSet custT="1"/>
      <dgm:spPr/>
      <dgm:t>
        <a:bodyPr/>
        <a:lstStyle/>
        <a:p>
          <a:r>
            <a:rPr lang="ru-RU" sz="1400" dirty="0">
              <a:solidFill>
                <a:schemeClr val="tx2">
                  <a:lumMod val="75000"/>
                </a:schemeClr>
              </a:solidFill>
            </a:rPr>
            <a:t>Аудит сетевых служб</a:t>
          </a:r>
        </a:p>
      </dgm:t>
    </dgm:pt>
    <dgm:pt modelId="{A3AAF3FD-D950-4874-A575-71AFB15B2A7D}" type="parTrans" cxnId="{9263C43A-EA51-4A11-A179-21CE665D3A8B}">
      <dgm:prSet/>
      <dgm:spPr/>
      <dgm:t>
        <a:bodyPr/>
        <a:lstStyle/>
        <a:p>
          <a:endParaRPr lang="ru-RU" sz="2000">
            <a:solidFill>
              <a:schemeClr val="tx2">
                <a:lumMod val="75000"/>
              </a:schemeClr>
            </a:solidFill>
          </a:endParaRPr>
        </a:p>
      </dgm:t>
    </dgm:pt>
    <dgm:pt modelId="{32A76D95-2B05-4EF6-B706-68D701E9843E}" type="sibTrans" cxnId="{9263C43A-EA51-4A11-A179-21CE665D3A8B}">
      <dgm:prSet/>
      <dgm:spPr/>
      <dgm:t>
        <a:bodyPr/>
        <a:lstStyle/>
        <a:p>
          <a:endParaRPr lang="ru-RU" sz="2000">
            <a:solidFill>
              <a:schemeClr val="tx2">
                <a:lumMod val="75000"/>
              </a:schemeClr>
            </a:solidFill>
          </a:endParaRPr>
        </a:p>
      </dgm:t>
    </dgm:pt>
    <dgm:pt modelId="{86315BB9-99C3-443A-9C66-95EFF9BBD621}">
      <dgm:prSet custT="1"/>
      <dgm:spPr/>
      <dgm:t>
        <a:bodyPr/>
        <a:lstStyle/>
        <a:p>
          <a:r>
            <a:rPr lang="ru-RU" sz="1400" dirty="0">
              <a:solidFill>
                <a:schemeClr val="tx2">
                  <a:lumMod val="75000"/>
                </a:schemeClr>
              </a:solidFill>
            </a:rPr>
            <a:t>Проверка прав доступа текущего пользователя</a:t>
          </a:r>
        </a:p>
      </dgm:t>
    </dgm:pt>
    <dgm:pt modelId="{1DBDBB38-D424-4D5D-B605-FD94501050CD}" type="parTrans" cxnId="{A8E65946-38B8-4CF5-BF5B-66AD386D028C}">
      <dgm:prSet/>
      <dgm:spPr/>
      <dgm:t>
        <a:bodyPr/>
        <a:lstStyle/>
        <a:p>
          <a:endParaRPr lang="ru-RU" sz="2000">
            <a:solidFill>
              <a:schemeClr val="tx2">
                <a:lumMod val="75000"/>
              </a:schemeClr>
            </a:solidFill>
          </a:endParaRPr>
        </a:p>
      </dgm:t>
    </dgm:pt>
    <dgm:pt modelId="{79ACD0E3-5299-4CAB-9B0B-6FEB7E38338B}" type="sibTrans" cxnId="{A8E65946-38B8-4CF5-BF5B-66AD386D028C}">
      <dgm:prSet/>
      <dgm:spPr/>
      <dgm:t>
        <a:bodyPr/>
        <a:lstStyle/>
        <a:p>
          <a:endParaRPr lang="ru-RU" sz="2000">
            <a:solidFill>
              <a:schemeClr val="tx2">
                <a:lumMod val="75000"/>
              </a:schemeClr>
            </a:solidFill>
          </a:endParaRPr>
        </a:p>
      </dgm:t>
    </dgm:pt>
    <dgm:pt modelId="{0B18F6DF-3354-4528-AC35-318516B781A1}">
      <dgm:prSet custT="1"/>
      <dgm:spPr/>
      <dgm:t>
        <a:bodyPr/>
        <a:lstStyle/>
        <a:p>
          <a:r>
            <a:rPr lang="ru-RU" sz="1400" dirty="0">
              <a:solidFill>
                <a:schemeClr val="tx2">
                  <a:lumMod val="75000"/>
                </a:schemeClr>
              </a:solidFill>
            </a:rPr>
            <a:t>Семантический анализ уязвимостей</a:t>
          </a:r>
        </a:p>
      </dgm:t>
    </dgm:pt>
    <dgm:pt modelId="{F320D62C-2CF8-4FD5-B781-F42B263072B1}" type="parTrans" cxnId="{370A8D1C-0B1A-4468-BD24-AF9905132D96}">
      <dgm:prSet/>
      <dgm:spPr/>
      <dgm:t>
        <a:bodyPr/>
        <a:lstStyle/>
        <a:p>
          <a:endParaRPr lang="ru-RU" sz="2000">
            <a:solidFill>
              <a:schemeClr val="tx2">
                <a:lumMod val="75000"/>
              </a:schemeClr>
            </a:solidFill>
          </a:endParaRPr>
        </a:p>
      </dgm:t>
    </dgm:pt>
    <dgm:pt modelId="{3B70C4B2-62BC-4E35-95F6-C776A74CD6E5}" type="sibTrans" cxnId="{370A8D1C-0B1A-4468-BD24-AF9905132D96}">
      <dgm:prSet/>
      <dgm:spPr/>
      <dgm:t>
        <a:bodyPr/>
        <a:lstStyle/>
        <a:p>
          <a:endParaRPr lang="ru-RU" sz="2000">
            <a:solidFill>
              <a:schemeClr val="tx2">
                <a:lumMod val="75000"/>
              </a:schemeClr>
            </a:solidFill>
          </a:endParaRPr>
        </a:p>
      </dgm:t>
    </dgm:pt>
    <dgm:pt modelId="{68C64B07-5B8D-484C-8423-F4AB54D0ED06}">
      <dgm:prSet custT="1"/>
      <dgm:spPr/>
      <dgm:t>
        <a:bodyPr/>
        <a:lstStyle/>
        <a:p>
          <a:r>
            <a:rPr lang="ru-RU" sz="1400" dirty="0">
              <a:solidFill>
                <a:schemeClr val="tx2">
                  <a:lumMod val="75000"/>
                </a:schemeClr>
              </a:solidFill>
            </a:rPr>
            <a:t>Сопоставление версий ПО с базами известных уязвимостей (CVE)</a:t>
          </a:r>
        </a:p>
      </dgm:t>
    </dgm:pt>
    <dgm:pt modelId="{A6DA266B-318C-4270-A3DA-6D79B802D46A}" type="parTrans" cxnId="{9CF65D88-4EE3-445F-A7DC-82566940B2F2}">
      <dgm:prSet/>
      <dgm:spPr/>
      <dgm:t>
        <a:bodyPr/>
        <a:lstStyle/>
        <a:p>
          <a:endParaRPr lang="ru-RU" sz="2000">
            <a:solidFill>
              <a:schemeClr val="tx2">
                <a:lumMod val="75000"/>
              </a:schemeClr>
            </a:solidFill>
          </a:endParaRPr>
        </a:p>
      </dgm:t>
    </dgm:pt>
    <dgm:pt modelId="{D4643CFD-38BE-400E-962E-6C00D62F116B}" type="sibTrans" cxnId="{9CF65D88-4EE3-445F-A7DC-82566940B2F2}">
      <dgm:prSet/>
      <dgm:spPr/>
      <dgm:t>
        <a:bodyPr/>
        <a:lstStyle/>
        <a:p>
          <a:endParaRPr lang="ru-RU" sz="2000">
            <a:solidFill>
              <a:schemeClr val="tx2">
                <a:lumMod val="75000"/>
              </a:schemeClr>
            </a:solidFill>
          </a:endParaRPr>
        </a:p>
      </dgm:t>
    </dgm:pt>
    <dgm:pt modelId="{BDF9BAA1-3402-429A-92E2-C0E5A2A66F83}">
      <dgm:prSet custT="1"/>
      <dgm:spPr/>
      <dgm:t>
        <a:bodyPr/>
        <a:lstStyle/>
        <a:p>
          <a:r>
            <a:rPr lang="ru-RU" sz="1400" dirty="0">
              <a:solidFill>
                <a:schemeClr val="tx2">
                  <a:lumMod val="75000"/>
                </a:schemeClr>
              </a:solidFill>
            </a:rPr>
            <a:t>Выявление небезопасных конфигураций (</a:t>
          </a:r>
          <a:r>
            <a:rPr lang="ru-RU" sz="1400" dirty="0" err="1">
              <a:solidFill>
                <a:schemeClr val="tx2">
                  <a:lumMod val="75000"/>
                </a:schemeClr>
              </a:solidFill>
            </a:rPr>
            <a:t>world-writable</a:t>
          </a:r>
          <a:r>
            <a:rPr lang="ru-RU" sz="1400" dirty="0">
              <a:solidFill>
                <a:schemeClr val="tx2">
                  <a:lumMod val="75000"/>
                </a:schemeClr>
              </a:solidFill>
            </a:rPr>
            <a:t> файлы, слабые настройки </a:t>
          </a:r>
          <a:r>
            <a:rPr lang="ru-RU" sz="1400" dirty="0" err="1">
              <a:solidFill>
                <a:schemeClr val="tx2">
                  <a:lumMod val="75000"/>
                </a:schemeClr>
              </a:solidFill>
            </a:rPr>
            <a:t>SELinux</a:t>
          </a:r>
          <a:r>
            <a:rPr lang="ru-RU" sz="1400" dirty="0">
              <a:solidFill>
                <a:schemeClr val="tx2">
                  <a:lumMod val="75000"/>
                </a:schemeClr>
              </a:solidFill>
            </a:rPr>
            <a:t>)</a:t>
          </a:r>
        </a:p>
      </dgm:t>
    </dgm:pt>
    <dgm:pt modelId="{847B1771-1A5D-4519-845C-6AB44F125C0A}" type="parTrans" cxnId="{722AF274-9B15-4DBE-95AE-14EF36E390D5}">
      <dgm:prSet/>
      <dgm:spPr/>
      <dgm:t>
        <a:bodyPr/>
        <a:lstStyle/>
        <a:p>
          <a:endParaRPr lang="ru-RU" sz="2000">
            <a:solidFill>
              <a:schemeClr val="tx2">
                <a:lumMod val="75000"/>
              </a:schemeClr>
            </a:solidFill>
          </a:endParaRPr>
        </a:p>
      </dgm:t>
    </dgm:pt>
    <dgm:pt modelId="{3CE458AE-46B3-4527-AF95-2C41DD20D10A}" type="sibTrans" cxnId="{722AF274-9B15-4DBE-95AE-14EF36E390D5}">
      <dgm:prSet/>
      <dgm:spPr/>
      <dgm:t>
        <a:bodyPr/>
        <a:lstStyle/>
        <a:p>
          <a:endParaRPr lang="ru-RU" sz="2000">
            <a:solidFill>
              <a:schemeClr val="tx2">
                <a:lumMod val="75000"/>
              </a:schemeClr>
            </a:solidFill>
          </a:endParaRPr>
        </a:p>
      </dgm:t>
    </dgm:pt>
    <dgm:pt modelId="{E75C538D-CB77-4CFC-A9A3-658A90C725B1}">
      <dgm:prSet custT="1"/>
      <dgm:spPr/>
      <dgm:t>
        <a:bodyPr/>
        <a:lstStyle/>
        <a:p>
          <a:r>
            <a:rPr lang="ru-RU" sz="1400" dirty="0">
              <a:solidFill>
                <a:schemeClr val="tx2">
                  <a:lumMod val="75000"/>
                </a:schemeClr>
              </a:solidFill>
            </a:rPr>
            <a:t>Анализ контекста выполнения процессов привилегированных пользователей сделай красивую схему последовательности</a:t>
          </a:r>
        </a:p>
      </dgm:t>
    </dgm:pt>
    <dgm:pt modelId="{4387516D-9621-46FC-87C6-59AEFDCBC3E3}" type="parTrans" cxnId="{3C7B27A0-AFAA-47B1-8F63-90FF5324C8AD}">
      <dgm:prSet/>
      <dgm:spPr/>
      <dgm:t>
        <a:bodyPr/>
        <a:lstStyle/>
        <a:p>
          <a:endParaRPr lang="ru-RU" sz="2000">
            <a:solidFill>
              <a:schemeClr val="tx2">
                <a:lumMod val="75000"/>
              </a:schemeClr>
            </a:solidFill>
          </a:endParaRPr>
        </a:p>
      </dgm:t>
    </dgm:pt>
    <dgm:pt modelId="{A930E700-2470-478A-9793-4671CA1775FD}" type="sibTrans" cxnId="{3C7B27A0-AFAA-47B1-8F63-90FF5324C8AD}">
      <dgm:prSet/>
      <dgm:spPr/>
      <dgm:t>
        <a:bodyPr/>
        <a:lstStyle/>
        <a:p>
          <a:endParaRPr lang="ru-RU" sz="2000">
            <a:solidFill>
              <a:schemeClr val="tx2">
                <a:lumMod val="75000"/>
              </a:schemeClr>
            </a:solidFill>
          </a:endParaRPr>
        </a:p>
      </dgm:t>
    </dgm:pt>
    <dgm:pt modelId="{F02B71AE-9C20-4945-9B1B-D8277BAB02B3}">
      <dgm:prSet custT="1"/>
      <dgm:spPr/>
      <dgm:t>
        <a:bodyPr/>
        <a:lstStyle/>
        <a:p>
          <a:r>
            <a:rPr lang="ru-RU" sz="1400" dirty="0">
              <a:solidFill>
                <a:schemeClr val="tx2">
                  <a:lumMod val="75000"/>
                </a:schemeClr>
              </a:solidFill>
            </a:rPr>
            <a:t>Установление SSH-соединения</a:t>
          </a:r>
        </a:p>
      </dgm:t>
    </dgm:pt>
    <dgm:pt modelId="{1ED3B0BB-9F43-4823-95B2-561F0F09E0C4}" type="parTrans" cxnId="{B33F1751-F6B1-4D7C-83D4-144F6A63C17E}">
      <dgm:prSet/>
      <dgm:spPr/>
      <dgm:t>
        <a:bodyPr/>
        <a:lstStyle/>
        <a:p>
          <a:endParaRPr lang="ru-RU" sz="2000">
            <a:solidFill>
              <a:schemeClr val="tx2">
                <a:lumMod val="75000"/>
              </a:schemeClr>
            </a:solidFill>
          </a:endParaRPr>
        </a:p>
      </dgm:t>
    </dgm:pt>
    <dgm:pt modelId="{B651B01A-0181-4BF0-9D03-AC1A9D0ABC53}" type="sibTrans" cxnId="{B33F1751-F6B1-4D7C-83D4-144F6A63C17E}">
      <dgm:prSet/>
      <dgm:spPr/>
      <dgm:t>
        <a:bodyPr/>
        <a:lstStyle/>
        <a:p>
          <a:endParaRPr lang="ru-RU" sz="2000">
            <a:solidFill>
              <a:schemeClr val="tx2">
                <a:lumMod val="75000"/>
              </a:schemeClr>
            </a:solidFill>
          </a:endParaRPr>
        </a:p>
      </dgm:t>
    </dgm:pt>
    <dgm:pt modelId="{60AD1823-7E0B-4ABF-AD0F-FBF5A8EE73F3}">
      <dgm:prSet custT="1"/>
      <dgm:spPr/>
      <dgm:t>
        <a:bodyPr/>
        <a:lstStyle/>
        <a:p>
          <a:r>
            <a:rPr lang="ru-RU" sz="1400" dirty="0">
              <a:solidFill>
                <a:schemeClr val="tx2">
                  <a:lumMod val="75000"/>
                </a:schemeClr>
              </a:solidFill>
            </a:rPr>
            <a:t>Автоматизированный сбор системной информации через:</a:t>
          </a:r>
        </a:p>
      </dgm:t>
    </dgm:pt>
    <dgm:pt modelId="{95C3EA1B-543D-47BD-B1BC-5D92F5C7F631}" type="parTrans" cxnId="{E9C27BE8-4E67-4F6A-B079-6D285902A9AA}">
      <dgm:prSet/>
      <dgm:spPr/>
      <dgm:t>
        <a:bodyPr/>
        <a:lstStyle/>
        <a:p>
          <a:endParaRPr lang="ru-RU" sz="2000">
            <a:solidFill>
              <a:schemeClr val="tx2">
                <a:lumMod val="75000"/>
              </a:schemeClr>
            </a:solidFill>
          </a:endParaRPr>
        </a:p>
      </dgm:t>
    </dgm:pt>
    <dgm:pt modelId="{10738393-1294-406B-AE7E-4C72554AB26D}" type="sibTrans" cxnId="{E9C27BE8-4E67-4F6A-B079-6D285902A9AA}">
      <dgm:prSet/>
      <dgm:spPr/>
      <dgm:t>
        <a:bodyPr/>
        <a:lstStyle/>
        <a:p>
          <a:endParaRPr lang="ru-RU" sz="2000">
            <a:solidFill>
              <a:schemeClr val="tx2">
                <a:lumMod val="75000"/>
              </a:schemeClr>
            </a:solidFill>
          </a:endParaRPr>
        </a:p>
      </dgm:t>
    </dgm:pt>
    <dgm:pt modelId="{69DDD358-F4E0-4D65-8298-3049B422128D}">
      <dgm:prSet custT="1"/>
      <dgm:spPr/>
      <dgm:t>
        <a:bodyPr/>
        <a:lstStyle/>
        <a:p>
          <a:r>
            <a:rPr lang="ru-RU" sz="1400" dirty="0" err="1">
              <a:solidFill>
                <a:schemeClr val="tx2">
                  <a:lumMod val="75000"/>
                </a:schemeClr>
              </a:solidFill>
            </a:rPr>
            <a:t>uname</a:t>
          </a:r>
          <a:r>
            <a:rPr lang="ru-RU" sz="1400" dirty="0">
              <a:solidFill>
                <a:schemeClr val="tx2">
                  <a:lumMod val="75000"/>
                </a:schemeClr>
              </a:solidFill>
            </a:rPr>
            <a:t> -a, </a:t>
          </a:r>
          <a:r>
            <a:rPr lang="ru-RU" sz="1400" dirty="0" err="1">
              <a:solidFill>
                <a:schemeClr val="tx2">
                  <a:lumMod val="75000"/>
                </a:schemeClr>
              </a:solidFill>
            </a:rPr>
            <a:t>cat</a:t>
          </a:r>
          <a:r>
            <a:rPr lang="ru-RU" sz="1400" dirty="0">
              <a:solidFill>
                <a:schemeClr val="tx2">
                  <a:lumMod val="75000"/>
                </a:schemeClr>
              </a:solidFill>
            </a:rPr>
            <a:t> /</a:t>
          </a:r>
          <a:r>
            <a:rPr lang="ru-RU" sz="1400" dirty="0" err="1">
              <a:solidFill>
                <a:schemeClr val="tx2">
                  <a:lumMod val="75000"/>
                </a:schemeClr>
              </a:solidFill>
            </a:rPr>
            <a:t>etc</a:t>
          </a:r>
          <a:r>
            <a:rPr lang="ru-RU" sz="1400" dirty="0">
              <a:solidFill>
                <a:schemeClr val="tx2">
                  <a:lumMod val="75000"/>
                </a:schemeClr>
              </a:solidFill>
            </a:rPr>
            <a:t>/*</a:t>
          </a:r>
          <a:r>
            <a:rPr lang="ru-RU" sz="1400" dirty="0" err="1">
              <a:solidFill>
                <a:schemeClr val="tx2">
                  <a:lumMod val="75000"/>
                </a:schemeClr>
              </a:solidFill>
            </a:rPr>
            <a:t>release</a:t>
          </a:r>
          <a:endParaRPr lang="ru-RU" sz="1400" dirty="0">
            <a:solidFill>
              <a:schemeClr val="tx2">
                <a:lumMod val="75000"/>
              </a:schemeClr>
            </a:solidFill>
          </a:endParaRPr>
        </a:p>
      </dgm:t>
    </dgm:pt>
    <dgm:pt modelId="{99436003-E7FE-4BB5-B3CD-A6628DE3D168}" type="parTrans" cxnId="{E0FAF018-6C53-41BF-8163-496DB8740B04}">
      <dgm:prSet/>
      <dgm:spPr/>
      <dgm:t>
        <a:bodyPr/>
        <a:lstStyle/>
        <a:p>
          <a:endParaRPr lang="ru-RU" sz="2000">
            <a:solidFill>
              <a:schemeClr val="tx2">
                <a:lumMod val="75000"/>
              </a:schemeClr>
            </a:solidFill>
          </a:endParaRPr>
        </a:p>
      </dgm:t>
    </dgm:pt>
    <dgm:pt modelId="{F284DB6C-2845-440D-A6CA-D5E54A856201}" type="sibTrans" cxnId="{E0FAF018-6C53-41BF-8163-496DB8740B04}">
      <dgm:prSet/>
      <dgm:spPr/>
      <dgm:t>
        <a:bodyPr/>
        <a:lstStyle/>
        <a:p>
          <a:endParaRPr lang="ru-RU" sz="2000">
            <a:solidFill>
              <a:schemeClr val="tx2">
                <a:lumMod val="75000"/>
              </a:schemeClr>
            </a:solidFill>
          </a:endParaRPr>
        </a:p>
      </dgm:t>
    </dgm:pt>
    <dgm:pt modelId="{FAE6544B-9340-4900-93C1-EBF490B353DC}">
      <dgm:prSet custT="1"/>
      <dgm:spPr/>
      <dgm:t>
        <a:bodyPr/>
        <a:lstStyle/>
        <a:p>
          <a:r>
            <a:rPr lang="ru-RU" sz="1400" dirty="0">
              <a:solidFill>
                <a:schemeClr val="tx2">
                  <a:lumMod val="75000"/>
                </a:schemeClr>
              </a:solidFill>
            </a:rPr>
            <a:t>(</a:t>
          </a:r>
          <a:r>
            <a:rPr lang="ru-RU" sz="1400" dirty="0" err="1">
              <a:solidFill>
                <a:schemeClr val="tx2">
                  <a:lumMod val="75000"/>
                </a:schemeClr>
              </a:solidFill>
            </a:rPr>
            <a:t>ps</a:t>
          </a:r>
          <a:r>
            <a:rPr lang="ru-RU" sz="1400" dirty="0">
              <a:solidFill>
                <a:schemeClr val="tx2">
                  <a:lumMod val="75000"/>
                </a:schemeClr>
              </a:solidFill>
            </a:rPr>
            <a:t> </a:t>
          </a:r>
          <a:r>
            <a:rPr lang="ru-RU" sz="1400" dirty="0" err="1">
              <a:solidFill>
                <a:schemeClr val="tx2">
                  <a:lumMod val="75000"/>
                </a:schemeClr>
              </a:solidFill>
            </a:rPr>
            <a:t>aux</a:t>
          </a:r>
          <a:r>
            <a:rPr lang="ru-RU" sz="1400" dirty="0">
              <a:solidFill>
                <a:schemeClr val="tx2">
                  <a:lumMod val="75000"/>
                </a:schemeClr>
              </a:solidFill>
            </a:rPr>
            <a:t>)</a:t>
          </a:r>
        </a:p>
      </dgm:t>
    </dgm:pt>
    <dgm:pt modelId="{ED25A4B1-A6DD-41A0-A5BF-F4635E79B82C}" type="parTrans" cxnId="{9F0A63F8-4A09-4BB6-B181-4258900C437E}">
      <dgm:prSet/>
      <dgm:spPr/>
      <dgm:t>
        <a:bodyPr/>
        <a:lstStyle/>
        <a:p>
          <a:endParaRPr lang="ru-RU" sz="2000">
            <a:solidFill>
              <a:schemeClr val="tx2">
                <a:lumMod val="75000"/>
              </a:schemeClr>
            </a:solidFill>
          </a:endParaRPr>
        </a:p>
      </dgm:t>
    </dgm:pt>
    <dgm:pt modelId="{529920CA-EC00-4ED8-B0C6-8F15A950D0F7}" type="sibTrans" cxnId="{9F0A63F8-4A09-4BB6-B181-4258900C437E}">
      <dgm:prSet/>
      <dgm:spPr/>
      <dgm:t>
        <a:bodyPr/>
        <a:lstStyle/>
        <a:p>
          <a:endParaRPr lang="ru-RU" sz="2000">
            <a:solidFill>
              <a:schemeClr val="tx2">
                <a:lumMod val="75000"/>
              </a:schemeClr>
            </a:solidFill>
          </a:endParaRPr>
        </a:p>
      </dgm:t>
    </dgm:pt>
    <dgm:pt modelId="{2C2D2407-0DCE-486C-846E-6D8082E6AA92}">
      <dgm:prSet custT="1"/>
      <dgm:spPr/>
      <dgm:t>
        <a:bodyPr/>
        <a:lstStyle/>
        <a:p>
          <a:r>
            <a:rPr lang="ru-RU" sz="1400" dirty="0">
              <a:solidFill>
                <a:schemeClr val="tx2">
                  <a:lumMod val="75000"/>
                </a:schemeClr>
              </a:solidFill>
            </a:rPr>
            <a:t> (</a:t>
          </a:r>
          <a:r>
            <a:rPr lang="ru-RU" sz="1400" dirty="0" err="1">
              <a:solidFill>
                <a:schemeClr val="tx2">
                  <a:lumMod val="75000"/>
                </a:schemeClr>
              </a:solidFill>
            </a:rPr>
            <a:t>netstat</a:t>
          </a:r>
          <a:r>
            <a:rPr lang="ru-RU" sz="1400" dirty="0">
              <a:solidFill>
                <a:schemeClr val="tx2">
                  <a:lumMod val="75000"/>
                </a:schemeClr>
              </a:solidFill>
            </a:rPr>
            <a:t> -</a:t>
          </a:r>
          <a:r>
            <a:rPr lang="ru-RU" sz="1400" dirty="0" err="1">
              <a:solidFill>
                <a:schemeClr val="tx2">
                  <a:lumMod val="75000"/>
                </a:schemeClr>
              </a:solidFill>
            </a:rPr>
            <a:t>tulpn</a:t>
          </a:r>
          <a:r>
            <a:rPr lang="ru-RU" sz="1400" dirty="0">
              <a:solidFill>
                <a:schemeClr val="tx2">
                  <a:lumMod val="75000"/>
                </a:schemeClr>
              </a:solidFill>
            </a:rPr>
            <a:t>)</a:t>
          </a:r>
        </a:p>
      </dgm:t>
    </dgm:pt>
    <dgm:pt modelId="{10D1307C-7393-45A1-A9F6-757404E5DED4}" type="parTrans" cxnId="{3A43765D-7EB7-4FBD-A850-9D307AD60EED}">
      <dgm:prSet/>
      <dgm:spPr/>
      <dgm:t>
        <a:bodyPr/>
        <a:lstStyle/>
        <a:p>
          <a:endParaRPr lang="ru-RU" sz="2000">
            <a:solidFill>
              <a:schemeClr val="tx2">
                <a:lumMod val="75000"/>
              </a:schemeClr>
            </a:solidFill>
          </a:endParaRPr>
        </a:p>
      </dgm:t>
    </dgm:pt>
    <dgm:pt modelId="{9B2F2178-D0AB-42BC-A178-9BFB249177CD}" type="sibTrans" cxnId="{3A43765D-7EB7-4FBD-A850-9D307AD60EED}">
      <dgm:prSet/>
      <dgm:spPr/>
      <dgm:t>
        <a:bodyPr/>
        <a:lstStyle/>
        <a:p>
          <a:endParaRPr lang="ru-RU" sz="2000">
            <a:solidFill>
              <a:schemeClr val="tx2">
                <a:lumMod val="75000"/>
              </a:schemeClr>
            </a:solidFill>
          </a:endParaRPr>
        </a:p>
      </dgm:t>
    </dgm:pt>
    <dgm:pt modelId="{B3BC326D-20B4-4DA7-AC59-F26A91D4E28E}">
      <dgm:prSet custT="1"/>
      <dgm:spPr/>
      <dgm:t>
        <a:bodyPr/>
        <a:lstStyle/>
        <a:p>
          <a:r>
            <a:rPr lang="ru-RU" sz="1400" dirty="0">
              <a:solidFill>
                <a:schemeClr val="tx2">
                  <a:lumMod val="75000"/>
                </a:schemeClr>
              </a:solidFill>
            </a:rPr>
            <a:t>(</a:t>
          </a:r>
          <a:r>
            <a:rPr lang="ru-RU" sz="1400" dirty="0" err="1">
              <a:solidFill>
                <a:schemeClr val="tx2">
                  <a:lumMod val="75000"/>
                </a:schemeClr>
              </a:solidFill>
            </a:rPr>
            <a:t>id</a:t>
          </a:r>
          <a:r>
            <a:rPr lang="ru-RU" sz="1400" dirty="0">
              <a:solidFill>
                <a:schemeClr val="tx2">
                  <a:lumMod val="75000"/>
                </a:schemeClr>
              </a:solidFill>
            </a:rPr>
            <a:t>, </a:t>
          </a:r>
          <a:r>
            <a:rPr lang="ru-RU" sz="1400" dirty="0" err="1">
              <a:solidFill>
                <a:schemeClr val="tx2">
                  <a:lumMod val="75000"/>
                </a:schemeClr>
              </a:solidFill>
            </a:rPr>
            <a:t>sudo</a:t>
          </a:r>
          <a:r>
            <a:rPr lang="ru-RU" sz="1400" dirty="0">
              <a:solidFill>
                <a:schemeClr val="tx2">
                  <a:lumMod val="75000"/>
                </a:schemeClr>
              </a:solidFill>
            </a:rPr>
            <a:t> -l)</a:t>
          </a:r>
        </a:p>
      </dgm:t>
    </dgm:pt>
    <dgm:pt modelId="{947272B4-48E6-4526-BF93-B0E7B3D2C74D}" type="parTrans" cxnId="{92F4C09D-D841-433A-8DC0-1EB3C69A1404}">
      <dgm:prSet/>
      <dgm:spPr/>
      <dgm:t>
        <a:bodyPr/>
        <a:lstStyle/>
        <a:p>
          <a:endParaRPr lang="ru-RU" sz="2000">
            <a:solidFill>
              <a:schemeClr val="tx2">
                <a:lumMod val="75000"/>
              </a:schemeClr>
            </a:solidFill>
          </a:endParaRPr>
        </a:p>
      </dgm:t>
    </dgm:pt>
    <dgm:pt modelId="{5EAF9C48-2E46-4ACD-B17C-75D3EB484849}" type="sibTrans" cxnId="{92F4C09D-D841-433A-8DC0-1EB3C69A1404}">
      <dgm:prSet/>
      <dgm:spPr/>
      <dgm:t>
        <a:bodyPr/>
        <a:lstStyle/>
        <a:p>
          <a:endParaRPr lang="ru-RU" sz="2000">
            <a:solidFill>
              <a:schemeClr val="tx2">
                <a:lumMod val="75000"/>
              </a:schemeClr>
            </a:solidFill>
          </a:endParaRPr>
        </a:p>
      </dgm:t>
    </dgm:pt>
    <dgm:pt modelId="{BC819D95-A6F1-4CE7-BE2A-AD979D0BDE25}" type="pres">
      <dgm:prSet presAssocID="{58162639-4DC3-48F7-AC0D-CDAA0B1F8158}" presName="Name0" presStyleCnt="0">
        <dgm:presLayoutVars>
          <dgm:dir/>
          <dgm:animLvl val="lvl"/>
          <dgm:resizeHandles val="exact"/>
        </dgm:presLayoutVars>
      </dgm:prSet>
      <dgm:spPr/>
    </dgm:pt>
    <dgm:pt modelId="{75E76A1A-CFB4-4AB3-ACCC-A50225B091CB}" type="pres">
      <dgm:prSet presAssocID="{548352A0-D8ED-4DBE-BD82-9BBAD275846D}" presName="composite" presStyleCnt="0"/>
      <dgm:spPr/>
    </dgm:pt>
    <dgm:pt modelId="{D3224D38-FEAF-4934-91BA-EFC2F66338B6}" type="pres">
      <dgm:prSet presAssocID="{548352A0-D8ED-4DBE-BD82-9BBAD275846D}" presName="parTx" presStyleLbl="node1" presStyleIdx="0" presStyleCnt="7">
        <dgm:presLayoutVars>
          <dgm:chMax val="0"/>
          <dgm:chPref val="0"/>
          <dgm:bulletEnabled val="1"/>
        </dgm:presLayoutVars>
      </dgm:prSet>
      <dgm:spPr/>
    </dgm:pt>
    <dgm:pt modelId="{8BA478E3-3582-41FF-82B0-90AAB5BDF552}" type="pres">
      <dgm:prSet presAssocID="{548352A0-D8ED-4DBE-BD82-9BBAD275846D}" presName="desTx" presStyleLbl="revTx" presStyleIdx="0" presStyleCnt="7">
        <dgm:presLayoutVars>
          <dgm:bulletEnabled val="1"/>
        </dgm:presLayoutVars>
      </dgm:prSet>
      <dgm:spPr/>
    </dgm:pt>
    <dgm:pt modelId="{91B60118-F22E-46C5-B3CA-80940EFF2AFA}" type="pres">
      <dgm:prSet presAssocID="{D8EA7CEA-DB9D-4AC1-9E40-A0CA523D3308}" presName="space" presStyleCnt="0"/>
      <dgm:spPr/>
    </dgm:pt>
    <dgm:pt modelId="{FB1C98BF-356A-4EA8-AAF8-9350BCD85907}" type="pres">
      <dgm:prSet presAssocID="{BBFF0C6B-23A0-4967-84CF-2EECCE9C8FC6}" presName="composite" presStyleCnt="0"/>
      <dgm:spPr/>
    </dgm:pt>
    <dgm:pt modelId="{5BDCA629-2B60-4564-BE3F-82F1DFBB7C16}" type="pres">
      <dgm:prSet presAssocID="{BBFF0C6B-23A0-4967-84CF-2EECCE9C8FC6}" presName="parTx" presStyleLbl="node1" presStyleIdx="1" presStyleCnt="7">
        <dgm:presLayoutVars>
          <dgm:chMax val="0"/>
          <dgm:chPref val="0"/>
          <dgm:bulletEnabled val="1"/>
        </dgm:presLayoutVars>
      </dgm:prSet>
      <dgm:spPr/>
    </dgm:pt>
    <dgm:pt modelId="{039F8840-EF89-4A1D-AE49-AC020F1052B5}" type="pres">
      <dgm:prSet presAssocID="{BBFF0C6B-23A0-4967-84CF-2EECCE9C8FC6}" presName="desTx" presStyleLbl="revTx" presStyleIdx="1" presStyleCnt="7">
        <dgm:presLayoutVars>
          <dgm:bulletEnabled val="1"/>
        </dgm:presLayoutVars>
      </dgm:prSet>
      <dgm:spPr/>
    </dgm:pt>
    <dgm:pt modelId="{2ED51368-C452-4349-8164-62E0CE3D6EA9}" type="pres">
      <dgm:prSet presAssocID="{CD903429-B252-4EBC-ACD7-ECA459DDD783}" presName="space" presStyleCnt="0"/>
      <dgm:spPr/>
    </dgm:pt>
    <dgm:pt modelId="{E1DBB0F2-71F9-47C7-8A7C-8AAE2DBA3A9F}" type="pres">
      <dgm:prSet presAssocID="{F04D7126-A4E6-4A2C-8BC1-D58896E3E916}" presName="composite" presStyleCnt="0"/>
      <dgm:spPr/>
    </dgm:pt>
    <dgm:pt modelId="{17334283-49C2-484D-9A01-9BDD463FFF15}" type="pres">
      <dgm:prSet presAssocID="{F04D7126-A4E6-4A2C-8BC1-D58896E3E916}" presName="parTx" presStyleLbl="node1" presStyleIdx="2" presStyleCnt="7">
        <dgm:presLayoutVars>
          <dgm:chMax val="0"/>
          <dgm:chPref val="0"/>
          <dgm:bulletEnabled val="1"/>
        </dgm:presLayoutVars>
      </dgm:prSet>
      <dgm:spPr/>
    </dgm:pt>
    <dgm:pt modelId="{B567BFBE-AE44-49C5-B92D-4CDEFF9F7E96}" type="pres">
      <dgm:prSet presAssocID="{F04D7126-A4E6-4A2C-8BC1-D58896E3E916}" presName="desTx" presStyleLbl="revTx" presStyleIdx="2" presStyleCnt="7">
        <dgm:presLayoutVars>
          <dgm:bulletEnabled val="1"/>
        </dgm:presLayoutVars>
      </dgm:prSet>
      <dgm:spPr/>
    </dgm:pt>
    <dgm:pt modelId="{34FB129E-50A2-4821-A090-F36FF6A3E57F}" type="pres">
      <dgm:prSet presAssocID="{48324EA2-2D76-4CE3-AA35-A1DF1FA65BBA}" presName="space" presStyleCnt="0"/>
      <dgm:spPr/>
    </dgm:pt>
    <dgm:pt modelId="{5804A819-8D2A-4800-96E0-1943D88F0C40}" type="pres">
      <dgm:prSet presAssocID="{3C3773C6-838E-485F-A358-23D50F4B01C4}" presName="composite" presStyleCnt="0"/>
      <dgm:spPr/>
    </dgm:pt>
    <dgm:pt modelId="{999DC1ED-F995-4735-8306-7873F18EFB87}" type="pres">
      <dgm:prSet presAssocID="{3C3773C6-838E-485F-A358-23D50F4B01C4}" presName="parTx" presStyleLbl="node1" presStyleIdx="3" presStyleCnt="7">
        <dgm:presLayoutVars>
          <dgm:chMax val="0"/>
          <dgm:chPref val="0"/>
          <dgm:bulletEnabled val="1"/>
        </dgm:presLayoutVars>
      </dgm:prSet>
      <dgm:spPr/>
    </dgm:pt>
    <dgm:pt modelId="{293A9D65-2891-40DD-915F-D856368221CD}" type="pres">
      <dgm:prSet presAssocID="{3C3773C6-838E-485F-A358-23D50F4B01C4}" presName="desTx" presStyleLbl="revTx" presStyleIdx="3" presStyleCnt="7">
        <dgm:presLayoutVars>
          <dgm:bulletEnabled val="1"/>
        </dgm:presLayoutVars>
      </dgm:prSet>
      <dgm:spPr/>
    </dgm:pt>
    <dgm:pt modelId="{FD0D71AB-8AD1-43B9-A1F8-53117D806A16}" type="pres">
      <dgm:prSet presAssocID="{04890494-02F8-465E-8B12-5DF1D22F63A5}" presName="space" presStyleCnt="0"/>
      <dgm:spPr/>
    </dgm:pt>
    <dgm:pt modelId="{2AC902A5-C96D-4FDB-9C47-5BBA92179BB9}" type="pres">
      <dgm:prSet presAssocID="{30183E7C-F4D9-4C83-827E-DA4146500059}" presName="composite" presStyleCnt="0"/>
      <dgm:spPr/>
    </dgm:pt>
    <dgm:pt modelId="{0E8CCF75-B6A2-4390-BBFE-3D5108996CEF}" type="pres">
      <dgm:prSet presAssocID="{30183E7C-F4D9-4C83-827E-DA4146500059}" presName="parTx" presStyleLbl="node1" presStyleIdx="4" presStyleCnt="7">
        <dgm:presLayoutVars>
          <dgm:chMax val="0"/>
          <dgm:chPref val="0"/>
          <dgm:bulletEnabled val="1"/>
        </dgm:presLayoutVars>
      </dgm:prSet>
      <dgm:spPr/>
    </dgm:pt>
    <dgm:pt modelId="{74F964AE-9E7B-4B06-B316-354AA83CF9C6}" type="pres">
      <dgm:prSet presAssocID="{30183E7C-F4D9-4C83-827E-DA4146500059}" presName="desTx" presStyleLbl="revTx" presStyleIdx="4" presStyleCnt="7">
        <dgm:presLayoutVars>
          <dgm:bulletEnabled val="1"/>
        </dgm:presLayoutVars>
      </dgm:prSet>
      <dgm:spPr/>
    </dgm:pt>
    <dgm:pt modelId="{6EB1C947-F220-4B4C-979A-E0DAEBEE8D5F}" type="pres">
      <dgm:prSet presAssocID="{32A76D95-2B05-4EF6-B706-68D701E9843E}" presName="space" presStyleCnt="0"/>
      <dgm:spPr/>
    </dgm:pt>
    <dgm:pt modelId="{79FFA90D-02B4-4AE3-B9E8-8DDD669F15DF}" type="pres">
      <dgm:prSet presAssocID="{86315BB9-99C3-443A-9C66-95EFF9BBD621}" presName="composite" presStyleCnt="0"/>
      <dgm:spPr/>
    </dgm:pt>
    <dgm:pt modelId="{208B1AAA-9446-494E-AF31-D3C293D96853}" type="pres">
      <dgm:prSet presAssocID="{86315BB9-99C3-443A-9C66-95EFF9BBD621}" presName="parTx" presStyleLbl="node1" presStyleIdx="5" presStyleCnt="7">
        <dgm:presLayoutVars>
          <dgm:chMax val="0"/>
          <dgm:chPref val="0"/>
          <dgm:bulletEnabled val="1"/>
        </dgm:presLayoutVars>
      </dgm:prSet>
      <dgm:spPr/>
    </dgm:pt>
    <dgm:pt modelId="{43D23AAB-147D-435F-9AE1-DB7A4D889B64}" type="pres">
      <dgm:prSet presAssocID="{86315BB9-99C3-443A-9C66-95EFF9BBD621}" presName="desTx" presStyleLbl="revTx" presStyleIdx="5" presStyleCnt="7">
        <dgm:presLayoutVars>
          <dgm:bulletEnabled val="1"/>
        </dgm:presLayoutVars>
      </dgm:prSet>
      <dgm:spPr/>
    </dgm:pt>
    <dgm:pt modelId="{BBE823AB-0669-4715-8F19-245A989E0292}" type="pres">
      <dgm:prSet presAssocID="{79ACD0E3-5299-4CAB-9B0B-6FEB7E38338B}" presName="space" presStyleCnt="0"/>
      <dgm:spPr/>
    </dgm:pt>
    <dgm:pt modelId="{C402B39D-CB3A-4FBA-9540-15E2758EC827}" type="pres">
      <dgm:prSet presAssocID="{0B18F6DF-3354-4528-AC35-318516B781A1}" presName="composite" presStyleCnt="0"/>
      <dgm:spPr/>
    </dgm:pt>
    <dgm:pt modelId="{DF75BFA6-8781-47FE-BD54-E81CA2D796C4}" type="pres">
      <dgm:prSet presAssocID="{0B18F6DF-3354-4528-AC35-318516B781A1}" presName="parTx" presStyleLbl="node1" presStyleIdx="6" presStyleCnt="7" custLinFactNeighborX="6895">
        <dgm:presLayoutVars>
          <dgm:chMax val="0"/>
          <dgm:chPref val="0"/>
          <dgm:bulletEnabled val="1"/>
        </dgm:presLayoutVars>
      </dgm:prSet>
      <dgm:spPr/>
    </dgm:pt>
    <dgm:pt modelId="{72F0EF8E-22F9-462F-AA88-8E26A0E94C9D}" type="pres">
      <dgm:prSet presAssocID="{0B18F6DF-3354-4528-AC35-318516B781A1}" presName="desTx" presStyleLbl="revTx" presStyleIdx="6" presStyleCnt="7">
        <dgm:presLayoutVars>
          <dgm:bulletEnabled val="1"/>
        </dgm:presLayoutVars>
      </dgm:prSet>
      <dgm:spPr/>
    </dgm:pt>
  </dgm:ptLst>
  <dgm:cxnLst>
    <dgm:cxn modelId="{88C24903-7BED-47CC-BAC4-405222A14B73}" type="presOf" srcId="{FAE6544B-9340-4900-93C1-EBF490B353DC}" destId="{293A9D65-2891-40DD-915F-D856368221CD}" srcOrd="0" destOrd="0" presId="urn:microsoft.com/office/officeart/2005/8/layout/chevron1"/>
    <dgm:cxn modelId="{5772C504-1379-4504-AF57-A611F2950CFB}" srcId="{58162639-4DC3-48F7-AC0D-CDAA0B1F8158}" destId="{3C3773C6-838E-485F-A358-23D50F4B01C4}" srcOrd="3" destOrd="0" parTransId="{18ACC2C4-ED0B-4A9A-BD5C-37734D1E2639}" sibTransId="{04890494-02F8-465E-8B12-5DF1D22F63A5}"/>
    <dgm:cxn modelId="{E0FAF018-6C53-41BF-8163-496DB8740B04}" srcId="{F04D7126-A4E6-4A2C-8BC1-D58896E3E916}" destId="{69DDD358-F4E0-4D65-8298-3049B422128D}" srcOrd="0" destOrd="0" parTransId="{99436003-E7FE-4BB5-B3CD-A6628DE3D168}" sibTransId="{F284DB6C-2845-440D-A6CA-D5E54A856201}"/>
    <dgm:cxn modelId="{69FF021B-C94E-45A1-82CB-975A6142CFD7}" type="presOf" srcId="{68C64B07-5B8D-484C-8423-F4AB54D0ED06}" destId="{72F0EF8E-22F9-462F-AA88-8E26A0E94C9D}" srcOrd="0" destOrd="0" presId="urn:microsoft.com/office/officeart/2005/8/layout/chevron1"/>
    <dgm:cxn modelId="{370A8D1C-0B1A-4468-BD24-AF9905132D96}" srcId="{58162639-4DC3-48F7-AC0D-CDAA0B1F8158}" destId="{0B18F6DF-3354-4528-AC35-318516B781A1}" srcOrd="6" destOrd="0" parTransId="{F320D62C-2CF8-4FD5-B781-F42B263072B1}" sibTransId="{3B70C4B2-62BC-4E35-95F6-C776A74CD6E5}"/>
    <dgm:cxn modelId="{18921A2C-28F6-454E-86FB-1B5F02FBB333}" type="presOf" srcId="{3C3773C6-838E-485F-A358-23D50F4B01C4}" destId="{999DC1ED-F995-4735-8306-7873F18EFB87}" srcOrd="0" destOrd="0" presId="urn:microsoft.com/office/officeart/2005/8/layout/chevron1"/>
    <dgm:cxn modelId="{CBE59B33-67C2-4668-B244-5FA3F617D657}" srcId="{58162639-4DC3-48F7-AC0D-CDAA0B1F8158}" destId="{548352A0-D8ED-4DBE-BD82-9BBAD275846D}" srcOrd="0" destOrd="0" parTransId="{0676A3BC-AB87-4272-9C0D-121B581615DC}" sibTransId="{D8EA7CEA-DB9D-4AC1-9E40-A0CA523D3308}"/>
    <dgm:cxn modelId="{82B82838-1C3C-4029-87A4-17B2B2751702}" type="presOf" srcId="{58162639-4DC3-48F7-AC0D-CDAA0B1F8158}" destId="{BC819D95-A6F1-4CE7-BE2A-AD979D0BDE25}" srcOrd="0" destOrd="0" presId="urn:microsoft.com/office/officeart/2005/8/layout/chevron1"/>
    <dgm:cxn modelId="{9263C43A-EA51-4A11-A179-21CE665D3A8B}" srcId="{58162639-4DC3-48F7-AC0D-CDAA0B1F8158}" destId="{30183E7C-F4D9-4C83-827E-DA4146500059}" srcOrd="4" destOrd="0" parTransId="{A3AAF3FD-D950-4874-A575-71AFB15B2A7D}" sibTransId="{32A76D95-2B05-4EF6-B706-68D701E9843E}"/>
    <dgm:cxn modelId="{3A43765D-7EB7-4FBD-A850-9D307AD60EED}" srcId="{30183E7C-F4D9-4C83-827E-DA4146500059}" destId="{2C2D2407-0DCE-486C-846E-6D8082E6AA92}" srcOrd="0" destOrd="0" parTransId="{10D1307C-7393-45A1-A9F6-757404E5DED4}" sibTransId="{9B2F2178-D0AB-42BC-A178-9BFB249177CD}"/>
    <dgm:cxn modelId="{17D5FA45-413D-4378-A868-E41A2F724048}" type="presOf" srcId="{E75C538D-CB77-4CFC-A9A3-658A90C725B1}" destId="{72F0EF8E-22F9-462F-AA88-8E26A0E94C9D}" srcOrd="0" destOrd="2" presId="urn:microsoft.com/office/officeart/2005/8/layout/chevron1"/>
    <dgm:cxn modelId="{A8E65946-38B8-4CF5-BF5B-66AD386D028C}" srcId="{58162639-4DC3-48F7-AC0D-CDAA0B1F8158}" destId="{86315BB9-99C3-443A-9C66-95EFF9BBD621}" srcOrd="5" destOrd="0" parTransId="{1DBDBB38-D424-4D5D-B605-FD94501050CD}" sibTransId="{79ACD0E3-5299-4CAB-9B0B-6FEB7E38338B}"/>
    <dgm:cxn modelId="{B33F1751-F6B1-4D7C-83D4-144F6A63C17E}" srcId="{548352A0-D8ED-4DBE-BD82-9BBAD275846D}" destId="{F02B71AE-9C20-4945-9B1B-D8277BAB02B3}" srcOrd="0" destOrd="0" parTransId="{1ED3B0BB-9F43-4823-95B2-561F0F09E0C4}" sibTransId="{B651B01A-0181-4BF0-9D03-AC1A9D0ABC53}"/>
    <dgm:cxn modelId="{12747C72-99C0-4321-A223-A6DAAE756000}" type="presOf" srcId="{F04D7126-A4E6-4A2C-8BC1-D58896E3E916}" destId="{17334283-49C2-484D-9A01-9BDD463FFF15}" srcOrd="0" destOrd="0" presId="urn:microsoft.com/office/officeart/2005/8/layout/chevron1"/>
    <dgm:cxn modelId="{722AF274-9B15-4DBE-95AE-14EF36E390D5}" srcId="{0B18F6DF-3354-4528-AC35-318516B781A1}" destId="{BDF9BAA1-3402-429A-92E2-C0E5A2A66F83}" srcOrd="1" destOrd="0" parTransId="{847B1771-1A5D-4519-845C-6AB44F125C0A}" sibTransId="{3CE458AE-46B3-4527-AF95-2C41DD20D10A}"/>
    <dgm:cxn modelId="{CBF63979-4641-4F29-9175-07F6626B405E}" type="presOf" srcId="{548352A0-D8ED-4DBE-BD82-9BBAD275846D}" destId="{D3224D38-FEAF-4934-91BA-EFC2F66338B6}" srcOrd="0" destOrd="0" presId="urn:microsoft.com/office/officeart/2005/8/layout/chevron1"/>
    <dgm:cxn modelId="{9CF65D88-4EE3-445F-A7DC-82566940B2F2}" srcId="{0B18F6DF-3354-4528-AC35-318516B781A1}" destId="{68C64B07-5B8D-484C-8423-F4AB54D0ED06}" srcOrd="0" destOrd="0" parTransId="{A6DA266B-318C-4270-A3DA-6D79B802D46A}" sibTransId="{D4643CFD-38BE-400E-962E-6C00D62F116B}"/>
    <dgm:cxn modelId="{4F2EA288-20C8-4451-889F-937E3E01FD1C}" type="presOf" srcId="{69DDD358-F4E0-4D65-8298-3049B422128D}" destId="{B567BFBE-AE44-49C5-B92D-4CDEFF9F7E96}" srcOrd="0" destOrd="0" presId="urn:microsoft.com/office/officeart/2005/8/layout/chevron1"/>
    <dgm:cxn modelId="{C9D7568A-E452-4939-964F-CC911826D1A4}" type="presOf" srcId="{F02B71AE-9C20-4945-9B1B-D8277BAB02B3}" destId="{8BA478E3-3582-41FF-82B0-90AAB5BDF552}" srcOrd="0" destOrd="0" presId="urn:microsoft.com/office/officeart/2005/8/layout/chevron1"/>
    <dgm:cxn modelId="{DDFA4A98-599F-4575-A07E-914756994732}" srcId="{58162639-4DC3-48F7-AC0D-CDAA0B1F8158}" destId="{F04D7126-A4E6-4A2C-8BC1-D58896E3E916}" srcOrd="2" destOrd="0" parTransId="{50684050-58AF-44C7-B205-2AED28311B5D}" sibTransId="{48324EA2-2D76-4CE3-AA35-A1DF1FA65BBA}"/>
    <dgm:cxn modelId="{2805CC98-10E7-4159-9E3A-5F4D518AE3E7}" srcId="{58162639-4DC3-48F7-AC0D-CDAA0B1F8158}" destId="{BBFF0C6B-23A0-4967-84CF-2EECCE9C8FC6}" srcOrd="1" destOrd="0" parTransId="{2BC0D283-AFB4-4788-97A6-5BFAF867DDD5}" sibTransId="{CD903429-B252-4EBC-ACD7-ECA459DDD783}"/>
    <dgm:cxn modelId="{2C1E799A-C667-4952-B13E-7FB28D83B9E9}" type="presOf" srcId="{86315BB9-99C3-443A-9C66-95EFF9BBD621}" destId="{208B1AAA-9446-494E-AF31-D3C293D96853}" srcOrd="0" destOrd="0" presId="urn:microsoft.com/office/officeart/2005/8/layout/chevron1"/>
    <dgm:cxn modelId="{92F4C09D-D841-433A-8DC0-1EB3C69A1404}" srcId="{86315BB9-99C3-443A-9C66-95EFF9BBD621}" destId="{B3BC326D-20B4-4DA7-AC59-F26A91D4E28E}" srcOrd="0" destOrd="0" parTransId="{947272B4-48E6-4526-BF93-B0E7B3D2C74D}" sibTransId="{5EAF9C48-2E46-4ACD-B17C-75D3EB484849}"/>
    <dgm:cxn modelId="{3C7B27A0-AFAA-47B1-8F63-90FF5324C8AD}" srcId="{0B18F6DF-3354-4528-AC35-318516B781A1}" destId="{E75C538D-CB77-4CFC-A9A3-658A90C725B1}" srcOrd="2" destOrd="0" parTransId="{4387516D-9621-46FC-87C6-59AEFDCBC3E3}" sibTransId="{A930E700-2470-478A-9793-4671CA1775FD}"/>
    <dgm:cxn modelId="{BD9E6FA0-02AF-4E04-AD38-E088EA3AC9B1}" type="presOf" srcId="{B3BC326D-20B4-4DA7-AC59-F26A91D4E28E}" destId="{43D23AAB-147D-435F-9AE1-DB7A4D889B64}" srcOrd="0" destOrd="0" presId="urn:microsoft.com/office/officeart/2005/8/layout/chevron1"/>
    <dgm:cxn modelId="{CD324BA1-C489-4E4B-A9FE-7EBB73285721}" type="presOf" srcId="{BDF9BAA1-3402-429A-92E2-C0E5A2A66F83}" destId="{72F0EF8E-22F9-462F-AA88-8E26A0E94C9D}" srcOrd="0" destOrd="1" presId="urn:microsoft.com/office/officeart/2005/8/layout/chevron1"/>
    <dgm:cxn modelId="{8300CDAE-7430-4EB6-B178-2F055A23BCF3}" type="presOf" srcId="{30183E7C-F4D9-4C83-827E-DA4146500059}" destId="{0E8CCF75-B6A2-4390-BBFE-3D5108996CEF}" srcOrd="0" destOrd="0" presId="urn:microsoft.com/office/officeart/2005/8/layout/chevron1"/>
    <dgm:cxn modelId="{B6D284B3-977F-41FB-A867-F6A2894DA50E}" type="presOf" srcId="{2C2D2407-0DCE-486C-846E-6D8082E6AA92}" destId="{74F964AE-9E7B-4B06-B316-354AA83CF9C6}" srcOrd="0" destOrd="0" presId="urn:microsoft.com/office/officeart/2005/8/layout/chevron1"/>
    <dgm:cxn modelId="{3E6324BB-1CEB-42E4-99B4-665359A4ABAD}" type="presOf" srcId="{60AD1823-7E0B-4ABF-AD0F-FBF5A8EE73F3}" destId="{039F8840-EF89-4A1D-AE49-AC020F1052B5}" srcOrd="0" destOrd="0" presId="urn:microsoft.com/office/officeart/2005/8/layout/chevron1"/>
    <dgm:cxn modelId="{F71BF3E6-8224-4A8B-973F-405D8B9FB68C}" type="presOf" srcId="{0B18F6DF-3354-4528-AC35-318516B781A1}" destId="{DF75BFA6-8781-47FE-BD54-E81CA2D796C4}" srcOrd="0" destOrd="0" presId="urn:microsoft.com/office/officeart/2005/8/layout/chevron1"/>
    <dgm:cxn modelId="{E9C27BE8-4E67-4F6A-B079-6D285902A9AA}" srcId="{BBFF0C6B-23A0-4967-84CF-2EECCE9C8FC6}" destId="{60AD1823-7E0B-4ABF-AD0F-FBF5A8EE73F3}" srcOrd="0" destOrd="0" parTransId="{95C3EA1B-543D-47BD-B1BC-5D92F5C7F631}" sibTransId="{10738393-1294-406B-AE7E-4C72554AB26D}"/>
    <dgm:cxn modelId="{BF761CEC-ABAF-4B3C-9F8C-1BB723D10BD8}" type="presOf" srcId="{BBFF0C6B-23A0-4967-84CF-2EECCE9C8FC6}" destId="{5BDCA629-2B60-4564-BE3F-82F1DFBB7C16}" srcOrd="0" destOrd="0" presId="urn:microsoft.com/office/officeart/2005/8/layout/chevron1"/>
    <dgm:cxn modelId="{9F0A63F8-4A09-4BB6-B181-4258900C437E}" srcId="{3C3773C6-838E-485F-A358-23D50F4B01C4}" destId="{FAE6544B-9340-4900-93C1-EBF490B353DC}" srcOrd="0" destOrd="0" parTransId="{ED25A4B1-A6DD-41A0-A5BF-F4635E79B82C}" sibTransId="{529920CA-EC00-4ED8-B0C6-8F15A950D0F7}"/>
    <dgm:cxn modelId="{FBF4F296-89FC-4206-A7E9-7CE92DCAA2D6}" type="presParOf" srcId="{BC819D95-A6F1-4CE7-BE2A-AD979D0BDE25}" destId="{75E76A1A-CFB4-4AB3-ACCC-A50225B091CB}" srcOrd="0" destOrd="0" presId="urn:microsoft.com/office/officeart/2005/8/layout/chevron1"/>
    <dgm:cxn modelId="{A4A347B8-9C8C-4917-B81A-E231B9C55F0B}" type="presParOf" srcId="{75E76A1A-CFB4-4AB3-ACCC-A50225B091CB}" destId="{D3224D38-FEAF-4934-91BA-EFC2F66338B6}" srcOrd="0" destOrd="0" presId="urn:microsoft.com/office/officeart/2005/8/layout/chevron1"/>
    <dgm:cxn modelId="{9086C459-9AAC-4026-874B-7C48B2373AE6}" type="presParOf" srcId="{75E76A1A-CFB4-4AB3-ACCC-A50225B091CB}" destId="{8BA478E3-3582-41FF-82B0-90AAB5BDF552}" srcOrd="1" destOrd="0" presId="urn:microsoft.com/office/officeart/2005/8/layout/chevron1"/>
    <dgm:cxn modelId="{99CB1C15-C46E-43E3-B6D3-D5C3EDEDE8C2}" type="presParOf" srcId="{BC819D95-A6F1-4CE7-BE2A-AD979D0BDE25}" destId="{91B60118-F22E-46C5-B3CA-80940EFF2AFA}" srcOrd="1" destOrd="0" presId="urn:microsoft.com/office/officeart/2005/8/layout/chevron1"/>
    <dgm:cxn modelId="{8AECC6E4-8BA6-450E-8717-5439C5865432}" type="presParOf" srcId="{BC819D95-A6F1-4CE7-BE2A-AD979D0BDE25}" destId="{FB1C98BF-356A-4EA8-AAF8-9350BCD85907}" srcOrd="2" destOrd="0" presId="urn:microsoft.com/office/officeart/2005/8/layout/chevron1"/>
    <dgm:cxn modelId="{E485DEDA-05B6-467F-9C25-E4374A4BE116}" type="presParOf" srcId="{FB1C98BF-356A-4EA8-AAF8-9350BCD85907}" destId="{5BDCA629-2B60-4564-BE3F-82F1DFBB7C16}" srcOrd="0" destOrd="0" presId="urn:microsoft.com/office/officeart/2005/8/layout/chevron1"/>
    <dgm:cxn modelId="{F5FC0659-006E-4E9A-9316-6680CB56E3DF}" type="presParOf" srcId="{FB1C98BF-356A-4EA8-AAF8-9350BCD85907}" destId="{039F8840-EF89-4A1D-AE49-AC020F1052B5}" srcOrd="1" destOrd="0" presId="urn:microsoft.com/office/officeart/2005/8/layout/chevron1"/>
    <dgm:cxn modelId="{BA7DE192-8890-4522-BDFF-565A2351FFF4}" type="presParOf" srcId="{BC819D95-A6F1-4CE7-BE2A-AD979D0BDE25}" destId="{2ED51368-C452-4349-8164-62E0CE3D6EA9}" srcOrd="3" destOrd="0" presId="urn:microsoft.com/office/officeart/2005/8/layout/chevron1"/>
    <dgm:cxn modelId="{E9596BFC-C10E-4DBE-8472-E8B5A1ED55CE}" type="presParOf" srcId="{BC819D95-A6F1-4CE7-BE2A-AD979D0BDE25}" destId="{E1DBB0F2-71F9-47C7-8A7C-8AAE2DBA3A9F}" srcOrd="4" destOrd="0" presId="urn:microsoft.com/office/officeart/2005/8/layout/chevron1"/>
    <dgm:cxn modelId="{88805571-6D8F-4829-AFB3-BBF993AFB231}" type="presParOf" srcId="{E1DBB0F2-71F9-47C7-8A7C-8AAE2DBA3A9F}" destId="{17334283-49C2-484D-9A01-9BDD463FFF15}" srcOrd="0" destOrd="0" presId="urn:microsoft.com/office/officeart/2005/8/layout/chevron1"/>
    <dgm:cxn modelId="{E889DBB9-E99E-4257-81A9-2128062BD9E4}" type="presParOf" srcId="{E1DBB0F2-71F9-47C7-8A7C-8AAE2DBA3A9F}" destId="{B567BFBE-AE44-49C5-B92D-4CDEFF9F7E96}" srcOrd="1" destOrd="0" presId="urn:microsoft.com/office/officeart/2005/8/layout/chevron1"/>
    <dgm:cxn modelId="{29B844A6-B1A3-4CD2-B32E-01CCC16BE530}" type="presParOf" srcId="{BC819D95-A6F1-4CE7-BE2A-AD979D0BDE25}" destId="{34FB129E-50A2-4821-A090-F36FF6A3E57F}" srcOrd="5" destOrd="0" presId="urn:microsoft.com/office/officeart/2005/8/layout/chevron1"/>
    <dgm:cxn modelId="{7E682123-5FFA-48AC-B36B-277B6F18407C}" type="presParOf" srcId="{BC819D95-A6F1-4CE7-BE2A-AD979D0BDE25}" destId="{5804A819-8D2A-4800-96E0-1943D88F0C40}" srcOrd="6" destOrd="0" presId="urn:microsoft.com/office/officeart/2005/8/layout/chevron1"/>
    <dgm:cxn modelId="{E9CA40C2-7279-4405-8BA8-0B5BBB2387CB}" type="presParOf" srcId="{5804A819-8D2A-4800-96E0-1943D88F0C40}" destId="{999DC1ED-F995-4735-8306-7873F18EFB87}" srcOrd="0" destOrd="0" presId="urn:microsoft.com/office/officeart/2005/8/layout/chevron1"/>
    <dgm:cxn modelId="{3C2ECA37-5FA4-42DA-AABD-2C4E71C26036}" type="presParOf" srcId="{5804A819-8D2A-4800-96E0-1943D88F0C40}" destId="{293A9D65-2891-40DD-915F-D856368221CD}" srcOrd="1" destOrd="0" presId="urn:microsoft.com/office/officeart/2005/8/layout/chevron1"/>
    <dgm:cxn modelId="{8FFCB488-F569-4242-AB85-31EC102CE5C6}" type="presParOf" srcId="{BC819D95-A6F1-4CE7-BE2A-AD979D0BDE25}" destId="{FD0D71AB-8AD1-43B9-A1F8-53117D806A16}" srcOrd="7" destOrd="0" presId="urn:microsoft.com/office/officeart/2005/8/layout/chevron1"/>
    <dgm:cxn modelId="{0085BE55-7FB8-411D-9BA9-D74E365CECBA}" type="presParOf" srcId="{BC819D95-A6F1-4CE7-BE2A-AD979D0BDE25}" destId="{2AC902A5-C96D-4FDB-9C47-5BBA92179BB9}" srcOrd="8" destOrd="0" presId="urn:microsoft.com/office/officeart/2005/8/layout/chevron1"/>
    <dgm:cxn modelId="{1D875214-BB13-4790-BD0A-7016ACF1BFC9}" type="presParOf" srcId="{2AC902A5-C96D-4FDB-9C47-5BBA92179BB9}" destId="{0E8CCF75-B6A2-4390-BBFE-3D5108996CEF}" srcOrd="0" destOrd="0" presId="urn:microsoft.com/office/officeart/2005/8/layout/chevron1"/>
    <dgm:cxn modelId="{410B4537-0220-4954-A51A-0FEECCD21CB6}" type="presParOf" srcId="{2AC902A5-C96D-4FDB-9C47-5BBA92179BB9}" destId="{74F964AE-9E7B-4B06-B316-354AA83CF9C6}" srcOrd="1" destOrd="0" presId="urn:microsoft.com/office/officeart/2005/8/layout/chevron1"/>
    <dgm:cxn modelId="{D56FDF3D-7443-4CE2-97F5-25751F9A7021}" type="presParOf" srcId="{BC819D95-A6F1-4CE7-BE2A-AD979D0BDE25}" destId="{6EB1C947-F220-4B4C-979A-E0DAEBEE8D5F}" srcOrd="9" destOrd="0" presId="urn:microsoft.com/office/officeart/2005/8/layout/chevron1"/>
    <dgm:cxn modelId="{7FCB7607-E07A-42B2-830B-BACCBFB83ED4}" type="presParOf" srcId="{BC819D95-A6F1-4CE7-BE2A-AD979D0BDE25}" destId="{79FFA90D-02B4-4AE3-B9E8-8DDD669F15DF}" srcOrd="10" destOrd="0" presId="urn:microsoft.com/office/officeart/2005/8/layout/chevron1"/>
    <dgm:cxn modelId="{54BF1054-C655-4748-A78D-7A62F178B22F}" type="presParOf" srcId="{79FFA90D-02B4-4AE3-B9E8-8DDD669F15DF}" destId="{208B1AAA-9446-494E-AF31-D3C293D96853}" srcOrd="0" destOrd="0" presId="urn:microsoft.com/office/officeart/2005/8/layout/chevron1"/>
    <dgm:cxn modelId="{CDEEA81C-CF89-4CDB-B99D-12DF9354795D}" type="presParOf" srcId="{79FFA90D-02B4-4AE3-B9E8-8DDD669F15DF}" destId="{43D23AAB-147D-435F-9AE1-DB7A4D889B64}" srcOrd="1" destOrd="0" presId="urn:microsoft.com/office/officeart/2005/8/layout/chevron1"/>
    <dgm:cxn modelId="{E87E3690-4DAC-4AF2-A0CB-7FD195AD6EB9}" type="presParOf" srcId="{BC819D95-A6F1-4CE7-BE2A-AD979D0BDE25}" destId="{BBE823AB-0669-4715-8F19-245A989E0292}" srcOrd="11" destOrd="0" presId="urn:microsoft.com/office/officeart/2005/8/layout/chevron1"/>
    <dgm:cxn modelId="{C32409EB-D69B-45A1-904E-540B813CD59C}" type="presParOf" srcId="{BC819D95-A6F1-4CE7-BE2A-AD979D0BDE25}" destId="{C402B39D-CB3A-4FBA-9540-15E2758EC827}" srcOrd="12" destOrd="0" presId="urn:microsoft.com/office/officeart/2005/8/layout/chevron1"/>
    <dgm:cxn modelId="{3C202ABD-E5CD-476E-98BD-F34FC6FDFC0C}" type="presParOf" srcId="{C402B39D-CB3A-4FBA-9540-15E2758EC827}" destId="{DF75BFA6-8781-47FE-BD54-E81CA2D796C4}" srcOrd="0" destOrd="0" presId="urn:microsoft.com/office/officeart/2005/8/layout/chevron1"/>
    <dgm:cxn modelId="{AA4E3547-DE99-44DB-9A28-500135D87C5F}" type="presParOf" srcId="{C402B39D-CB3A-4FBA-9540-15E2758EC827}" destId="{72F0EF8E-22F9-462F-AA88-8E26A0E94C9D}"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26C737-957A-4C31-8B8A-575D02662D87}" type="doc">
      <dgm:prSet loTypeId="urn:microsoft.com/office/officeart/2008/layout/HorizontalMultiLevelHierarchy" loCatId="hierarchy" qsTypeId="urn:microsoft.com/office/officeart/2005/8/quickstyle/simple4" qsCatId="simple" csTypeId="urn:microsoft.com/office/officeart/2005/8/colors/colorful4" csCatId="colorful" phldr="1"/>
      <dgm:spPr/>
      <dgm:t>
        <a:bodyPr/>
        <a:lstStyle/>
        <a:p>
          <a:endParaRPr lang="ru-RU"/>
        </a:p>
      </dgm:t>
    </dgm:pt>
    <dgm:pt modelId="{531515E4-8CAC-4BF0-A8A5-99A9167B6CF8}">
      <dgm:prSet/>
      <dgm:spPr/>
      <dgm:t>
        <a:bodyPr/>
        <a:lstStyle/>
        <a:p>
          <a:r>
            <a:rPr lang="ru-RU" dirty="0">
              <a:solidFill>
                <a:schemeClr val="tx2">
                  <a:lumMod val="75000"/>
                </a:schemeClr>
              </a:solidFill>
            </a:rPr>
            <a:t>Атаки на ИИ</a:t>
          </a:r>
        </a:p>
      </dgm:t>
    </dgm:pt>
    <dgm:pt modelId="{047FF5B9-0667-4507-8B1B-F6745CDA0FBB}" type="parTrans" cxnId="{7885FA93-72EE-4D10-830A-FCAF934D8C05}">
      <dgm:prSet/>
      <dgm:spPr/>
      <dgm:t>
        <a:bodyPr/>
        <a:lstStyle/>
        <a:p>
          <a:endParaRPr lang="ru-RU">
            <a:solidFill>
              <a:schemeClr val="tx2">
                <a:lumMod val="75000"/>
              </a:schemeClr>
            </a:solidFill>
          </a:endParaRPr>
        </a:p>
      </dgm:t>
    </dgm:pt>
    <dgm:pt modelId="{E4594038-CBC1-438C-A306-44DFEA797FF7}" type="sibTrans" cxnId="{7885FA93-72EE-4D10-830A-FCAF934D8C05}">
      <dgm:prSet/>
      <dgm:spPr/>
      <dgm:t>
        <a:bodyPr/>
        <a:lstStyle/>
        <a:p>
          <a:endParaRPr lang="ru-RU">
            <a:solidFill>
              <a:schemeClr val="tx2">
                <a:lumMod val="75000"/>
              </a:schemeClr>
            </a:solidFill>
          </a:endParaRPr>
        </a:p>
      </dgm:t>
    </dgm:pt>
    <dgm:pt modelId="{9FFA53EE-6CF2-484D-AFA0-D407BC10802C}">
      <dgm:prSet/>
      <dgm:spPr/>
      <dgm:t>
        <a:bodyPr/>
        <a:lstStyle/>
        <a:p>
          <a:r>
            <a:rPr lang="ru-RU" b="1" dirty="0">
              <a:solidFill>
                <a:schemeClr val="tx2">
                  <a:lumMod val="75000"/>
                </a:schemeClr>
              </a:solidFill>
            </a:rPr>
            <a:t>Белый ящик White-</a:t>
          </a:r>
          <a:r>
            <a:rPr lang="ru-RU" b="1" dirty="0" err="1">
              <a:solidFill>
                <a:schemeClr val="tx2">
                  <a:lumMod val="75000"/>
                </a:schemeClr>
              </a:solidFill>
            </a:rPr>
            <a:t>box</a:t>
          </a:r>
          <a:endParaRPr lang="ru-RU" dirty="0">
            <a:solidFill>
              <a:schemeClr val="tx2">
                <a:lumMod val="75000"/>
              </a:schemeClr>
            </a:solidFill>
          </a:endParaRPr>
        </a:p>
      </dgm:t>
    </dgm:pt>
    <dgm:pt modelId="{AE73779F-AF90-4DF7-BA69-391CAE507B1C}" type="parTrans" cxnId="{830DA15C-2ACE-446B-AB94-5E4BC0147248}">
      <dgm:prSet/>
      <dgm:spPr/>
      <dgm:t>
        <a:bodyPr/>
        <a:lstStyle/>
        <a:p>
          <a:endParaRPr lang="ru-RU">
            <a:solidFill>
              <a:schemeClr val="tx2">
                <a:lumMod val="75000"/>
              </a:schemeClr>
            </a:solidFill>
          </a:endParaRPr>
        </a:p>
      </dgm:t>
    </dgm:pt>
    <dgm:pt modelId="{6ADABCAB-3D66-44E3-8B38-46CAF53E3838}" type="sibTrans" cxnId="{830DA15C-2ACE-446B-AB94-5E4BC0147248}">
      <dgm:prSet/>
      <dgm:spPr/>
      <dgm:t>
        <a:bodyPr/>
        <a:lstStyle/>
        <a:p>
          <a:endParaRPr lang="ru-RU">
            <a:solidFill>
              <a:schemeClr val="tx2">
                <a:lumMod val="75000"/>
              </a:schemeClr>
            </a:solidFill>
          </a:endParaRPr>
        </a:p>
      </dgm:t>
    </dgm:pt>
    <dgm:pt modelId="{9DC8AC38-1167-4771-88D9-7F5192DC7565}">
      <dgm:prSet/>
      <dgm:spPr/>
      <dgm:t>
        <a:bodyPr/>
        <a:lstStyle/>
        <a:p>
          <a:r>
            <a:rPr lang="ru-RU" b="1" dirty="0">
              <a:solidFill>
                <a:schemeClr val="tx2">
                  <a:lumMod val="75000"/>
                </a:schemeClr>
              </a:solidFill>
            </a:rPr>
            <a:t>Черный ящик Black-</a:t>
          </a:r>
          <a:r>
            <a:rPr lang="ru-RU" b="1" dirty="0" err="1">
              <a:solidFill>
                <a:schemeClr val="tx2">
                  <a:lumMod val="75000"/>
                </a:schemeClr>
              </a:solidFill>
            </a:rPr>
            <a:t>box</a:t>
          </a:r>
          <a:r>
            <a:rPr lang="ru-RU" b="1" dirty="0">
              <a:solidFill>
                <a:schemeClr val="tx2">
                  <a:lumMod val="75000"/>
                </a:schemeClr>
              </a:solidFill>
            </a:rPr>
            <a:t> </a:t>
          </a:r>
          <a:endParaRPr lang="ru-RU" dirty="0">
            <a:solidFill>
              <a:schemeClr val="tx2">
                <a:lumMod val="75000"/>
              </a:schemeClr>
            </a:solidFill>
          </a:endParaRPr>
        </a:p>
      </dgm:t>
    </dgm:pt>
    <dgm:pt modelId="{028B2A81-0749-43D5-AF00-330FF5CB7389}" type="parTrans" cxnId="{F3F99F51-AB53-4296-B96A-3B571C967E00}">
      <dgm:prSet/>
      <dgm:spPr/>
      <dgm:t>
        <a:bodyPr/>
        <a:lstStyle/>
        <a:p>
          <a:endParaRPr lang="ru-RU">
            <a:solidFill>
              <a:schemeClr val="tx2">
                <a:lumMod val="75000"/>
              </a:schemeClr>
            </a:solidFill>
          </a:endParaRPr>
        </a:p>
      </dgm:t>
    </dgm:pt>
    <dgm:pt modelId="{10B83A0E-9206-4572-B7A5-0738C5CD1613}" type="sibTrans" cxnId="{F3F99F51-AB53-4296-B96A-3B571C967E00}">
      <dgm:prSet/>
      <dgm:spPr/>
      <dgm:t>
        <a:bodyPr/>
        <a:lstStyle/>
        <a:p>
          <a:endParaRPr lang="ru-RU">
            <a:solidFill>
              <a:schemeClr val="tx2">
                <a:lumMod val="75000"/>
              </a:schemeClr>
            </a:solidFill>
          </a:endParaRPr>
        </a:p>
      </dgm:t>
    </dgm:pt>
    <dgm:pt modelId="{8FCB700F-FC40-4880-AEF2-48A1893418BD}">
      <dgm:prSet/>
      <dgm:spPr/>
      <dgm:t>
        <a:bodyPr/>
        <a:lstStyle/>
        <a:p>
          <a:r>
            <a:rPr lang="ru-RU" b="1" dirty="0">
              <a:solidFill>
                <a:schemeClr val="tx2">
                  <a:lumMod val="75000"/>
                </a:schemeClr>
              </a:solidFill>
            </a:rPr>
            <a:t>2. Атаки на Обучение </a:t>
          </a:r>
          <a:r>
            <a:rPr lang="ru-RU" b="1" dirty="0" err="1">
              <a:solidFill>
                <a:schemeClr val="tx2">
                  <a:lumMod val="75000"/>
                </a:schemeClr>
              </a:solidFill>
            </a:rPr>
            <a:t>Training-phase</a:t>
          </a:r>
          <a:r>
            <a:rPr lang="ru-RU" b="1" dirty="0">
              <a:solidFill>
                <a:schemeClr val="tx2">
                  <a:lumMod val="75000"/>
                </a:schemeClr>
              </a:solidFill>
            </a:rPr>
            <a:t> </a:t>
          </a:r>
          <a:r>
            <a:rPr lang="ru-RU" b="1" dirty="0" err="1">
              <a:solidFill>
                <a:schemeClr val="tx2">
                  <a:lumMod val="75000"/>
                </a:schemeClr>
              </a:solidFill>
            </a:rPr>
            <a:t>Attacks</a:t>
          </a:r>
          <a:endParaRPr lang="ru-RU" dirty="0">
            <a:solidFill>
              <a:schemeClr val="tx2">
                <a:lumMod val="75000"/>
              </a:schemeClr>
            </a:solidFill>
          </a:endParaRPr>
        </a:p>
      </dgm:t>
    </dgm:pt>
    <dgm:pt modelId="{034788D2-BD88-4F48-9F73-7758EC3F82DA}" type="parTrans" cxnId="{C4D15394-C7A4-43E6-9625-8222BA412779}">
      <dgm:prSet/>
      <dgm:spPr/>
      <dgm:t>
        <a:bodyPr/>
        <a:lstStyle/>
        <a:p>
          <a:endParaRPr lang="ru-RU">
            <a:solidFill>
              <a:schemeClr val="tx2">
                <a:lumMod val="75000"/>
              </a:schemeClr>
            </a:solidFill>
          </a:endParaRPr>
        </a:p>
      </dgm:t>
    </dgm:pt>
    <dgm:pt modelId="{AB7072FE-8209-4B73-A552-B9B4BA57267E}" type="sibTrans" cxnId="{C4D15394-C7A4-43E6-9625-8222BA412779}">
      <dgm:prSet/>
      <dgm:spPr/>
      <dgm:t>
        <a:bodyPr/>
        <a:lstStyle/>
        <a:p>
          <a:endParaRPr lang="ru-RU">
            <a:solidFill>
              <a:schemeClr val="tx2">
                <a:lumMod val="75000"/>
              </a:schemeClr>
            </a:solidFill>
          </a:endParaRPr>
        </a:p>
      </dgm:t>
    </dgm:pt>
    <dgm:pt modelId="{16C91A88-9DC3-4921-B12A-B5D4AF38FCD5}">
      <dgm:prSet/>
      <dgm:spPr/>
      <dgm:t>
        <a:bodyPr/>
        <a:lstStyle/>
        <a:p>
          <a:r>
            <a:rPr lang="ru-RU" b="1" dirty="0">
              <a:solidFill>
                <a:schemeClr val="tx2">
                  <a:lumMod val="75000"/>
                </a:schemeClr>
              </a:solidFill>
            </a:rPr>
            <a:t>Отравление Данных Data </a:t>
          </a:r>
          <a:r>
            <a:rPr lang="ru-RU" b="1" dirty="0" err="1">
              <a:solidFill>
                <a:schemeClr val="tx2">
                  <a:lumMod val="75000"/>
                </a:schemeClr>
              </a:solidFill>
            </a:rPr>
            <a:t>Poisoning</a:t>
          </a:r>
          <a:endParaRPr lang="ru-RU" dirty="0">
            <a:solidFill>
              <a:schemeClr val="tx2">
                <a:lumMod val="75000"/>
              </a:schemeClr>
            </a:solidFill>
          </a:endParaRPr>
        </a:p>
      </dgm:t>
    </dgm:pt>
    <dgm:pt modelId="{6C20AE0F-A4E5-4BFC-BDB3-1559DD9F8E11}" type="parTrans" cxnId="{0EE26CE4-D344-45AA-B57F-A6DEEDD856B1}">
      <dgm:prSet/>
      <dgm:spPr/>
      <dgm:t>
        <a:bodyPr/>
        <a:lstStyle/>
        <a:p>
          <a:endParaRPr lang="ru-RU">
            <a:solidFill>
              <a:schemeClr val="tx2">
                <a:lumMod val="75000"/>
              </a:schemeClr>
            </a:solidFill>
          </a:endParaRPr>
        </a:p>
      </dgm:t>
    </dgm:pt>
    <dgm:pt modelId="{7CE3E706-8DD8-44D2-9C0C-847CC9619746}" type="sibTrans" cxnId="{0EE26CE4-D344-45AA-B57F-A6DEEDD856B1}">
      <dgm:prSet/>
      <dgm:spPr/>
      <dgm:t>
        <a:bodyPr/>
        <a:lstStyle/>
        <a:p>
          <a:endParaRPr lang="ru-RU">
            <a:solidFill>
              <a:schemeClr val="tx2">
                <a:lumMod val="75000"/>
              </a:schemeClr>
            </a:solidFill>
          </a:endParaRPr>
        </a:p>
      </dgm:t>
    </dgm:pt>
    <dgm:pt modelId="{2F8101E2-890F-4189-8DEC-65411E57BB96}">
      <dgm:prSet/>
      <dgm:spPr/>
      <dgm:t>
        <a:bodyPr/>
        <a:lstStyle/>
        <a:p>
          <a:r>
            <a:rPr lang="ru-RU" b="1" dirty="0">
              <a:solidFill>
                <a:schemeClr val="tx2">
                  <a:lumMod val="75000"/>
                </a:schemeClr>
              </a:solidFill>
            </a:rPr>
            <a:t>Бэкдор-Атаки </a:t>
          </a:r>
          <a:r>
            <a:rPr lang="ru-RU" b="1" dirty="0" err="1">
              <a:solidFill>
                <a:schemeClr val="tx2">
                  <a:lumMod val="75000"/>
                </a:schemeClr>
              </a:solidFill>
            </a:rPr>
            <a:t>Backdoor</a:t>
          </a:r>
          <a:r>
            <a:rPr lang="ru-RU" b="1" dirty="0">
              <a:solidFill>
                <a:schemeClr val="tx2">
                  <a:lumMod val="75000"/>
                </a:schemeClr>
              </a:solidFill>
            </a:rPr>
            <a:t> </a:t>
          </a:r>
          <a:r>
            <a:rPr lang="ru-RU" b="1" dirty="0" err="1">
              <a:solidFill>
                <a:schemeClr val="tx2">
                  <a:lumMod val="75000"/>
                </a:schemeClr>
              </a:solidFill>
            </a:rPr>
            <a:t>Attacks</a:t>
          </a:r>
          <a:endParaRPr lang="ru-RU" dirty="0">
            <a:solidFill>
              <a:schemeClr val="tx2">
                <a:lumMod val="75000"/>
              </a:schemeClr>
            </a:solidFill>
          </a:endParaRPr>
        </a:p>
      </dgm:t>
    </dgm:pt>
    <dgm:pt modelId="{62209574-C4AD-425E-A93E-D1677C2CB981}" type="parTrans" cxnId="{EBEB5047-928A-4F5A-B576-DB6FA300CB8D}">
      <dgm:prSet/>
      <dgm:spPr/>
      <dgm:t>
        <a:bodyPr/>
        <a:lstStyle/>
        <a:p>
          <a:endParaRPr lang="ru-RU">
            <a:solidFill>
              <a:schemeClr val="tx2">
                <a:lumMod val="75000"/>
              </a:schemeClr>
            </a:solidFill>
          </a:endParaRPr>
        </a:p>
      </dgm:t>
    </dgm:pt>
    <dgm:pt modelId="{69A0B9C6-B71B-4751-B4A4-C6B16B11C67B}" type="sibTrans" cxnId="{EBEB5047-928A-4F5A-B576-DB6FA300CB8D}">
      <dgm:prSet/>
      <dgm:spPr/>
      <dgm:t>
        <a:bodyPr/>
        <a:lstStyle/>
        <a:p>
          <a:endParaRPr lang="ru-RU">
            <a:solidFill>
              <a:schemeClr val="tx2">
                <a:lumMod val="75000"/>
              </a:schemeClr>
            </a:solidFill>
          </a:endParaRPr>
        </a:p>
      </dgm:t>
    </dgm:pt>
    <dgm:pt modelId="{5CD747AD-315B-48D1-BA06-C4649D8E6CD4}">
      <dgm:prSet/>
      <dgm:spPr/>
      <dgm:t>
        <a:bodyPr/>
        <a:lstStyle/>
        <a:p>
          <a:r>
            <a:rPr lang="ru-RU" b="1" dirty="0">
              <a:solidFill>
                <a:schemeClr val="tx2">
                  <a:lumMod val="75000"/>
                </a:schemeClr>
              </a:solidFill>
            </a:rPr>
            <a:t>3. Атаки на Конфиденциальность </a:t>
          </a:r>
          <a:r>
            <a:rPr lang="ru-RU" b="1" dirty="0" err="1">
              <a:solidFill>
                <a:schemeClr val="tx2">
                  <a:lumMod val="75000"/>
                </a:schemeClr>
              </a:solidFill>
            </a:rPr>
            <a:t>Privacy</a:t>
          </a:r>
          <a:r>
            <a:rPr lang="ru-RU" b="1" dirty="0">
              <a:solidFill>
                <a:schemeClr val="tx2">
                  <a:lumMod val="75000"/>
                </a:schemeClr>
              </a:solidFill>
            </a:rPr>
            <a:t> </a:t>
          </a:r>
          <a:r>
            <a:rPr lang="ru-RU" b="1" dirty="0" err="1">
              <a:solidFill>
                <a:schemeClr val="tx2">
                  <a:lumMod val="75000"/>
                </a:schemeClr>
              </a:solidFill>
            </a:rPr>
            <a:t>Attacks</a:t>
          </a:r>
          <a:endParaRPr lang="ru-RU" dirty="0">
            <a:solidFill>
              <a:schemeClr val="tx2">
                <a:lumMod val="75000"/>
              </a:schemeClr>
            </a:solidFill>
          </a:endParaRPr>
        </a:p>
      </dgm:t>
    </dgm:pt>
    <dgm:pt modelId="{64F9EE87-32DC-40FC-8343-C5B443970F29}" type="parTrans" cxnId="{EA4CA5B2-3A4F-49FE-9B67-767C9219D95B}">
      <dgm:prSet/>
      <dgm:spPr/>
      <dgm:t>
        <a:bodyPr/>
        <a:lstStyle/>
        <a:p>
          <a:endParaRPr lang="ru-RU">
            <a:solidFill>
              <a:schemeClr val="tx2">
                <a:lumMod val="75000"/>
              </a:schemeClr>
            </a:solidFill>
          </a:endParaRPr>
        </a:p>
      </dgm:t>
    </dgm:pt>
    <dgm:pt modelId="{1AC9A78B-AF0C-4B60-AE3A-1986FB8F802E}" type="sibTrans" cxnId="{EA4CA5B2-3A4F-49FE-9B67-767C9219D95B}">
      <dgm:prSet/>
      <dgm:spPr/>
      <dgm:t>
        <a:bodyPr/>
        <a:lstStyle/>
        <a:p>
          <a:endParaRPr lang="ru-RU">
            <a:solidFill>
              <a:schemeClr val="tx2">
                <a:lumMod val="75000"/>
              </a:schemeClr>
            </a:solidFill>
          </a:endParaRPr>
        </a:p>
      </dgm:t>
    </dgm:pt>
    <dgm:pt modelId="{586D6A0C-0431-43A4-AEF6-1E6F0225B938}">
      <dgm:prSet/>
      <dgm:spPr/>
      <dgm:t>
        <a:bodyPr/>
        <a:lstStyle/>
        <a:p>
          <a:r>
            <a:rPr lang="ru-RU" b="1" dirty="0">
              <a:solidFill>
                <a:schemeClr val="tx2">
                  <a:lumMod val="75000"/>
                </a:schemeClr>
              </a:solidFill>
            </a:rPr>
            <a:t>Атака на Определение Принадлежности </a:t>
          </a:r>
          <a:r>
            <a:rPr lang="ru-RU" b="1" dirty="0" err="1">
              <a:solidFill>
                <a:schemeClr val="tx2">
                  <a:lumMod val="75000"/>
                </a:schemeClr>
              </a:solidFill>
            </a:rPr>
            <a:t>Membership</a:t>
          </a:r>
          <a:r>
            <a:rPr lang="ru-RU" b="1" dirty="0">
              <a:solidFill>
                <a:schemeClr val="tx2">
                  <a:lumMod val="75000"/>
                </a:schemeClr>
              </a:solidFill>
            </a:rPr>
            <a:t> </a:t>
          </a:r>
          <a:r>
            <a:rPr lang="ru-RU" b="1" dirty="0" err="1">
              <a:solidFill>
                <a:schemeClr val="tx2">
                  <a:lumMod val="75000"/>
                </a:schemeClr>
              </a:solidFill>
            </a:rPr>
            <a:t>Inference</a:t>
          </a:r>
          <a:r>
            <a:rPr lang="ru-RU" b="1" dirty="0">
              <a:solidFill>
                <a:schemeClr val="tx2">
                  <a:lumMod val="75000"/>
                </a:schemeClr>
              </a:solidFill>
            </a:rPr>
            <a:t> </a:t>
          </a:r>
          <a:r>
            <a:rPr lang="ru-RU" b="1" dirty="0" err="1">
              <a:solidFill>
                <a:schemeClr val="tx2">
                  <a:lumMod val="75000"/>
                </a:schemeClr>
              </a:solidFill>
            </a:rPr>
            <a:t>Attack</a:t>
          </a:r>
          <a:endParaRPr lang="ru-RU" dirty="0">
            <a:solidFill>
              <a:schemeClr val="tx2">
                <a:lumMod val="75000"/>
              </a:schemeClr>
            </a:solidFill>
          </a:endParaRPr>
        </a:p>
      </dgm:t>
    </dgm:pt>
    <dgm:pt modelId="{E818D122-D1C6-4F27-BD19-ABEB39F71B3E}" type="parTrans" cxnId="{4DD40A18-8F54-45C8-8C1B-22916E3331E1}">
      <dgm:prSet/>
      <dgm:spPr/>
      <dgm:t>
        <a:bodyPr/>
        <a:lstStyle/>
        <a:p>
          <a:endParaRPr lang="ru-RU">
            <a:solidFill>
              <a:schemeClr val="tx2">
                <a:lumMod val="75000"/>
              </a:schemeClr>
            </a:solidFill>
          </a:endParaRPr>
        </a:p>
      </dgm:t>
    </dgm:pt>
    <dgm:pt modelId="{96F360BC-4FD5-42B3-A8D2-E856F1C44AEA}" type="sibTrans" cxnId="{4DD40A18-8F54-45C8-8C1B-22916E3331E1}">
      <dgm:prSet/>
      <dgm:spPr/>
      <dgm:t>
        <a:bodyPr/>
        <a:lstStyle/>
        <a:p>
          <a:endParaRPr lang="ru-RU">
            <a:solidFill>
              <a:schemeClr val="tx2">
                <a:lumMod val="75000"/>
              </a:schemeClr>
            </a:solidFill>
          </a:endParaRPr>
        </a:p>
      </dgm:t>
    </dgm:pt>
    <dgm:pt modelId="{21C32A32-2172-4ADE-B606-4E462BAE1FA0}">
      <dgm:prSet/>
      <dgm:spPr/>
      <dgm:t>
        <a:bodyPr/>
        <a:lstStyle/>
        <a:p>
          <a:r>
            <a:rPr lang="ru-RU" b="1" dirty="0">
              <a:solidFill>
                <a:schemeClr val="tx2">
                  <a:lumMod val="75000"/>
                </a:schemeClr>
              </a:solidFill>
            </a:rPr>
            <a:t>1. </a:t>
          </a:r>
          <a:r>
            <a:rPr lang="ru-RU" b="1" dirty="0" err="1">
              <a:solidFill>
                <a:schemeClr val="tx2">
                  <a:lumMod val="75000"/>
                </a:schemeClr>
              </a:solidFill>
            </a:rPr>
            <a:t>Adversarial</a:t>
          </a:r>
          <a:r>
            <a:rPr lang="ru-RU" b="1" dirty="0">
              <a:solidFill>
                <a:schemeClr val="tx2">
                  <a:lumMod val="75000"/>
                </a:schemeClr>
              </a:solidFill>
            </a:rPr>
            <a:t> </a:t>
          </a:r>
          <a:r>
            <a:rPr lang="ru-RU" b="1" dirty="0" err="1">
              <a:solidFill>
                <a:schemeClr val="tx2">
                  <a:lumMod val="75000"/>
                </a:schemeClr>
              </a:solidFill>
            </a:rPr>
            <a:t>Attacks</a:t>
          </a:r>
          <a:endParaRPr lang="ru-RU" dirty="0">
            <a:solidFill>
              <a:schemeClr val="tx2">
                <a:lumMod val="75000"/>
              </a:schemeClr>
            </a:solidFill>
          </a:endParaRPr>
        </a:p>
      </dgm:t>
    </dgm:pt>
    <dgm:pt modelId="{9E1FD5B8-F460-4C4C-AAA9-C05E5DD4C757}" type="parTrans" cxnId="{9BCEF6E4-44E0-4538-9A7F-2B0CD76CB9BE}">
      <dgm:prSet/>
      <dgm:spPr/>
      <dgm:t>
        <a:bodyPr/>
        <a:lstStyle/>
        <a:p>
          <a:endParaRPr lang="ru-RU">
            <a:solidFill>
              <a:schemeClr val="tx2">
                <a:lumMod val="75000"/>
              </a:schemeClr>
            </a:solidFill>
          </a:endParaRPr>
        </a:p>
      </dgm:t>
    </dgm:pt>
    <dgm:pt modelId="{36588D4D-0F11-4445-BD5B-85FB18FC5A29}" type="sibTrans" cxnId="{9BCEF6E4-44E0-4538-9A7F-2B0CD76CB9BE}">
      <dgm:prSet/>
      <dgm:spPr/>
      <dgm:t>
        <a:bodyPr/>
        <a:lstStyle/>
        <a:p>
          <a:endParaRPr lang="ru-RU">
            <a:solidFill>
              <a:schemeClr val="tx2">
                <a:lumMod val="75000"/>
              </a:schemeClr>
            </a:solidFill>
          </a:endParaRPr>
        </a:p>
      </dgm:t>
    </dgm:pt>
    <dgm:pt modelId="{45FC5321-652E-4628-A035-3025DE0A8351}" type="pres">
      <dgm:prSet presAssocID="{E026C737-957A-4C31-8B8A-575D02662D87}" presName="Name0" presStyleCnt="0">
        <dgm:presLayoutVars>
          <dgm:chPref val="1"/>
          <dgm:dir/>
          <dgm:animOne val="branch"/>
          <dgm:animLvl val="lvl"/>
          <dgm:resizeHandles val="exact"/>
        </dgm:presLayoutVars>
      </dgm:prSet>
      <dgm:spPr/>
    </dgm:pt>
    <dgm:pt modelId="{5D6268D7-E41C-40F2-9C76-3AF86AE53AAC}" type="pres">
      <dgm:prSet presAssocID="{531515E4-8CAC-4BF0-A8A5-99A9167B6CF8}" presName="root1" presStyleCnt="0"/>
      <dgm:spPr/>
    </dgm:pt>
    <dgm:pt modelId="{8D56751A-A828-4098-98D6-4316DA1B97E2}" type="pres">
      <dgm:prSet presAssocID="{531515E4-8CAC-4BF0-A8A5-99A9167B6CF8}" presName="LevelOneTextNode" presStyleLbl="node0" presStyleIdx="0" presStyleCnt="1">
        <dgm:presLayoutVars>
          <dgm:chPref val="3"/>
        </dgm:presLayoutVars>
      </dgm:prSet>
      <dgm:spPr/>
    </dgm:pt>
    <dgm:pt modelId="{ED669FE6-0E32-45FC-9104-418FBBCB02C2}" type="pres">
      <dgm:prSet presAssocID="{531515E4-8CAC-4BF0-A8A5-99A9167B6CF8}" presName="level2hierChild" presStyleCnt="0"/>
      <dgm:spPr/>
    </dgm:pt>
    <dgm:pt modelId="{25B23CBC-0FDD-4999-A6DC-BB356FF8245C}" type="pres">
      <dgm:prSet presAssocID="{9E1FD5B8-F460-4C4C-AAA9-C05E5DD4C757}" presName="conn2-1" presStyleLbl="parChTrans1D2" presStyleIdx="0" presStyleCnt="3"/>
      <dgm:spPr/>
    </dgm:pt>
    <dgm:pt modelId="{A3B1E8DE-007C-4B34-ACB4-761C5A8EC2CD}" type="pres">
      <dgm:prSet presAssocID="{9E1FD5B8-F460-4C4C-AAA9-C05E5DD4C757}" presName="connTx" presStyleLbl="parChTrans1D2" presStyleIdx="0" presStyleCnt="3"/>
      <dgm:spPr/>
    </dgm:pt>
    <dgm:pt modelId="{777554D6-22BE-4F69-AE9B-BF92AB933B78}" type="pres">
      <dgm:prSet presAssocID="{21C32A32-2172-4ADE-B606-4E462BAE1FA0}" presName="root2" presStyleCnt="0"/>
      <dgm:spPr/>
    </dgm:pt>
    <dgm:pt modelId="{531F5D2D-57AB-4414-9B59-04FD942B725C}" type="pres">
      <dgm:prSet presAssocID="{21C32A32-2172-4ADE-B606-4E462BAE1FA0}" presName="LevelTwoTextNode" presStyleLbl="node2" presStyleIdx="0" presStyleCnt="3">
        <dgm:presLayoutVars>
          <dgm:chPref val="3"/>
        </dgm:presLayoutVars>
      </dgm:prSet>
      <dgm:spPr/>
    </dgm:pt>
    <dgm:pt modelId="{F266E16A-EBD5-44A6-BF1A-91D3FF564D9E}" type="pres">
      <dgm:prSet presAssocID="{21C32A32-2172-4ADE-B606-4E462BAE1FA0}" presName="level3hierChild" presStyleCnt="0"/>
      <dgm:spPr/>
    </dgm:pt>
    <dgm:pt modelId="{CFA98306-716D-4F26-9671-5F1BBCFB886C}" type="pres">
      <dgm:prSet presAssocID="{AE73779F-AF90-4DF7-BA69-391CAE507B1C}" presName="conn2-1" presStyleLbl="parChTrans1D3" presStyleIdx="0" presStyleCnt="5"/>
      <dgm:spPr/>
    </dgm:pt>
    <dgm:pt modelId="{33AC8078-EC21-463B-94DE-B6C9F1253906}" type="pres">
      <dgm:prSet presAssocID="{AE73779F-AF90-4DF7-BA69-391CAE507B1C}" presName="connTx" presStyleLbl="parChTrans1D3" presStyleIdx="0" presStyleCnt="5"/>
      <dgm:spPr/>
    </dgm:pt>
    <dgm:pt modelId="{44F329E9-E735-4EA0-8962-D49CE4A450EC}" type="pres">
      <dgm:prSet presAssocID="{9FFA53EE-6CF2-484D-AFA0-D407BC10802C}" presName="root2" presStyleCnt="0"/>
      <dgm:spPr/>
    </dgm:pt>
    <dgm:pt modelId="{3E6AAE31-B636-429B-8E70-0AAEEA9F440B}" type="pres">
      <dgm:prSet presAssocID="{9FFA53EE-6CF2-484D-AFA0-D407BC10802C}" presName="LevelTwoTextNode" presStyleLbl="node3" presStyleIdx="0" presStyleCnt="5">
        <dgm:presLayoutVars>
          <dgm:chPref val="3"/>
        </dgm:presLayoutVars>
      </dgm:prSet>
      <dgm:spPr/>
    </dgm:pt>
    <dgm:pt modelId="{5249F073-B96B-4031-87F0-A28F9C58BCBD}" type="pres">
      <dgm:prSet presAssocID="{9FFA53EE-6CF2-484D-AFA0-D407BC10802C}" presName="level3hierChild" presStyleCnt="0"/>
      <dgm:spPr/>
    </dgm:pt>
    <dgm:pt modelId="{A7B62950-4445-495B-A7E2-83B3E10EA6C4}" type="pres">
      <dgm:prSet presAssocID="{028B2A81-0749-43D5-AF00-330FF5CB7389}" presName="conn2-1" presStyleLbl="parChTrans1D3" presStyleIdx="1" presStyleCnt="5"/>
      <dgm:spPr/>
    </dgm:pt>
    <dgm:pt modelId="{E0A6ABB3-A70E-4DDE-A4D2-EE3214EE9656}" type="pres">
      <dgm:prSet presAssocID="{028B2A81-0749-43D5-AF00-330FF5CB7389}" presName="connTx" presStyleLbl="parChTrans1D3" presStyleIdx="1" presStyleCnt="5"/>
      <dgm:spPr/>
    </dgm:pt>
    <dgm:pt modelId="{DDB22D68-28D4-403A-9D34-FDDB6680537D}" type="pres">
      <dgm:prSet presAssocID="{9DC8AC38-1167-4771-88D9-7F5192DC7565}" presName="root2" presStyleCnt="0"/>
      <dgm:spPr/>
    </dgm:pt>
    <dgm:pt modelId="{89AEE330-676E-40F4-8102-1A6726E67426}" type="pres">
      <dgm:prSet presAssocID="{9DC8AC38-1167-4771-88D9-7F5192DC7565}" presName="LevelTwoTextNode" presStyleLbl="node3" presStyleIdx="1" presStyleCnt="5">
        <dgm:presLayoutVars>
          <dgm:chPref val="3"/>
        </dgm:presLayoutVars>
      </dgm:prSet>
      <dgm:spPr/>
    </dgm:pt>
    <dgm:pt modelId="{9A2D81E3-D921-4728-BEC7-C4607BAADCD6}" type="pres">
      <dgm:prSet presAssocID="{9DC8AC38-1167-4771-88D9-7F5192DC7565}" presName="level3hierChild" presStyleCnt="0"/>
      <dgm:spPr/>
    </dgm:pt>
    <dgm:pt modelId="{53243D9F-6A83-4DF4-A02A-51975B25585A}" type="pres">
      <dgm:prSet presAssocID="{034788D2-BD88-4F48-9F73-7758EC3F82DA}" presName="conn2-1" presStyleLbl="parChTrans1D2" presStyleIdx="1" presStyleCnt="3"/>
      <dgm:spPr/>
    </dgm:pt>
    <dgm:pt modelId="{A7C13EB3-11DC-4166-9196-1F92BB2903DC}" type="pres">
      <dgm:prSet presAssocID="{034788D2-BD88-4F48-9F73-7758EC3F82DA}" presName="connTx" presStyleLbl="parChTrans1D2" presStyleIdx="1" presStyleCnt="3"/>
      <dgm:spPr/>
    </dgm:pt>
    <dgm:pt modelId="{FFE89D80-042F-413F-B6A0-D5ADE9DD316D}" type="pres">
      <dgm:prSet presAssocID="{8FCB700F-FC40-4880-AEF2-48A1893418BD}" presName="root2" presStyleCnt="0"/>
      <dgm:spPr/>
    </dgm:pt>
    <dgm:pt modelId="{0C58CECD-0B25-44BE-80F1-6E0706EDD8BF}" type="pres">
      <dgm:prSet presAssocID="{8FCB700F-FC40-4880-AEF2-48A1893418BD}" presName="LevelTwoTextNode" presStyleLbl="node2" presStyleIdx="1" presStyleCnt="3">
        <dgm:presLayoutVars>
          <dgm:chPref val="3"/>
        </dgm:presLayoutVars>
      </dgm:prSet>
      <dgm:spPr/>
    </dgm:pt>
    <dgm:pt modelId="{4E92386E-F1E0-4925-BB41-A98D344B85D6}" type="pres">
      <dgm:prSet presAssocID="{8FCB700F-FC40-4880-AEF2-48A1893418BD}" presName="level3hierChild" presStyleCnt="0"/>
      <dgm:spPr/>
    </dgm:pt>
    <dgm:pt modelId="{385BC935-B35D-4F29-B50E-4B887B783131}" type="pres">
      <dgm:prSet presAssocID="{6C20AE0F-A4E5-4BFC-BDB3-1559DD9F8E11}" presName="conn2-1" presStyleLbl="parChTrans1D3" presStyleIdx="2" presStyleCnt="5"/>
      <dgm:spPr/>
    </dgm:pt>
    <dgm:pt modelId="{62D77A70-0C01-4BFA-9BA6-3F540DD24342}" type="pres">
      <dgm:prSet presAssocID="{6C20AE0F-A4E5-4BFC-BDB3-1559DD9F8E11}" presName="connTx" presStyleLbl="parChTrans1D3" presStyleIdx="2" presStyleCnt="5"/>
      <dgm:spPr/>
    </dgm:pt>
    <dgm:pt modelId="{71F86303-714F-4891-8A5A-E522C286C1E0}" type="pres">
      <dgm:prSet presAssocID="{16C91A88-9DC3-4921-B12A-B5D4AF38FCD5}" presName="root2" presStyleCnt="0"/>
      <dgm:spPr/>
    </dgm:pt>
    <dgm:pt modelId="{7D5CDAF9-D3E9-4DCD-8DFD-D401E422B59C}" type="pres">
      <dgm:prSet presAssocID="{16C91A88-9DC3-4921-B12A-B5D4AF38FCD5}" presName="LevelTwoTextNode" presStyleLbl="node3" presStyleIdx="2" presStyleCnt="5">
        <dgm:presLayoutVars>
          <dgm:chPref val="3"/>
        </dgm:presLayoutVars>
      </dgm:prSet>
      <dgm:spPr/>
    </dgm:pt>
    <dgm:pt modelId="{D372161F-4285-4F37-88A9-8269042CBB18}" type="pres">
      <dgm:prSet presAssocID="{16C91A88-9DC3-4921-B12A-B5D4AF38FCD5}" presName="level3hierChild" presStyleCnt="0"/>
      <dgm:spPr/>
    </dgm:pt>
    <dgm:pt modelId="{AC6ED199-D4DF-4606-BD8B-D3B6835FF1AE}" type="pres">
      <dgm:prSet presAssocID="{62209574-C4AD-425E-A93E-D1677C2CB981}" presName="conn2-1" presStyleLbl="parChTrans1D3" presStyleIdx="3" presStyleCnt="5"/>
      <dgm:spPr/>
    </dgm:pt>
    <dgm:pt modelId="{C4A606E0-1FCE-4626-8594-817EEB326150}" type="pres">
      <dgm:prSet presAssocID="{62209574-C4AD-425E-A93E-D1677C2CB981}" presName="connTx" presStyleLbl="parChTrans1D3" presStyleIdx="3" presStyleCnt="5"/>
      <dgm:spPr/>
    </dgm:pt>
    <dgm:pt modelId="{48729AF2-FC4E-4CAC-95DF-D1AB1B6CAC79}" type="pres">
      <dgm:prSet presAssocID="{2F8101E2-890F-4189-8DEC-65411E57BB96}" presName="root2" presStyleCnt="0"/>
      <dgm:spPr/>
    </dgm:pt>
    <dgm:pt modelId="{7947A62C-4322-42BA-B2FF-55D4DEE0DA14}" type="pres">
      <dgm:prSet presAssocID="{2F8101E2-890F-4189-8DEC-65411E57BB96}" presName="LevelTwoTextNode" presStyleLbl="node3" presStyleIdx="3" presStyleCnt="5">
        <dgm:presLayoutVars>
          <dgm:chPref val="3"/>
        </dgm:presLayoutVars>
      </dgm:prSet>
      <dgm:spPr/>
    </dgm:pt>
    <dgm:pt modelId="{79887F26-F75A-43F8-B24F-7375705D2074}" type="pres">
      <dgm:prSet presAssocID="{2F8101E2-890F-4189-8DEC-65411E57BB96}" presName="level3hierChild" presStyleCnt="0"/>
      <dgm:spPr/>
    </dgm:pt>
    <dgm:pt modelId="{AABDF177-C826-4C68-8C7D-AEEBB4A34C80}" type="pres">
      <dgm:prSet presAssocID="{64F9EE87-32DC-40FC-8343-C5B443970F29}" presName="conn2-1" presStyleLbl="parChTrans1D2" presStyleIdx="2" presStyleCnt="3"/>
      <dgm:spPr/>
    </dgm:pt>
    <dgm:pt modelId="{6A6575F7-BF91-4C5E-8334-55FA090EA20A}" type="pres">
      <dgm:prSet presAssocID="{64F9EE87-32DC-40FC-8343-C5B443970F29}" presName="connTx" presStyleLbl="parChTrans1D2" presStyleIdx="2" presStyleCnt="3"/>
      <dgm:spPr/>
    </dgm:pt>
    <dgm:pt modelId="{9CD50A3A-AF0E-4BF2-B597-87806472F8EB}" type="pres">
      <dgm:prSet presAssocID="{5CD747AD-315B-48D1-BA06-C4649D8E6CD4}" presName="root2" presStyleCnt="0"/>
      <dgm:spPr/>
    </dgm:pt>
    <dgm:pt modelId="{F14FA84F-77F7-410F-BFCA-1DDD254E22E4}" type="pres">
      <dgm:prSet presAssocID="{5CD747AD-315B-48D1-BA06-C4649D8E6CD4}" presName="LevelTwoTextNode" presStyleLbl="node2" presStyleIdx="2" presStyleCnt="3">
        <dgm:presLayoutVars>
          <dgm:chPref val="3"/>
        </dgm:presLayoutVars>
      </dgm:prSet>
      <dgm:spPr/>
    </dgm:pt>
    <dgm:pt modelId="{47E132CC-EF2E-4622-B45C-D95C5EC1B013}" type="pres">
      <dgm:prSet presAssocID="{5CD747AD-315B-48D1-BA06-C4649D8E6CD4}" presName="level3hierChild" presStyleCnt="0"/>
      <dgm:spPr/>
    </dgm:pt>
    <dgm:pt modelId="{E6EDF350-2AAB-49BF-8E88-AA93D0028691}" type="pres">
      <dgm:prSet presAssocID="{E818D122-D1C6-4F27-BD19-ABEB39F71B3E}" presName="conn2-1" presStyleLbl="parChTrans1D3" presStyleIdx="4" presStyleCnt="5"/>
      <dgm:spPr/>
    </dgm:pt>
    <dgm:pt modelId="{D9A50442-C1A2-43C8-B5BC-28011A277A28}" type="pres">
      <dgm:prSet presAssocID="{E818D122-D1C6-4F27-BD19-ABEB39F71B3E}" presName="connTx" presStyleLbl="parChTrans1D3" presStyleIdx="4" presStyleCnt="5"/>
      <dgm:spPr/>
    </dgm:pt>
    <dgm:pt modelId="{CFCE9373-DE42-4FD6-B276-B9C1C493FBF4}" type="pres">
      <dgm:prSet presAssocID="{586D6A0C-0431-43A4-AEF6-1E6F0225B938}" presName="root2" presStyleCnt="0"/>
      <dgm:spPr/>
    </dgm:pt>
    <dgm:pt modelId="{586F24CC-64D8-489C-A84B-E8AFC7C4DEFE}" type="pres">
      <dgm:prSet presAssocID="{586D6A0C-0431-43A4-AEF6-1E6F0225B938}" presName="LevelTwoTextNode" presStyleLbl="node3" presStyleIdx="4" presStyleCnt="5">
        <dgm:presLayoutVars>
          <dgm:chPref val="3"/>
        </dgm:presLayoutVars>
      </dgm:prSet>
      <dgm:spPr/>
    </dgm:pt>
    <dgm:pt modelId="{CB933F2D-1C19-4437-99E2-2B9D5075EA12}" type="pres">
      <dgm:prSet presAssocID="{586D6A0C-0431-43A4-AEF6-1E6F0225B938}" presName="level3hierChild" presStyleCnt="0"/>
      <dgm:spPr/>
    </dgm:pt>
  </dgm:ptLst>
  <dgm:cxnLst>
    <dgm:cxn modelId="{C35CFB01-9E6C-413A-8996-D483CAD3CBD2}" type="presOf" srcId="{21C32A32-2172-4ADE-B606-4E462BAE1FA0}" destId="{531F5D2D-57AB-4414-9B59-04FD942B725C}" srcOrd="0" destOrd="0" presId="urn:microsoft.com/office/officeart/2008/layout/HorizontalMultiLevelHierarchy"/>
    <dgm:cxn modelId="{8444F909-BA0E-4849-9451-B1355A0FA88C}" type="presOf" srcId="{531515E4-8CAC-4BF0-A8A5-99A9167B6CF8}" destId="{8D56751A-A828-4098-98D6-4316DA1B97E2}" srcOrd="0" destOrd="0" presId="urn:microsoft.com/office/officeart/2008/layout/HorizontalMultiLevelHierarchy"/>
    <dgm:cxn modelId="{7CD3D213-7683-467C-B030-457B338D89FB}" type="presOf" srcId="{E818D122-D1C6-4F27-BD19-ABEB39F71B3E}" destId="{D9A50442-C1A2-43C8-B5BC-28011A277A28}" srcOrd="1" destOrd="0" presId="urn:microsoft.com/office/officeart/2008/layout/HorizontalMultiLevelHierarchy"/>
    <dgm:cxn modelId="{D481A216-6120-4B2B-9F3B-3CA799B8A9AF}" type="presOf" srcId="{64F9EE87-32DC-40FC-8343-C5B443970F29}" destId="{6A6575F7-BF91-4C5E-8334-55FA090EA20A}" srcOrd="1" destOrd="0" presId="urn:microsoft.com/office/officeart/2008/layout/HorizontalMultiLevelHierarchy"/>
    <dgm:cxn modelId="{4DD40A18-8F54-45C8-8C1B-22916E3331E1}" srcId="{5CD747AD-315B-48D1-BA06-C4649D8E6CD4}" destId="{586D6A0C-0431-43A4-AEF6-1E6F0225B938}" srcOrd="0" destOrd="0" parTransId="{E818D122-D1C6-4F27-BD19-ABEB39F71B3E}" sibTransId="{96F360BC-4FD5-42B3-A8D2-E856F1C44AEA}"/>
    <dgm:cxn modelId="{1D0F0120-22EA-4002-89A1-F9E44C20C886}" type="presOf" srcId="{6C20AE0F-A4E5-4BFC-BDB3-1559DD9F8E11}" destId="{62D77A70-0C01-4BFA-9BA6-3F540DD24342}" srcOrd="1" destOrd="0" presId="urn:microsoft.com/office/officeart/2008/layout/HorizontalMultiLevelHierarchy"/>
    <dgm:cxn modelId="{2C898B2B-2169-493C-8EDE-890E678D1E77}" type="presOf" srcId="{5CD747AD-315B-48D1-BA06-C4649D8E6CD4}" destId="{F14FA84F-77F7-410F-BFCA-1DDD254E22E4}" srcOrd="0" destOrd="0" presId="urn:microsoft.com/office/officeart/2008/layout/HorizontalMultiLevelHierarchy"/>
    <dgm:cxn modelId="{386DC432-95B1-4AB1-84D3-7FE03B62BC65}" type="presOf" srcId="{028B2A81-0749-43D5-AF00-330FF5CB7389}" destId="{E0A6ABB3-A70E-4DDE-A4D2-EE3214EE9656}" srcOrd="1" destOrd="0" presId="urn:microsoft.com/office/officeart/2008/layout/HorizontalMultiLevelHierarchy"/>
    <dgm:cxn modelId="{3B739E3D-1E0E-4F8E-A6E0-0075D7D049AC}" type="presOf" srcId="{E818D122-D1C6-4F27-BD19-ABEB39F71B3E}" destId="{E6EDF350-2AAB-49BF-8E88-AA93D0028691}" srcOrd="0" destOrd="0" presId="urn:microsoft.com/office/officeart/2008/layout/HorizontalMultiLevelHierarchy"/>
    <dgm:cxn modelId="{830DA15C-2ACE-446B-AB94-5E4BC0147248}" srcId="{21C32A32-2172-4ADE-B606-4E462BAE1FA0}" destId="{9FFA53EE-6CF2-484D-AFA0-D407BC10802C}" srcOrd="0" destOrd="0" parTransId="{AE73779F-AF90-4DF7-BA69-391CAE507B1C}" sibTransId="{6ADABCAB-3D66-44E3-8B38-46CAF53E3838}"/>
    <dgm:cxn modelId="{1CF4FB5F-CA10-43DE-A2A1-46EC22773712}" type="presOf" srcId="{AE73779F-AF90-4DF7-BA69-391CAE507B1C}" destId="{CFA98306-716D-4F26-9671-5F1BBCFB886C}" srcOrd="0" destOrd="0" presId="urn:microsoft.com/office/officeart/2008/layout/HorizontalMultiLevelHierarchy"/>
    <dgm:cxn modelId="{BB619344-0361-4C50-B422-58BAD269C8F7}" type="presOf" srcId="{62209574-C4AD-425E-A93E-D1677C2CB981}" destId="{AC6ED199-D4DF-4606-BD8B-D3B6835FF1AE}" srcOrd="0" destOrd="0" presId="urn:microsoft.com/office/officeart/2008/layout/HorizontalMultiLevelHierarchy"/>
    <dgm:cxn modelId="{49B07F65-1B6B-4049-BAC2-88631DB396FE}" type="presOf" srcId="{64F9EE87-32DC-40FC-8343-C5B443970F29}" destId="{AABDF177-C826-4C68-8C7D-AEEBB4A34C80}" srcOrd="0" destOrd="0" presId="urn:microsoft.com/office/officeart/2008/layout/HorizontalMultiLevelHierarchy"/>
    <dgm:cxn modelId="{7F224E47-C115-4E78-93C1-84C80A7BBD92}" type="presOf" srcId="{9DC8AC38-1167-4771-88D9-7F5192DC7565}" destId="{89AEE330-676E-40F4-8102-1A6726E67426}" srcOrd="0" destOrd="0" presId="urn:microsoft.com/office/officeart/2008/layout/HorizontalMultiLevelHierarchy"/>
    <dgm:cxn modelId="{EBEB5047-928A-4F5A-B576-DB6FA300CB8D}" srcId="{8FCB700F-FC40-4880-AEF2-48A1893418BD}" destId="{2F8101E2-890F-4189-8DEC-65411E57BB96}" srcOrd="1" destOrd="0" parTransId="{62209574-C4AD-425E-A93E-D1677C2CB981}" sibTransId="{69A0B9C6-B71B-4751-B4A4-C6B16B11C67B}"/>
    <dgm:cxn modelId="{20132B70-3DE8-4C43-999C-E03B594AE407}" type="presOf" srcId="{62209574-C4AD-425E-A93E-D1677C2CB981}" destId="{C4A606E0-1FCE-4626-8594-817EEB326150}" srcOrd="1" destOrd="0" presId="urn:microsoft.com/office/officeart/2008/layout/HorizontalMultiLevelHierarchy"/>
    <dgm:cxn modelId="{F3F99F51-AB53-4296-B96A-3B571C967E00}" srcId="{21C32A32-2172-4ADE-B606-4E462BAE1FA0}" destId="{9DC8AC38-1167-4771-88D9-7F5192DC7565}" srcOrd="1" destOrd="0" parTransId="{028B2A81-0749-43D5-AF00-330FF5CB7389}" sibTransId="{10B83A0E-9206-4572-B7A5-0738C5CD1613}"/>
    <dgm:cxn modelId="{A3DE6A73-0887-4271-ACB2-918D9CB7D439}" type="presOf" srcId="{9E1FD5B8-F460-4C4C-AAA9-C05E5DD4C757}" destId="{A3B1E8DE-007C-4B34-ACB4-761C5A8EC2CD}" srcOrd="1" destOrd="0" presId="urn:microsoft.com/office/officeart/2008/layout/HorizontalMultiLevelHierarchy"/>
    <dgm:cxn modelId="{7362F655-D6E9-4572-A069-96F685E2D4D1}" type="presOf" srcId="{E026C737-957A-4C31-8B8A-575D02662D87}" destId="{45FC5321-652E-4628-A035-3025DE0A8351}" srcOrd="0" destOrd="0" presId="urn:microsoft.com/office/officeart/2008/layout/HorizontalMultiLevelHierarchy"/>
    <dgm:cxn modelId="{8F498258-0A85-41D7-A6A4-815351D3F866}" type="presOf" srcId="{586D6A0C-0431-43A4-AEF6-1E6F0225B938}" destId="{586F24CC-64D8-489C-A84B-E8AFC7C4DEFE}" srcOrd="0" destOrd="0" presId="urn:microsoft.com/office/officeart/2008/layout/HorizontalMultiLevelHierarchy"/>
    <dgm:cxn modelId="{7885FA93-72EE-4D10-830A-FCAF934D8C05}" srcId="{E026C737-957A-4C31-8B8A-575D02662D87}" destId="{531515E4-8CAC-4BF0-A8A5-99A9167B6CF8}" srcOrd="0" destOrd="0" parTransId="{047FF5B9-0667-4507-8B1B-F6745CDA0FBB}" sibTransId="{E4594038-CBC1-438C-A306-44DFEA797FF7}"/>
    <dgm:cxn modelId="{C4D15394-C7A4-43E6-9625-8222BA412779}" srcId="{531515E4-8CAC-4BF0-A8A5-99A9167B6CF8}" destId="{8FCB700F-FC40-4880-AEF2-48A1893418BD}" srcOrd="1" destOrd="0" parTransId="{034788D2-BD88-4F48-9F73-7758EC3F82DA}" sibTransId="{AB7072FE-8209-4B73-A552-B9B4BA57267E}"/>
    <dgm:cxn modelId="{BA450B9D-2526-4A99-9E75-FCB4C5EB321C}" type="presOf" srcId="{6C20AE0F-A4E5-4BFC-BDB3-1559DD9F8E11}" destId="{385BC935-B35D-4F29-B50E-4B887B783131}" srcOrd="0" destOrd="0" presId="urn:microsoft.com/office/officeart/2008/layout/HorizontalMultiLevelHierarchy"/>
    <dgm:cxn modelId="{0DF358AE-FAF4-4A84-A453-40413A2B7E7B}" type="presOf" srcId="{8FCB700F-FC40-4880-AEF2-48A1893418BD}" destId="{0C58CECD-0B25-44BE-80F1-6E0706EDD8BF}" srcOrd="0" destOrd="0" presId="urn:microsoft.com/office/officeart/2008/layout/HorizontalMultiLevelHierarchy"/>
    <dgm:cxn modelId="{EA4CA5B2-3A4F-49FE-9B67-767C9219D95B}" srcId="{531515E4-8CAC-4BF0-A8A5-99A9167B6CF8}" destId="{5CD747AD-315B-48D1-BA06-C4649D8E6CD4}" srcOrd="2" destOrd="0" parTransId="{64F9EE87-32DC-40FC-8343-C5B443970F29}" sibTransId="{1AC9A78B-AF0C-4B60-AE3A-1986FB8F802E}"/>
    <dgm:cxn modelId="{7BA614B5-5E8A-4ED1-85C5-85E0BD645F35}" type="presOf" srcId="{9E1FD5B8-F460-4C4C-AAA9-C05E5DD4C757}" destId="{25B23CBC-0FDD-4999-A6DC-BB356FF8245C}" srcOrd="0" destOrd="0" presId="urn:microsoft.com/office/officeart/2008/layout/HorizontalMultiLevelHierarchy"/>
    <dgm:cxn modelId="{657FBFC5-3625-472D-95FF-30640C4142C5}" type="presOf" srcId="{028B2A81-0749-43D5-AF00-330FF5CB7389}" destId="{A7B62950-4445-495B-A7E2-83B3E10EA6C4}" srcOrd="0" destOrd="0" presId="urn:microsoft.com/office/officeart/2008/layout/HorizontalMultiLevelHierarchy"/>
    <dgm:cxn modelId="{1CE088C9-B80F-4960-8F43-E56A893C3CFD}" type="presOf" srcId="{16C91A88-9DC3-4921-B12A-B5D4AF38FCD5}" destId="{7D5CDAF9-D3E9-4DCD-8DFD-D401E422B59C}" srcOrd="0" destOrd="0" presId="urn:microsoft.com/office/officeart/2008/layout/HorizontalMultiLevelHierarchy"/>
    <dgm:cxn modelId="{00B3A3CF-856C-498E-ABD8-B326BCD74AE3}" type="presOf" srcId="{034788D2-BD88-4F48-9F73-7758EC3F82DA}" destId="{A7C13EB3-11DC-4166-9196-1F92BB2903DC}" srcOrd="1" destOrd="0" presId="urn:microsoft.com/office/officeart/2008/layout/HorizontalMultiLevelHierarchy"/>
    <dgm:cxn modelId="{90AD44DE-A7CF-49F2-92FC-151AF4D1AE68}" type="presOf" srcId="{2F8101E2-890F-4189-8DEC-65411E57BB96}" destId="{7947A62C-4322-42BA-B2FF-55D4DEE0DA14}" srcOrd="0" destOrd="0" presId="urn:microsoft.com/office/officeart/2008/layout/HorizontalMultiLevelHierarchy"/>
    <dgm:cxn modelId="{59A248E2-FB70-45C5-A3FF-BFC692FF99F9}" type="presOf" srcId="{9FFA53EE-6CF2-484D-AFA0-D407BC10802C}" destId="{3E6AAE31-B636-429B-8E70-0AAEEA9F440B}" srcOrd="0" destOrd="0" presId="urn:microsoft.com/office/officeart/2008/layout/HorizontalMultiLevelHierarchy"/>
    <dgm:cxn modelId="{0EE26CE4-D344-45AA-B57F-A6DEEDD856B1}" srcId="{8FCB700F-FC40-4880-AEF2-48A1893418BD}" destId="{16C91A88-9DC3-4921-B12A-B5D4AF38FCD5}" srcOrd="0" destOrd="0" parTransId="{6C20AE0F-A4E5-4BFC-BDB3-1559DD9F8E11}" sibTransId="{7CE3E706-8DD8-44D2-9C0C-847CC9619746}"/>
    <dgm:cxn modelId="{9BCEF6E4-44E0-4538-9A7F-2B0CD76CB9BE}" srcId="{531515E4-8CAC-4BF0-A8A5-99A9167B6CF8}" destId="{21C32A32-2172-4ADE-B606-4E462BAE1FA0}" srcOrd="0" destOrd="0" parTransId="{9E1FD5B8-F460-4C4C-AAA9-C05E5DD4C757}" sibTransId="{36588D4D-0F11-4445-BD5B-85FB18FC5A29}"/>
    <dgm:cxn modelId="{DE8796EB-513C-48FE-8AA3-D58FE46EEDEE}" type="presOf" srcId="{AE73779F-AF90-4DF7-BA69-391CAE507B1C}" destId="{33AC8078-EC21-463B-94DE-B6C9F1253906}" srcOrd="1" destOrd="0" presId="urn:microsoft.com/office/officeart/2008/layout/HorizontalMultiLevelHierarchy"/>
    <dgm:cxn modelId="{6B0DEEFF-CD7B-4D9D-B7C2-DAD8BF8E5CFD}" type="presOf" srcId="{034788D2-BD88-4F48-9F73-7758EC3F82DA}" destId="{53243D9F-6A83-4DF4-A02A-51975B25585A}" srcOrd="0" destOrd="0" presId="urn:microsoft.com/office/officeart/2008/layout/HorizontalMultiLevelHierarchy"/>
    <dgm:cxn modelId="{F58BF090-A4A5-4229-93CF-D00EB7A448BD}" type="presParOf" srcId="{45FC5321-652E-4628-A035-3025DE0A8351}" destId="{5D6268D7-E41C-40F2-9C76-3AF86AE53AAC}" srcOrd="0" destOrd="0" presId="urn:microsoft.com/office/officeart/2008/layout/HorizontalMultiLevelHierarchy"/>
    <dgm:cxn modelId="{E43C6FD7-BFD5-4D53-BFD2-D2B18B822950}" type="presParOf" srcId="{5D6268D7-E41C-40F2-9C76-3AF86AE53AAC}" destId="{8D56751A-A828-4098-98D6-4316DA1B97E2}" srcOrd="0" destOrd="0" presId="urn:microsoft.com/office/officeart/2008/layout/HorizontalMultiLevelHierarchy"/>
    <dgm:cxn modelId="{55208FC6-32A6-41A8-8074-B3E8723D02EE}" type="presParOf" srcId="{5D6268D7-E41C-40F2-9C76-3AF86AE53AAC}" destId="{ED669FE6-0E32-45FC-9104-418FBBCB02C2}" srcOrd="1" destOrd="0" presId="urn:microsoft.com/office/officeart/2008/layout/HorizontalMultiLevelHierarchy"/>
    <dgm:cxn modelId="{02A87808-B0D2-41FD-BF74-2304DB92733F}" type="presParOf" srcId="{ED669FE6-0E32-45FC-9104-418FBBCB02C2}" destId="{25B23CBC-0FDD-4999-A6DC-BB356FF8245C}" srcOrd="0" destOrd="0" presId="urn:microsoft.com/office/officeart/2008/layout/HorizontalMultiLevelHierarchy"/>
    <dgm:cxn modelId="{C3474A0D-2528-4798-B302-8A07CB853830}" type="presParOf" srcId="{25B23CBC-0FDD-4999-A6DC-BB356FF8245C}" destId="{A3B1E8DE-007C-4B34-ACB4-761C5A8EC2CD}" srcOrd="0" destOrd="0" presId="urn:microsoft.com/office/officeart/2008/layout/HorizontalMultiLevelHierarchy"/>
    <dgm:cxn modelId="{6B6B84B6-496B-4EB5-9016-4A9E60BF59BF}" type="presParOf" srcId="{ED669FE6-0E32-45FC-9104-418FBBCB02C2}" destId="{777554D6-22BE-4F69-AE9B-BF92AB933B78}" srcOrd="1" destOrd="0" presId="urn:microsoft.com/office/officeart/2008/layout/HorizontalMultiLevelHierarchy"/>
    <dgm:cxn modelId="{FD0160E8-9A6A-4335-AAF4-95C897176044}" type="presParOf" srcId="{777554D6-22BE-4F69-AE9B-BF92AB933B78}" destId="{531F5D2D-57AB-4414-9B59-04FD942B725C}" srcOrd="0" destOrd="0" presId="urn:microsoft.com/office/officeart/2008/layout/HorizontalMultiLevelHierarchy"/>
    <dgm:cxn modelId="{B0062D7E-62F7-4DDF-8B6E-34117B543373}" type="presParOf" srcId="{777554D6-22BE-4F69-AE9B-BF92AB933B78}" destId="{F266E16A-EBD5-44A6-BF1A-91D3FF564D9E}" srcOrd="1" destOrd="0" presId="urn:microsoft.com/office/officeart/2008/layout/HorizontalMultiLevelHierarchy"/>
    <dgm:cxn modelId="{D4D3DA1B-75B4-4B80-869B-09C65D4D2574}" type="presParOf" srcId="{F266E16A-EBD5-44A6-BF1A-91D3FF564D9E}" destId="{CFA98306-716D-4F26-9671-5F1BBCFB886C}" srcOrd="0" destOrd="0" presId="urn:microsoft.com/office/officeart/2008/layout/HorizontalMultiLevelHierarchy"/>
    <dgm:cxn modelId="{D8F7BD33-B9F1-4989-BDED-288FFA02DECD}" type="presParOf" srcId="{CFA98306-716D-4F26-9671-5F1BBCFB886C}" destId="{33AC8078-EC21-463B-94DE-B6C9F1253906}" srcOrd="0" destOrd="0" presId="urn:microsoft.com/office/officeart/2008/layout/HorizontalMultiLevelHierarchy"/>
    <dgm:cxn modelId="{2FA904DE-D7E9-4572-B480-6C766251D977}" type="presParOf" srcId="{F266E16A-EBD5-44A6-BF1A-91D3FF564D9E}" destId="{44F329E9-E735-4EA0-8962-D49CE4A450EC}" srcOrd="1" destOrd="0" presId="urn:microsoft.com/office/officeart/2008/layout/HorizontalMultiLevelHierarchy"/>
    <dgm:cxn modelId="{5ED1F94E-672C-45D4-BDA1-C8F51D87235C}" type="presParOf" srcId="{44F329E9-E735-4EA0-8962-D49CE4A450EC}" destId="{3E6AAE31-B636-429B-8E70-0AAEEA9F440B}" srcOrd="0" destOrd="0" presId="urn:microsoft.com/office/officeart/2008/layout/HorizontalMultiLevelHierarchy"/>
    <dgm:cxn modelId="{E24D579F-8997-4E51-B629-F1E8ADE1F0C2}" type="presParOf" srcId="{44F329E9-E735-4EA0-8962-D49CE4A450EC}" destId="{5249F073-B96B-4031-87F0-A28F9C58BCBD}" srcOrd="1" destOrd="0" presId="urn:microsoft.com/office/officeart/2008/layout/HorizontalMultiLevelHierarchy"/>
    <dgm:cxn modelId="{8BB2E229-072D-4202-ADEB-D7A094C2944E}" type="presParOf" srcId="{F266E16A-EBD5-44A6-BF1A-91D3FF564D9E}" destId="{A7B62950-4445-495B-A7E2-83B3E10EA6C4}" srcOrd="2" destOrd="0" presId="urn:microsoft.com/office/officeart/2008/layout/HorizontalMultiLevelHierarchy"/>
    <dgm:cxn modelId="{6D3436B1-C651-49D3-BBBE-859CA7520D69}" type="presParOf" srcId="{A7B62950-4445-495B-A7E2-83B3E10EA6C4}" destId="{E0A6ABB3-A70E-4DDE-A4D2-EE3214EE9656}" srcOrd="0" destOrd="0" presId="urn:microsoft.com/office/officeart/2008/layout/HorizontalMultiLevelHierarchy"/>
    <dgm:cxn modelId="{94E41A78-D6CB-439C-A763-24E1E2A126D5}" type="presParOf" srcId="{F266E16A-EBD5-44A6-BF1A-91D3FF564D9E}" destId="{DDB22D68-28D4-403A-9D34-FDDB6680537D}" srcOrd="3" destOrd="0" presId="urn:microsoft.com/office/officeart/2008/layout/HorizontalMultiLevelHierarchy"/>
    <dgm:cxn modelId="{A9BD8427-43D5-46B0-B5CB-456879D95E49}" type="presParOf" srcId="{DDB22D68-28D4-403A-9D34-FDDB6680537D}" destId="{89AEE330-676E-40F4-8102-1A6726E67426}" srcOrd="0" destOrd="0" presId="urn:microsoft.com/office/officeart/2008/layout/HorizontalMultiLevelHierarchy"/>
    <dgm:cxn modelId="{8AAEA8E2-60D7-4461-ADEE-CDFFFB1F61D9}" type="presParOf" srcId="{DDB22D68-28D4-403A-9D34-FDDB6680537D}" destId="{9A2D81E3-D921-4728-BEC7-C4607BAADCD6}" srcOrd="1" destOrd="0" presId="urn:microsoft.com/office/officeart/2008/layout/HorizontalMultiLevelHierarchy"/>
    <dgm:cxn modelId="{0637648E-AD3B-4EC7-99BC-83D6F10CDEA9}" type="presParOf" srcId="{ED669FE6-0E32-45FC-9104-418FBBCB02C2}" destId="{53243D9F-6A83-4DF4-A02A-51975B25585A}" srcOrd="2" destOrd="0" presId="urn:microsoft.com/office/officeart/2008/layout/HorizontalMultiLevelHierarchy"/>
    <dgm:cxn modelId="{E12C018D-FB0F-4371-9B0E-C8AA2A0EE574}" type="presParOf" srcId="{53243D9F-6A83-4DF4-A02A-51975B25585A}" destId="{A7C13EB3-11DC-4166-9196-1F92BB2903DC}" srcOrd="0" destOrd="0" presId="urn:microsoft.com/office/officeart/2008/layout/HorizontalMultiLevelHierarchy"/>
    <dgm:cxn modelId="{3A35EF89-CE5E-4E9B-BF4A-B7857746E6DA}" type="presParOf" srcId="{ED669FE6-0E32-45FC-9104-418FBBCB02C2}" destId="{FFE89D80-042F-413F-B6A0-D5ADE9DD316D}" srcOrd="3" destOrd="0" presId="urn:microsoft.com/office/officeart/2008/layout/HorizontalMultiLevelHierarchy"/>
    <dgm:cxn modelId="{55EED679-9C5F-41A8-81DD-62A0E1926572}" type="presParOf" srcId="{FFE89D80-042F-413F-B6A0-D5ADE9DD316D}" destId="{0C58CECD-0B25-44BE-80F1-6E0706EDD8BF}" srcOrd="0" destOrd="0" presId="urn:microsoft.com/office/officeart/2008/layout/HorizontalMultiLevelHierarchy"/>
    <dgm:cxn modelId="{A6537F9E-4D83-47B7-A968-D39D434C54D0}" type="presParOf" srcId="{FFE89D80-042F-413F-B6A0-D5ADE9DD316D}" destId="{4E92386E-F1E0-4925-BB41-A98D344B85D6}" srcOrd="1" destOrd="0" presId="urn:microsoft.com/office/officeart/2008/layout/HorizontalMultiLevelHierarchy"/>
    <dgm:cxn modelId="{8A29D0B9-00C1-4C90-AB9A-3221C7A72145}" type="presParOf" srcId="{4E92386E-F1E0-4925-BB41-A98D344B85D6}" destId="{385BC935-B35D-4F29-B50E-4B887B783131}" srcOrd="0" destOrd="0" presId="urn:microsoft.com/office/officeart/2008/layout/HorizontalMultiLevelHierarchy"/>
    <dgm:cxn modelId="{BA1B8D03-7000-4E6C-B87C-49DC11E9E344}" type="presParOf" srcId="{385BC935-B35D-4F29-B50E-4B887B783131}" destId="{62D77A70-0C01-4BFA-9BA6-3F540DD24342}" srcOrd="0" destOrd="0" presId="urn:microsoft.com/office/officeart/2008/layout/HorizontalMultiLevelHierarchy"/>
    <dgm:cxn modelId="{6269A820-AD34-42C3-A00D-A28809C27887}" type="presParOf" srcId="{4E92386E-F1E0-4925-BB41-A98D344B85D6}" destId="{71F86303-714F-4891-8A5A-E522C286C1E0}" srcOrd="1" destOrd="0" presId="urn:microsoft.com/office/officeart/2008/layout/HorizontalMultiLevelHierarchy"/>
    <dgm:cxn modelId="{510C3916-5982-4DA1-BF4D-104836410093}" type="presParOf" srcId="{71F86303-714F-4891-8A5A-E522C286C1E0}" destId="{7D5CDAF9-D3E9-4DCD-8DFD-D401E422B59C}" srcOrd="0" destOrd="0" presId="urn:microsoft.com/office/officeart/2008/layout/HorizontalMultiLevelHierarchy"/>
    <dgm:cxn modelId="{0FEFC08B-0A94-4465-A64E-FE69ABDE5A44}" type="presParOf" srcId="{71F86303-714F-4891-8A5A-E522C286C1E0}" destId="{D372161F-4285-4F37-88A9-8269042CBB18}" srcOrd="1" destOrd="0" presId="urn:microsoft.com/office/officeart/2008/layout/HorizontalMultiLevelHierarchy"/>
    <dgm:cxn modelId="{D53B55CB-A60B-4DCA-A308-A502A8FC98D0}" type="presParOf" srcId="{4E92386E-F1E0-4925-BB41-A98D344B85D6}" destId="{AC6ED199-D4DF-4606-BD8B-D3B6835FF1AE}" srcOrd="2" destOrd="0" presId="urn:microsoft.com/office/officeart/2008/layout/HorizontalMultiLevelHierarchy"/>
    <dgm:cxn modelId="{8743B6EA-A1EA-4789-9BC7-149FA729ED7B}" type="presParOf" srcId="{AC6ED199-D4DF-4606-BD8B-D3B6835FF1AE}" destId="{C4A606E0-1FCE-4626-8594-817EEB326150}" srcOrd="0" destOrd="0" presId="urn:microsoft.com/office/officeart/2008/layout/HorizontalMultiLevelHierarchy"/>
    <dgm:cxn modelId="{EC97DB12-C901-44DD-B98D-D53ECA02279A}" type="presParOf" srcId="{4E92386E-F1E0-4925-BB41-A98D344B85D6}" destId="{48729AF2-FC4E-4CAC-95DF-D1AB1B6CAC79}" srcOrd="3" destOrd="0" presId="urn:microsoft.com/office/officeart/2008/layout/HorizontalMultiLevelHierarchy"/>
    <dgm:cxn modelId="{555E5292-FF7F-4E33-BCCA-4B61A3A04022}" type="presParOf" srcId="{48729AF2-FC4E-4CAC-95DF-D1AB1B6CAC79}" destId="{7947A62C-4322-42BA-B2FF-55D4DEE0DA14}" srcOrd="0" destOrd="0" presId="urn:microsoft.com/office/officeart/2008/layout/HorizontalMultiLevelHierarchy"/>
    <dgm:cxn modelId="{24070E70-E0F5-4811-B5A7-2E21A3E0E3C5}" type="presParOf" srcId="{48729AF2-FC4E-4CAC-95DF-D1AB1B6CAC79}" destId="{79887F26-F75A-43F8-B24F-7375705D2074}" srcOrd="1" destOrd="0" presId="urn:microsoft.com/office/officeart/2008/layout/HorizontalMultiLevelHierarchy"/>
    <dgm:cxn modelId="{2C8797FA-8A84-4F18-96A4-8915F26482C7}" type="presParOf" srcId="{ED669FE6-0E32-45FC-9104-418FBBCB02C2}" destId="{AABDF177-C826-4C68-8C7D-AEEBB4A34C80}" srcOrd="4" destOrd="0" presId="urn:microsoft.com/office/officeart/2008/layout/HorizontalMultiLevelHierarchy"/>
    <dgm:cxn modelId="{D0C386D6-EA47-474B-8AD0-D1A421ABF27E}" type="presParOf" srcId="{AABDF177-C826-4C68-8C7D-AEEBB4A34C80}" destId="{6A6575F7-BF91-4C5E-8334-55FA090EA20A}" srcOrd="0" destOrd="0" presId="urn:microsoft.com/office/officeart/2008/layout/HorizontalMultiLevelHierarchy"/>
    <dgm:cxn modelId="{2919AFA2-6B02-4A22-A3F7-026614B3ED5F}" type="presParOf" srcId="{ED669FE6-0E32-45FC-9104-418FBBCB02C2}" destId="{9CD50A3A-AF0E-4BF2-B597-87806472F8EB}" srcOrd="5" destOrd="0" presId="urn:microsoft.com/office/officeart/2008/layout/HorizontalMultiLevelHierarchy"/>
    <dgm:cxn modelId="{865047B9-2FC3-4DE2-9980-7605AEAAA308}" type="presParOf" srcId="{9CD50A3A-AF0E-4BF2-B597-87806472F8EB}" destId="{F14FA84F-77F7-410F-BFCA-1DDD254E22E4}" srcOrd="0" destOrd="0" presId="urn:microsoft.com/office/officeart/2008/layout/HorizontalMultiLevelHierarchy"/>
    <dgm:cxn modelId="{11A9BB80-FA82-45EC-ADB0-6B4CC8E4FD9F}" type="presParOf" srcId="{9CD50A3A-AF0E-4BF2-B597-87806472F8EB}" destId="{47E132CC-EF2E-4622-B45C-D95C5EC1B013}" srcOrd="1" destOrd="0" presId="urn:microsoft.com/office/officeart/2008/layout/HorizontalMultiLevelHierarchy"/>
    <dgm:cxn modelId="{9200A527-1BB4-47F3-8164-7DF7168D5D08}" type="presParOf" srcId="{47E132CC-EF2E-4622-B45C-D95C5EC1B013}" destId="{E6EDF350-2AAB-49BF-8E88-AA93D0028691}" srcOrd="0" destOrd="0" presId="urn:microsoft.com/office/officeart/2008/layout/HorizontalMultiLevelHierarchy"/>
    <dgm:cxn modelId="{74807C01-00CD-410A-B0B2-B3F4F9B0C09A}" type="presParOf" srcId="{E6EDF350-2AAB-49BF-8E88-AA93D0028691}" destId="{D9A50442-C1A2-43C8-B5BC-28011A277A28}" srcOrd="0" destOrd="0" presId="urn:microsoft.com/office/officeart/2008/layout/HorizontalMultiLevelHierarchy"/>
    <dgm:cxn modelId="{F1106C0E-815E-4DF0-ADB2-DF726BA2339A}" type="presParOf" srcId="{47E132CC-EF2E-4622-B45C-D95C5EC1B013}" destId="{CFCE9373-DE42-4FD6-B276-B9C1C493FBF4}" srcOrd="1" destOrd="0" presId="urn:microsoft.com/office/officeart/2008/layout/HorizontalMultiLevelHierarchy"/>
    <dgm:cxn modelId="{B0D0595D-4252-4E4C-844E-5631D62FA20C}" type="presParOf" srcId="{CFCE9373-DE42-4FD6-B276-B9C1C493FBF4}" destId="{586F24CC-64D8-489C-A84B-E8AFC7C4DEFE}" srcOrd="0" destOrd="0" presId="urn:microsoft.com/office/officeart/2008/layout/HorizontalMultiLevelHierarchy"/>
    <dgm:cxn modelId="{AF171C0C-395E-426F-A5FF-CFCE3FE73545}" type="presParOf" srcId="{CFCE9373-DE42-4FD6-B276-B9C1C493FBF4}" destId="{CB933F2D-1C19-4437-99E2-2B9D5075EA12}"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FEC7AE-8717-415F-802A-21594E0181C9}" type="doc">
      <dgm:prSet loTypeId="urn:microsoft.com/office/officeart/2005/8/layout/hProcess11" loCatId="process" qsTypeId="urn:microsoft.com/office/officeart/2005/8/quickstyle/simple4" qsCatId="simple" csTypeId="urn:microsoft.com/office/officeart/2005/8/colors/colorful4" csCatId="colorful" phldr="1"/>
      <dgm:spPr/>
      <dgm:t>
        <a:bodyPr/>
        <a:lstStyle/>
        <a:p>
          <a:endParaRPr lang="ru-RU"/>
        </a:p>
      </dgm:t>
    </dgm:pt>
    <dgm:pt modelId="{D3D885E6-AD9A-4902-8505-AA78B95970BB}">
      <dgm:prSet custT="1"/>
      <dgm:spPr/>
      <dgm:t>
        <a:bodyPr/>
        <a:lstStyle/>
        <a:p>
          <a:r>
            <a:rPr lang="ru-RU" sz="1400" b="0">
              <a:hlinkClick xmlns:r="http://schemas.openxmlformats.org/officeDocument/2006/relationships" r:id="rId1"/>
            </a:rPr>
            <a:t>Сбор информации о личности жертвы</a:t>
          </a:r>
          <a:endParaRPr lang="ru-RU" sz="1400"/>
        </a:p>
      </dgm:t>
    </dgm:pt>
    <dgm:pt modelId="{1917ADB7-2D22-41F6-8B6C-C441B5941D11}" type="parTrans" cxnId="{4B8449A8-B5AC-434B-80A5-552B68888A01}">
      <dgm:prSet/>
      <dgm:spPr/>
      <dgm:t>
        <a:bodyPr/>
        <a:lstStyle/>
        <a:p>
          <a:endParaRPr lang="ru-RU" sz="2000"/>
        </a:p>
      </dgm:t>
    </dgm:pt>
    <dgm:pt modelId="{C39AB745-3D60-4C48-8C93-909C07F59909}" type="sibTrans" cxnId="{4B8449A8-B5AC-434B-80A5-552B68888A01}">
      <dgm:prSet/>
      <dgm:spPr/>
      <dgm:t>
        <a:bodyPr/>
        <a:lstStyle/>
        <a:p>
          <a:endParaRPr lang="ru-RU" sz="2000"/>
        </a:p>
      </dgm:t>
    </dgm:pt>
    <dgm:pt modelId="{83D615FE-4BBF-4D2E-B6BB-B4CC45D1B3A4}">
      <dgm:prSet custT="1"/>
      <dgm:spPr/>
      <dgm:t>
        <a:bodyPr/>
        <a:lstStyle/>
        <a:p>
          <a:r>
            <a:rPr lang="ru-RU" sz="1400" b="0" i="0" dirty="0">
              <a:hlinkClick xmlns:r="http://schemas.openxmlformats.org/officeDocument/2006/relationships" r:id="rId2"/>
            </a:rPr>
            <a:t>Создание учетных записей</a:t>
          </a:r>
          <a:endParaRPr lang="ru-RU" sz="1400" dirty="0"/>
        </a:p>
      </dgm:t>
    </dgm:pt>
    <dgm:pt modelId="{6A4162C0-F2D8-4560-9AC9-03F032629CB3}" type="parTrans" cxnId="{B1624A61-6F46-4FD1-ADA6-766CA3768DDA}">
      <dgm:prSet/>
      <dgm:spPr/>
      <dgm:t>
        <a:bodyPr/>
        <a:lstStyle/>
        <a:p>
          <a:endParaRPr lang="ru-RU" sz="2000"/>
        </a:p>
      </dgm:t>
    </dgm:pt>
    <dgm:pt modelId="{664C0C88-9FE6-4C4C-AE1D-82CBB628E8A6}" type="sibTrans" cxnId="{B1624A61-6F46-4FD1-ADA6-766CA3768DDA}">
      <dgm:prSet/>
      <dgm:spPr/>
      <dgm:t>
        <a:bodyPr/>
        <a:lstStyle/>
        <a:p>
          <a:endParaRPr lang="ru-RU" sz="2000"/>
        </a:p>
      </dgm:t>
    </dgm:pt>
    <dgm:pt modelId="{DEDA7098-4C7D-4A23-A736-7E56526581DC}">
      <dgm:prSet custT="1"/>
      <dgm:spPr/>
      <dgm:t>
        <a:bodyPr/>
        <a:lstStyle/>
        <a:p>
          <a:r>
            <a:rPr lang="ru-RU" sz="1400" b="0" i="0">
              <a:hlinkClick xmlns:r="http://schemas.openxmlformats.org/officeDocument/2006/relationships" r:id="rId3"/>
            </a:rPr>
            <a:t>Приобретите инфраструктуру: потребительское оборудование</a:t>
          </a:r>
          <a:endParaRPr lang="ru-RU" sz="1400"/>
        </a:p>
      </dgm:t>
    </dgm:pt>
    <dgm:pt modelId="{C2F535FA-1822-484D-8ADE-4F91AA37AC84}" type="parTrans" cxnId="{D9C10382-1A96-4659-8042-E6B46CA762BE}">
      <dgm:prSet/>
      <dgm:spPr/>
      <dgm:t>
        <a:bodyPr/>
        <a:lstStyle/>
        <a:p>
          <a:endParaRPr lang="ru-RU" sz="2000"/>
        </a:p>
      </dgm:t>
    </dgm:pt>
    <dgm:pt modelId="{5013E974-7A1B-4F41-8D8D-7185C5DBF0B4}" type="sibTrans" cxnId="{D9C10382-1A96-4659-8042-E6B46CA762BE}">
      <dgm:prSet/>
      <dgm:spPr/>
      <dgm:t>
        <a:bodyPr/>
        <a:lstStyle/>
        <a:p>
          <a:endParaRPr lang="ru-RU" sz="2000"/>
        </a:p>
      </dgm:t>
    </dgm:pt>
    <dgm:pt modelId="{C25B68B7-AD85-4BAC-B1A5-97D06E512381}">
      <dgm:prSet custT="1"/>
      <dgm:spPr/>
      <dgm:t>
        <a:bodyPr/>
        <a:lstStyle/>
        <a:p>
          <a:r>
            <a:rPr lang="ru-RU" sz="1400" b="0" i="0">
              <a:hlinkClick xmlns:r="http://schemas.openxmlformats.org/officeDocument/2006/relationships" r:id="rId4"/>
            </a:rPr>
            <a:t>Получение возможностей: программные инструменты</a:t>
          </a:r>
          <a:endParaRPr lang="ru-RU" sz="1400"/>
        </a:p>
      </dgm:t>
    </dgm:pt>
    <dgm:pt modelId="{C999C383-FA40-4B4A-80AE-B5865130C420}" type="parTrans" cxnId="{F55A9638-3993-4C63-A745-965A8B6AB54B}">
      <dgm:prSet/>
      <dgm:spPr/>
      <dgm:t>
        <a:bodyPr/>
        <a:lstStyle/>
        <a:p>
          <a:endParaRPr lang="ru-RU" sz="2000"/>
        </a:p>
      </dgm:t>
    </dgm:pt>
    <dgm:pt modelId="{EB13C13E-CC82-4E7D-8595-47C95ED4D2FA}" type="sibTrans" cxnId="{F55A9638-3993-4C63-A745-965A8B6AB54B}">
      <dgm:prSet/>
      <dgm:spPr/>
      <dgm:t>
        <a:bodyPr/>
        <a:lstStyle/>
        <a:p>
          <a:endParaRPr lang="ru-RU" sz="2000"/>
        </a:p>
      </dgm:t>
    </dgm:pt>
    <dgm:pt modelId="{5B024936-0607-4E12-8D54-8F80B98DDF9B}">
      <dgm:prSet custT="1"/>
      <dgm:spPr/>
      <dgm:t>
        <a:bodyPr/>
        <a:lstStyle/>
        <a:p>
          <a:r>
            <a:rPr lang="ru-RU" sz="1400" b="0" i="0" dirty="0">
              <a:hlinkClick xmlns:r="http://schemas.openxmlformats.org/officeDocument/2006/relationships" r:id="rId5"/>
            </a:rPr>
            <a:t>Получение возможностей: реализация состязательных атак с использованием ИИ</a:t>
          </a:r>
          <a:endParaRPr lang="ru-RU" sz="1400" dirty="0"/>
        </a:p>
      </dgm:t>
    </dgm:pt>
    <dgm:pt modelId="{83E73D3C-295C-45C7-98F9-C92355156CFC}" type="parTrans" cxnId="{5273FD3E-66C1-4546-B471-31490A1B08A1}">
      <dgm:prSet/>
      <dgm:spPr/>
      <dgm:t>
        <a:bodyPr/>
        <a:lstStyle/>
        <a:p>
          <a:endParaRPr lang="ru-RU" sz="2000"/>
        </a:p>
      </dgm:t>
    </dgm:pt>
    <dgm:pt modelId="{99EAB9EC-28AB-4FFB-9B14-894D54E05937}" type="sibTrans" cxnId="{5273FD3E-66C1-4546-B471-31490A1B08A1}">
      <dgm:prSet/>
      <dgm:spPr/>
      <dgm:t>
        <a:bodyPr/>
        <a:lstStyle/>
        <a:p>
          <a:endParaRPr lang="ru-RU" sz="2000"/>
        </a:p>
      </dgm:t>
    </dgm:pt>
    <dgm:pt modelId="{F160E5D5-8EA7-44C2-BAE7-1BFC07980AE8}">
      <dgm:prSet custT="1"/>
      <dgm:spPr/>
      <dgm:t>
        <a:bodyPr/>
        <a:lstStyle/>
        <a:p>
          <a:r>
            <a:rPr lang="ru-RU" sz="1400" b="0" i="0">
              <a:hlinkClick xmlns:r="http://schemas.openxmlformats.org/officeDocument/2006/relationships" r:id="rId6"/>
            </a:rPr>
            <a:t>Продукт или услуга с поддержкой ИИ</a:t>
          </a:r>
          <a:endParaRPr lang="ru-RU" sz="1400"/>
        </a:p>
      </dgm:t>
    </dgm:pt>
    <dgm:pt modelId="{BBD8900D-10AC-4FE5-BBF8-363C359ED420}" type="parTrans" cxnId="{0A9861DD-BEEA-41CE-8012-D3C07C8771BD}">
      <dgm:prSet/>
      <dgm:spPr/>
      <dgm:t>
        <a:bodyPr/>
        <a:lstStyle/>
        <a:p>
          <a:endParaRPr lang="ru-RU" sz="2000"/>
        </a:p>
      </dgm:t>
    </dgm:pt>
    <dgm:pt modelId="{B82CA764-6D6C-41AC-AF00-247178E8D1BB}" type="sibTrans" cxnId="{0A9861DD-BEEA-41CE-8012-D3C07C8771BD}">
      <dgm:prSet/>
      <dgm:spPr/>
      <dgm:t>
        <a:bodyPr/>
        <a:lstStyle/>
        <a:p>
          <a:endParaRPr lang="ru-RU" sz="2000"/>
        </a:p>
      </dgm:t>
    </dgm:pt>
    <dgm:pt modelId="{E2D0CBA3-8CF7-47A7-BC73-A63CC861A261}">
      <dgm:prSet custT="1"/>
      <dgm:spPr/>
      <dgm:t>
        <a:bodyPr/>
        <a:lstStyle/>
        <a:p>
          <a:r>
            <a:rPr lang="ru-RU" sz="1400" b="0" i="0">
              <a:hlinkClick xmlns:r="http://schemas.openxmlformats.org/officeDocument/2006/relationships" r:id="rId7"/>
            </a:rPr>
            <a:t>Уклонение от модели искусственного Интеллекта</a:t>
          </a:r>
          <a:endParaRPr lang="ru-RU" sz="1400"/>
        </a:p>
      </dgm:t>
    </dgm:pt>
    <dgm:pt modelId="{3CB23B17-6959-4D18-8DF1-8BEE6B609286}" type="parTrans" cxnId="{347005D3-2487-4E76-A63B-1E447261F563}">
      <dgm:prSet/>
      <dgm:spPr/>
      <dgm:t>
        <a:bodyPr/>
        <a:lstStyle/>
        <a:p>
          <a:endParaRPr lang="ru-RU" sz="2000"/>
        </a:p>
      </dgm:t>
    </dgm:pt>
    <dgm:pt modelId="{6613AFCA-C1C6-48D7-A5EC-0B3EE345B089}" type="sibTrans" cxnId="{347005D3-2487-4E76-A63B-1E447261F563}">
      <dgm:prSet/>
      <dgm:spPr/>
      <dgm:t>
        <a:bodyPr/>
        <a:lstStyle/>
        <a:p>
          <a:endParaRPr lang="ru-RU" sz="2000"/>
        </a:p>
      </dgm:t>
    </dgm:pt>
    <dgm:pt modelId="{87ACAC38-2A94-4D76-92B9-B1B6EE4C4E7A}">
      <dgm:prSet custT="1"/>
      <dgm:spPr/>
      <dgm:t>
        <a:bodyPr/>
        <a:lstStyle/>
        <a:p>
          <a:r>
            <a:rPr lang="ru-RU" sz="1400" b="0" i="0">
              <a:hlinkClick xmlns:r="http://schemas.openxmlformats.org/officeDocument/2006/relationships" r:id="rId8"/>
            </a:rPr>
            <a:t>Внешний вред: финансовый ущерб</a:t>
          </a:r>
          <a:endParaRPr lang="ru-RU" sz="1400"/>
        </a:p>
      </dgm:t>
    </dgm:pt>
    <dgm:pt modelId="{474AAE30-EE23-4ECB-823C-56F45C87701A}" type="parTrans" cxnId="{71B63BAA-EAF9-4D75-A286-2413158F54AD}">
      <dgm:prSet/>
      <dgm:spPr/>
      <dgm:t>
        <a:bodyPr/>
        <a:lstStyle/>
        <a:p>
          <a:endParaRPr lang="ru-RU" sz="2000"/>
        </a:p>
      </dgm:t>
    </dgm:pt>
    <dgm:pt modelId="{EF0B05C4-ABAF-4BF2-A6A3-A7821CBD8B75}" type="sibTrans" cxnId="{71B63BAA-EAF9-4D75-A286-2413158F54AD}">
      <dgm:prSet/>
      <dgm:spPr/>
      <dgm:t>
        <a:bodyPr/>
        <a:lstStyle/>
        <a:p>
          <a:endParaRPr lang="ru-RU" sz="2000"/>
        </a:p>
      </dgm:t>
    </dgm:pt>
    <dgm:pt modelId="{4A527506-03C6-4801-ACD1-9BE4E6CC52E3}" type="pres">
      <dgm:prSet presAssocID="{EAFEC7AE-8717-415F-802A-21594E0181C9}" presName="Name0" presStyleCnt="0">
        <dgm:presLayoutVars>
          <dgm:dir/>
          <dgm:resizeHandles val="exact"/>
        </dgm:presLayoutVars>
      </dgm:prSet>
      <dgm:spPr/>
    </dgm:pt>
    <dgm:pt modelId="{ED5AFFD3-9403-49E0-93B0-98124B4ECAAC}" type="pres">
      <dgm:prSet presAssocID="{EAFEC7AE-8717-415F-802A-21594E0181C9}" presName="arrow" presStyleLbl="bgShp" presStyleIdx="0" presStyleCnt="1"/>
      <dgm:spPr/>
    </dgm:pt>
    <dgm:pt modelId="{8E130751-6EB6-4950-BB1B-73408F2F61CA}" type="pres">
      <dgm:prSet presAssocID="{EAFEC7AE-8717-415F-802A-21594E0181C9}" presName="points" presStyleCnt="0"/>
      <dgm:spPr/>
    </dgm:pt>
    <dgm:pt modelId="{4C586276-E33E-44A1-AFD9-3909AE30AA15}" type="pres">
      <dgm:prSet presAssocID="{D3D885E6-AD9A-4902-8505-AA78B95970BB}" presName="compositeA" presStyleCnt="0"/>
      <dgm:spPr/>
    </dgm:pt>
    <dgm:pt modelId="{4ECDDC25-205D-427C-B5C4-167213E441B5}" type="pres">
      <dgm:prSet presAssocID="{D3D885E6-AD9A-4902-8505-AA78B95970BB}" presName="textA" presStyleLbl="revTx" presStyleIdx="0" presStyleCnt="8">
        <dgm:presLayoutVars>
          <dgm:bulletEnabled val="1"/>
        </dgm:presLayoutVars>
      </dgm:prSet>
      <dgm:spPr/>
    </dgm:pt>
    <dgm:pt modelId="{6BF96BFD-06AD-4D71-BDCC-E4A50A97E67E}" type="pres">
      <dgm:prSet presAssocID="{D3D885E6-AD9A-4902-8505-AA78B95970BB}" presName="circleA" presStyleLbl="node1" presStyleIdx="0" presStyleCnt="8"/>
      <dgm:spPr/>
    </dgm:pt>
    <dgm:pt modelId="{C6BDDE63-B34D-49BD-AAB4-74C66E4D94CA}" type="pres">
      <dgm:prSet presAssocID="{D3D885E6-AD9A-4902-8505-AA78B95970BB}" presName="spaceA" presStyleCnt="0"/>
      <dgm:spPr/>
    </dgm:pt>
    <dgm:pt modelId="{0932D525-D9C9-4899-A2F5-147B8D125E43}" type="pres">
      <dgm:prSet presAssocID="{C39AB745-3D60-4C48-8C93-909C07F59909}" presName="space" presStyleCnt="0"/>
      <dgm:spPr/>
    </dgm:pt>
    <dgm:pt modelId="{8B1992DA-AC76-438E-AFD7-AB3D167DD37C}" type="pres">
      <dgm:prSet presAssocID="{83D615FE-4BBF-4D2E-B6BB-B4CC45D1B3A4}" presName="compositeB" presStyleCnt="0"/>
      <dgm:spPr/>
    </dgm:pt>
    <dgm:pt modelId="{398FFDFA-05A9-44D8-A8EB-0FC957282A2C}" type="pres">
      <dgm:prSet presAssocID="{83D615FE-4BBF-4D2E-B6BB-B4CC45D1B3A4}" presName="textB" presStyleLbl="revTx" presStyleIdx="1" presStyleCnt="8">
        <dgm:presLayoutVars>
          <dgm:bulletEnabled val="1"/>
        </dgm:presLayoutVars>
      </dgm:prSet>
      <dgm:spPr/>
    </dgm:pt>
    <dgm:pt modelId="{B676CC91-F56B-4209-B9B5-0320E54FF6F2}" type="pres">
      <dgm:prSet presAssocID="{83D615FE-4BBF-4D2E-B6BB-B4CC45D1B3A4}" presName="circleB" presStyleLbl="node1" presStyleIdx="1" presStyleCnt="8"/>
      <dgm:spPr/>
    </dgm:pt>
    <dgm:pt modelId="{D832D5D7-8A76-41F7-B65D-326CE79ECE98}" type="pres">
      <dgm:prSet presAssocID="{83D615FE-4BBF-4D2E-B6BB-B4CC45D1B3A4}" presName="spaceB" presStyleCnt="0"/>
      <dgm:spPr/>
    </dgm:pt>
    <dgm:pt modelId="{7A03D0FF-C0A2-4AB4-97FF-12FE636C0796}" type="pres">
      <dgm:prSet presAssocID="{664C0C88-9FE6-4C4C-AE1D-82CBB628E8A6}" presName="space" presStyleCnt="0"/>
      <dgm:spPr/>
    </dgm:pt>
    <dgm:pt modelId="{87A075E7-0808-42A3-862F-89FD384CCD5B}" type="pres">
      <dgm:prSet presAssocID="{DEDA7098-4C7D-4A23-A736-7E56526581DC}" presName="compositeA" presStyleCnt="0"/>
      <dgm:spPr/>
    </dgm:pt>
    <dgm:pt modelId="{F7B3DCFC-2A14-4F45-8264-EE99B9B59A14}" type="pres">
      <dgm:prSet presAssocID="{DEDA7098-4C7D-4A23-A736-7E56526581DC}" presName="textA" presStyleLbl="revTx" presStyleIdx="2" presStyleCnt="8">
        <dgm:presLayoutVars>
          <dgm:bulletEnabled val="1"/>
        </dgm:presLayoutVars>
      </dgm:prSet>
      <dgm:spPr/>
    </dgm:pt>
    <dgm:pt modelId="{1CCDAA5D-D9B8-43FA-B23C-9BF3EED228C3}" type="pres">
      <dgm:prSet presAssocID="{DEDA7098-4C7D-4A23-A736-7E56526581DC}" presName="circleA" presStyleLbl="node1" presStyleIdx="2" presStyleCnt="8"/>
      <dgm:spPr/>
    </dgm:pt>
    <dgm:pt modelId="{B192050B-7CEB-4CC8-85DF-50B38CDC7625}" type="pres">
      <dgm:prSet presAssocID="{DEDA7098-4C7D-4A23-A736-7E56526581DC}" presName="spaceA" presStyleCnt="0"/>
      <dgm:spPr/>
    </dgm:pt>
    <dgm:pt modelId="{B17C1451-580C-4074-9DD1-979681F4D40F}" type="pres">
      <dgm:prSet presAssocID="{5013E974-7A1B-4F41-8D8D-7185C5DBF0B4}" presName="space" presStyleCnt="0"/>
      <dgm:spPr/>
    </dgm:pt>
    <dgm:pt modelId="{4C24EA30-FF06-43F9-BA10-3819AE959360}" type="pres">
      <dgm:prSet presAssocID="{C25B68B7-AD85-4BAC-B1A5-97D06E512381}" presName="compositeB" presStyleCnt="0"/>
      <dgm:spPr/>
    </dgm:pt>
    <dgm:pt modelId="{CA76328C-187D-4B5B-BF0A-57460375AE3C}" type="pres">
      <dgm:prSet presAssocID="{C25B68B7-AD85-4BAC-B1A5-97D06E512381}" presName="textB" presStyleLbl="revTx" presStyleIdx="3" presStyleCnt="8">
        <dgm:presLayoutVars>
          <dgm:bulletEnabled val="1"/>
        </dgm:presLayoutVars>
      </dgm:prSet>
      <dgm:spPr/>
    </dgm:pt>
    <dgm:pt modelId="{B8245C41-ED3F-4967-BDE6-E7959BC04024}" type="pres">
      <dgm:prSet presAssocID="{C25B68B7-AD85-4BAC-B1A5-97D06E512381}" presName="circleB" presStyleLbl="node1" presStyleIdx="3" presStyleCnt="8"/>
      <dgm:spPr/>
    </dgm:pt>
    <dgm:pt modelId="{0A3482DE-826B-43E9-B541-882A90C364EC}" type="pres">
      <dgm:prSet presAssocID="{C25B68B7-AD85-4BAC-B1A5-97D06E512381}" presName="spaceB" presStyleCnt="0"/>
      <dgm:spPr/>
    </dgm:pt>
    <dgm:pt modelId="{3D93B586-6580-4A81-9CA8-7A9DB53B3D5F}" type="pres">
      <dgm:prSet presAssocID="{EB13C13E-CC82-4E7D-8595-47C95ED4D2FA}" presName="space" presStyleCnt="0"/>
      <dgm:spPr/>
    </dgm:pt>
    <dgm:pt modelId="{F38433E7-77B7-4BDD-9F96-049EA1192330}" type="pres">
      <dgm:prSet presAssocID="{5B024936-0607-4E12-8D54-8F80B98DDF9B}" presName="compositeA" presStyleCnt="0"/>
      <dgm:spPr/>
    </dgm:pt>
    <dgm:pt modelId="{E1796245-671E-4318-97F1-AD36A7529CAC}" type="pres">
      <dgm:prSet presAssocID="{5B024936-0607-4E12-8D54-8F80B98DDF9B}" presName="textA" presStyleLbl="revTx" presStyleIdx="4" presStyleCnt="8">
        <dgm:presLayoutVars>
          <dgm:bulletEnabled val="1"/>
        </dgm:presLayoutVars>
      </dgm:prSet>
      <dgm:spPr/>
    </dgm:pt>
    <dgm:pt modelId="{7979B640-7604-45D1-8FEB-B9F1E43BF72C}" type="pres">
      <dgm:prSet presAssocID="{5B024936-0607-4E12-8D54-8F80B98DDF9B}" presName="circleA" presStyleLbl="node1" presStyleIdx="4" presStyleCnt="8" custLinFactNeighborX="2799"/>
      <dgm:spPr/>
    </dgm:pt>
    <dgm:pt modelId="{57A4648F-E628-4373-8AB8-22638A68943B}" type="pres">
      <dgm:prSet presAssocID="{5B024936-0607-4E12-8D54-8F80B98DDF9B}" presName="spaceA" presStyleCnt="0"/>
      <dgm:spPr/>
    </dgm:pt>
    <dgm:pt modelId="{FB24601B-0A6B-4AA8-BD97-10FBD41D8967}" type="pres">
      <dgm:prSet presAssocID="{99EAB9EC-28AB-4FFB-9B14-894D54E05937}" presName="space" presStyleCnt="0"/>
      <dgm:spPr/>
    </dgm:pt>
    <dgm:pt modelId="{A279CF12-9FCC-41B9-85D8-44CEF898B147}" type="pres">
      <dgm:prSet presAssocID="{F160E5D5-8EA7-44C2-BAE7-1BFC07980AE8}" presName="compositeB" presStyleCnt="0"/>
      <dgm:spPr/>
    </dgm:pt>
    <dgm:pt modelId="{6B507972-1B80-4ABB-9EAC-80DB031ACD01}" type="pres">
      <dgm:prSet presAssocID="{F160E5D5-8EA7-44C2-BAE7-1BFC07980AE8}" presName="textB" presStyleLbl="revTx" presStyleIdx="5" presStyleCnt="8">
        <dgm:presLayoutVars>
          <dgm:bulletEnabled val="1"/>
        </dgm:presLayoutVars>
      </dgm:prSet>
      <dgm:spPr/>
    </dgm:pt>
    <dgm:pt modelId="{B91865C9-5E3D-425F-AA3E-D17F8D17CBA8}" type="pres">
      <dgm:prSet presAssocID="{F160E5D5-8EA7-44C2-BAE7-1BFC07980AE8}" presName="circleB" presStyleLbl="node1" presStyleIdx="5" presStyleCnt="8"/>
      <dgm:spPr/>
    </dgm:pt>
    <dgm:pt modelId="{B2996759-BABD-4BE4-8E79-C7D409A9B7DC}" type="pres">
      <dgm:prSet presAssocID="{F160E5D5-8EA7-44C2-BAE7-1BFC07980AE8}" presName="spaceB" presStyleCnt="0"/>
      <dgm:spPr/>
    </dgm:pt>
    <dgm:pt modelId="{328CD44B-993D-4B24-81EF-CC1E3EFBE7BA}" type="pres">
      <dgm:prSet presAssocID="{B82CA764-6D6C-41AC-AF00-247178E8D1BB}" presName="space" presStyleCnt="0"/>
      <dgm:spPr/>
    </dgm:pt>
    <dgm:pt modelId="{7CCAEA06-1FA8-499B-901E-F1A0978EC2CF}" type="pres">
      <dgm:prSet presAssocID="{E2D0CBA3-8CF7-47A7-BC73-A63CC861A261}" presName="compositeA" presStyleCnt="0"/>
      <dgm:spPr/>
    </dgm:pt>
    <dgm:pt modelId="{63BACC88-E41D-4DCA-93E2-8BE64CF96114}" type="pres">
      <dgm:prSet presAssocID="{E2D0CBA3-8CF7-47A7-BC73-A63CC861A261}" presName="textA" presStyleLbl="revTx" presStyleIdx="6" presStyleCnt="8">
        <dgm:presLayoutVars>
          <dgm:bulletEnabled val="1"/>
        </dgm:presLayoutVars>
      </dgm:prSet>
      <dgm:spPr/>
    </dgm:pt>
    <dgm:pt modelId="{CACB5070-6A62-4F78-A11D-95CEF8FDB91B}" type="pres">
      <dgm:prSet presAssocID="{E2D0CBA3-8CF7-47A7-BC73-A63CC861A261}" presName="circleA" presStyleLbl="node1" presStyleIdx="6" presStyleCnt="8"/>
      <dgm:spPr/>
    </dgm:pt>
    <dgm:pt modelId="{4392BDF8-7315-4A40-AB12-C3C8C39CC7EB}" type="pres">
      <dgm:prSet presAssocID="{E2D0CBA3-8CF7-47A7-BC73-A63CC861A261}" presName="spaceA" presStyleCnt="0"/>
      <dgm:spPr/>
    </dgm:pt>
    <dgm:pt modelId="{C421001E-8DA0-449E-A4A7-D7ACE0014120}" type="pres">
      <dgm:prSet presAssocID="{6613AFCA-C1C6-48D7-A5EC-0B3EE345B089}" presName="space" presStyleCnt="0"/>
      <dgm:spPr/>
    </dgm:pt>
    <dgm:pt modelId="{9EBBA0A2-16FD-47BA-AB7A-B7B2FFC378EC}" type="pres">
      <dgm:prSet presAssocID="{87ACAC38-2A94-4D76-92B9-B1B6EE4C4E7A}" presName="compositeB" presStyleCnt="0"/>
      <dgm:spPr/>
    </dgm:pt>
    <dgm:pt modelId="{DB227AF0-5350-4897-929E-3110CF4DB9C7}" type="pres">
      <dgm:prSet presAssocID="{87ACAC38-2A94-4D76-92B9-B1B6EE4C4E7A}" presName="textB" presStyleLbl="revTx" presStyleIdx="7" presStyleCnt="8">
        <dgm:presLayoutVars>
          <dgm:bulletEnabled val="1"/>
        </dgm:presLayoutVars>
      </dgm:prSet>
      <dgm:spPr/>
    </dgm:pt>
    <dgm:pt modelId="{D7191857-6B70-425B-81DE-22A7C4D0CB7B}" type="pres">
      <dgm:prSet presAssocID="{87ACAC38-2A94-4D76-92B9-B1B6EE4C4E7A}" presName="circleB" presStyleLbl="node1" presStyleIdx="7" presStyleCnt="8"/>
      <dgm:spPr/>
    </dgm:pt>
    <dgm:pt modelId="{A00158D8-F8BF-4976-AADC-302D9BD12ECC}" type="pres">
      <dgm:prSet presAssocID="{87ACAC38-2A94-4D76-92B9-B1B6EE4C4E7A}" presName="spaceB" presStyleCnt="0"/>
      <dgm:spPr/>
    </dgm:pt>
  </dgm:ptLst>
  <dgm:cxnLst>
    <dgm:cxn modelId="{FF03762B-205C-44E9-9481-23ECDC734430}" type="presOf" srcId="{5B024936-0607-4E12-8D54-8F80B98DDF9B}" destId="{E1796245-671E-4318-97F1-AD36A7529CAC}" srcOrd="0" destOrd="0" presId="urn:microsoft.com/office/officeart/2005/8/layout/hProcess11"/>
    <dgm:cxn modelId="{F55A9638-3993-4C63-A745-965A8B6AB54B}" srcId="{EAFEC7AE-8717-415F-802A-21594E0181C9}" destId="{C25B68B7-AD85-4BAC-B1A5-97D06E512381}" srcOrd="3" destOrd="0" parTransId="{C999C383-FA40-4B4A-80AE-B5865130C420}" sibTransId="{EB13C13E-CC82-4E7D-8595-47C95ED4D2FA}"/>
    <dgm:cxn modelId="{5273FD3E-66C1-4546-B471-31490A1B08A1}" srcId="{EAFEC7AE-8717-415F-802A-21594E0181C9}" destId="{5B024936-0607-4E12-8D54-8F80B98DDF9B}" srcOrd="4" destOrd="0" parTransId="{83E73D3C-295C-45C7-98F9-C92355156CFC}" sibTransId="{99EAB9EC-28AB-4FFB-9B14-894D54E05937}"/>
    <dgm:cxn modelId="{B1624A61-6F46-4FD1-ADA6-766CA3768DDA}" srcId="{EAFEC7AE-8717-415F-802A-21594E0181C9}" destId="{83D615FE-4BBF-4D2E-B6BB-B4CC45D1B3A4}" srcOrd="1" destOrd="0" parTransId="{6A4162C0-F2D8-4560-9AC9-03F032629CB3}" sibTransId="{664C0C88-9FE6-4C4C-AE1D-82CBB628E8A6}"/>
    <dgm:cxn modelId="{B27D306C-F2A2-4CE9-A733-8519D149B346}" type="presOf" srcId="{87ACAC38-2A94-4D76-92B9-B1B6EE4C4E7A}" destId="{DB227AF0-5350-4897-929E-3110CF4DB9C7}" srcOrd="0" destOrd="0" presId="urn:microsoft.com/office/officeart/2005/8/layout/hProcess11"/>
    <dgm:cxn modelId="{1EA3C972-BA8F-407D-A759-BF4379661020}" type="presOf" srcId="{DEDA7098-4C7D-4A23-A736-7E56526581DC}" destId="{F7B3DCFC-2A14-4F45-8264-EE99B9B59A14}" srcOrd="0" destOrd="0" presId="urn:microsoft.com/office/officeart/2005/8/layout/hProcess11"/>
    <dgm:cxn modelId="{D9C10382-1A96-4659-8042-E6B46CA762BE}" srcId="{EAFEC7AE-8717-415F-802A-21594E0181C9}" destId="{DEDA7098-4C7D-4A23-A736-7E56526581DC}" srcOrd="2" destOrd="0" parTransId="{C2F535FA-1822-484D-8ADE-4F91AA37AC84}" sibTransId="{5013E974-7A1B-4F41-8D8D-7185C5DBF0B4}"/>
    <dgm:cxn modelId="{1A6CA29D-78E0-44C7-9DA6-ECD28551E47C}" type="presOf" srcId="{C25B68B7-AD85-4BAC-B1A5-97D06E512381}" destId="{CA76328C-187D-4B5B-BF0A-57460375AE3C}" srcOrd="0" destOrd="0" presId="urn:microsoft.com/office/officeart/2005/8/layout/hProcess11"/>
    <dgm:cxn modelId="{B1337DA1-5221-49EE-A098-448BCE9241F4}" type="presOf" srcId="{D3D885E6-AD9A-4902-8505-AA78B95970BB}" destId="{4ECDDC25-205D-427C-B5C4-167213E441B5}" srcOrd="0" destOrd="0" presId="urn:microsoft.com/office/officeart/2005/8/layout/hProcess11"/>
    <dgm:cxn modelId="{DE2EAFA5-827A-47E3-8283-A7AE2D365B74}" type="presOf" srcId="{EAFEC7AE-8717-415F-802A-21594E0181C9}" destId="{4A527506-03C6-4801-ACD1-9BE4E6CC52E3}" srcOrd="0" destOrd="0" presId="urn:microsoft.com/office/officeart/2005/8/layout/hProcess11"/>
    <dgm:cxn modelId="{4B8449A8-B5AC-434B-80A5-552B68888A01}" srcId="{EAFEC7AE-8717-415F-802A-21594E0181C9}" destId="{D3D885E6-AD9A-4902-8505-AA78B95970BB}" srcOrd="0" destOrd="0" parTransId="{1917ADB7-2D22-41F6-8B6C-C441B5941D11}" sibTransId="{C39AB745-3D60-4C48-8C93-909C07F59909}"/>
    <dgm:cxn modelId="{71B63BAA-EAF9-4D75-A286-2413158F54AD}" srcId="{EAFEC7AE-8717-415F-802A-21594E0181C9}" destId="{87ACAC38-2A94-4D76-92B9-B1B6EE4C4E7A}" srcOrd="7" destOrd="0" parTransId="{474AAE30-EE23-4ECB-823C-56F45C87701A}" sibTransId="{EF0B05C4-ABAF-4BF2-A6A3-A7821CBD8B75}"/>
    <dgm:cxn modelId="{CC9AB7BD-D7D5-4B86-96DB-ABC7CD23E6BC}" type="presOf" srcId="{E2D0CBA3-8CF7-47A7-BC73-A63CC861A261}" destId="{63BACC88-E41D-4DCA-93E2-8BE64CF96114}" srcOrd="0" destOrd="0" presId="urn:microsoft.com/office/officeart/2005/8/layout/hProcess11"/>
    <dgm:cxn modelId="{B654F5CF-D14F-481F-A702-8F43142860C8}" type="presOf" srcId="{F160E5D5-8EA7-44C2-BAE7-1BFC07980AE8}" destId="{6B507972-1B80-4ABB-9EAC-80DB031ACD01}" srcOrd="0" destOrd="0" presId="urn:microsoft.com/office/officeart/2005/8/layout/hProcess11"/>
    <dgm:cxn modelId="{0EAD49D1-DF33-4AFB-8A1D-A33E5C0E3403}" type="presOf" srcId="{83D615FE-4BBF-4D2E-B6BB-B4CC45D1B3A4}" destId="{398FFDFA-05A9-44D8-A8EB-0FC957282A2C}" srcOrd="0" destOrd="0" presId="urn:microsoft.com/office/officeart/2005/8/layout/hProcess11"/>
    <dgm:cxn modelId="{347005D3-2487-4E76-A63B-1E447261F563}" srcId="{EAFEC7AE-8717-415F-802A-21594E0181C9}" destId="{E2D0CBA3-8CF7-47A7-BC73-A63CC861A261}" srcOrd="6" destOrd="0" parTransId="{3CB23B17-6959-4D18-8DF1-8BEE6B609286}" sibTransId="{6613AFCA-C1C6-48D7-A5EC-0B3EE345B089}"/>
    <dgm:cxn modelId="{0A9861DD-BEEA-41CE-8012-D3C07C8771BD}" srcId="{EAFEC7AE-8717-415F-802A-21594E0181C9}" destId="{F160E5D5-8EA7-44C2-BAE7-1BFC07980AE8}" srcOrd="5" destOrd="0" parTransId="{BBD8900D-10AC-4FE5-BBF8-363C359ED420}" sibTransId="{B82CA764-6D6C-41AC-AF00-247178E8D1BB}"/>
    <dgm:cxn modelId="{B1887999-300E-4E24-8A0B-B6DC3E4E2C68}" type="presParOf" srcId="{4A527506-03C6-4801-ACD1-9BE4E6CC52E3}" destId="{ED5AFFD3-9403-49E0-93B0-98124B4ECAAC}" srcOrd="0" destOrd="0" presId="urn:microsoft.com/office/officeart/2005/8/layout/hProcess11"/>
    <dgm:cxn modelId="{85B7B52F-3BAB-4DDB-8443-72BD12AA9C24}" type="presParOf" srcId="{4A527506-03C6-4801-ACD1-9BE4E6CC52E3}" destId="{8E130751-6EB6-4950-BB1B-73408F2F61CA}" srcOrd="1" destOrd="0" presId="urn:microsoft.com/office/officeart/2005/8/layout/hProcess11"/>
    <dgm:cxn modelId="{E937C617-4AE0-4690-A592-4DDB7AAAD5F2}" type="presParOf" srcId="{8E130751-6EB6-4950-BB1B-73408F2F61CA}" destId="{4C586276-E33E-44A1-AFD9-3909AE30AA15}" srcOrd="0" destOrd="0" presId="urn:microsoft.com/office/officeart/2005/8/layout/hProcess11"/>
    <dgm:cxn modelId="{5806A149-4872-44E7-A9E5-2CB684BEDFAB}" type="presParOf" srcId="{4C586276-E33E-44A1-AFD9-3909AE30AA15}" destId="{4ECDDC25-205D-427C-B5C4-167213E441B5}" srcOrd="0" destOrd="0" presId="urn:microsoft.com/office/officeart/2005/8/layout/hProcess11"/>
    <dgm:cxn modelId="{E95B3E32-0300-4299-B7BC-0071696D35B2}" type="presParOf" srcId="{4C586276-E33E-44A1-AFD9-3909AE30AA15}" destId="{6BF96BFD-06AD-4D71-BDCC-E4A50A97E67E}" srcOrd="1" destOrd="0" presId="urn:microsoft.com/office/officeart/2005/8/layout/hProcess11"/>
    <dgm:cxn modelId="{B6941BCB-B06E-4030-BBB8-59D18A947161}" type="presParOf" srcId="{4C586276-E33E-44A1-AFD9-3909AE30AA15}" destId="{C6BDDE63-B34D-49BD-AAB4-74C66E4D94CA}" srcOrd="2" destOrd="0" presId="urn:microsoft.com/office/officeart/2005/8/layout/hProcess11"/>
    <dgm:cxn modelId="{6A8A92E9-30B2-40CF-B57D-BE50D0D922C5}" type="presParOf" srcId="{8E130751-6EB6-4950-BB1B-73408F2F61CA}" destId="{0932D525-D9C9-4899-A2F5-147B8D125E43}" srcOrd="1" destOrd="0" presId="urn:microsoft.com/office/officeart/2005/8/layout/hProcess11"/>
    <dgm:cxn modelId="{0E6F7705-F96B-487D-B1BD-D104D436C646}" type="presParOf" srcId="{8E130751-6EB6-4950-BB1B-73408F2F61CA}" destId="{8B1992DA-AC76-438E-AFD7-AB3D167DD37C}" srcOrd="2" destOrd="0" presId="urn:microsoft.com/office/officeart/2005/8/layout/hProcess11"/>
    <dgm:cxn modelId="{F273C29F-C973-4CDD-898D-2E9EE48F13DB}" type="presParOf" srcId="{8B1992DA-AC76-438E-AFD7-AB3D167DD37C}" destId="{398FFDFA-05A9-44D8-A8EB-0FC957282A2C}" srcOrd="0" destOrd="0" presId="urn:microsoft.com/office/officeart/2005/8/layout/hProcess11"/>
    <dgm:cxn modelId="{208415C9-E6C7-474B-86EF-C13A7741CCBA}" type="presParOf" srcId="{8B1992DA-AC76-438E-AFD7-AB3D167DD37C}" destId="{B676CC91-F56B-4209-B9B5-0320E54FF6F2}" srcOrd="1" destOrd="0" presId="urn:microsoft.com/office/officeart/2005/8/layout/hProcess11"/>
    <dgm:cxn modelId="{BD82AFA7-DD08-41B1-88E5-2D723CE83CD9}" type="presParOf" srcId="{8B1992DA-AC76-438E-AFD7-AB3D167DD37C}" destId="{D832D5D7-8A76-41F7-B65D-326CE79ECE98}" srcOrd="2" destOrd="0" presId="urn:microsoft.com/office/officeart/2005/8/layout/hProcess11"/>
    <dgm:cxn modelId="{CCEDCB90-E69D-41D0-B379-5326F7709D69}" type="presParOf" srcId="{8E130751-6EB6-4950-BB1B-73408F2F61CA}" destId="{7A03D0FF-C0A2-4AB4-97FF-12FE636C0796}" srcOrd="3" destOrd="0" presId="urn:microsoft.com/office/officeart/2005/8/layout/hProcess11"/>
    <dgm:cxn modelId="{39B1DDF5-4ABC-48A6-A9CF-05B64DEF9364}" type="presParOf" srcId="{8E130751-6EB6-4950-BB1B-73408F2F61CA}" destId="{87A075E7-0808-42A3-862F-89FD384CCD5B}" srcOrd="4" destOrd="0" presId="urn:microsoft.com/office/officeart/2005/8/layout/hProcess11"/>
    <dgm:cxn modelId="{3271C549-5E54-45CD-861B-8F2131A5E3F1}" type="presParOf" srcId="{87A075E7-0808-42A3-862F-89FD384CCD5B}" destId="{F7B3DCFC-2A14-4F45-8264-EE99B9B59A14}" srcOrd="0" destOrd="0" presId="urn:microsoft.com/office/officeart/2005/8/layout/hProcess11"/>
    <dgm:cxn modelId="{E9D9EF71-FE2D-4E1F-B17C-6BE8C04E1DA8}" type="presParOf" srcId="{87A075E7-0808-42A3-862F-89FD384CCD5B}" destId="{1CCDAA5D-D9B8-43FA-B23C-9BF3EED228C3}" srcOrd="1" destOrd="0" presId="urn:microsoft.com/office/officeart/2005/8/layout/hProcess11"/>
    <dgm:cxn modelId="{A36E6498-65DB-4BB4-BAE3-38D5BB087C6F}" type="presParOf" srcId="{87A075E7-0808-42A3-862F-89FD384CCD5B}" destId="{B192050B-7CEB-4CC8-85DF-50B38CDC7625}" srcOrd="2" destOrd="0" presId="urn:microsoft.com/office/officeart/2005/8/layout/hProcess11"/>
    <dgm:cxn modelId="{2DF15238-27E1-4304-A6A6-800A4A95E1B6}" type="presParOf" srcId="{8E130751-6EB6-4950-BB1B-73408F2F61CA}" destId="{B17C1451-580C-4074-9DD1-979681F4D40F}" srcOrd="5" destOrd="0" presId="urn:microsoft.com/office/officeart/2005/8/layout/hProcess11"/>
    <dgm:cxn modelId="{0BC63E8C-91AE-4A99-9EE2-4B42B296EA99}" type="presParOf" srcId="{8E130751-6EB6-4950-BB1B-73408F2F61CA}" destId="{4C24EA30-FF06-43F9-BA10-3819AE959360}" srcOrd="6" destOrd="0" presId="urn:microsoft.com/office/officeart/2005/8/layout/hProcess11"/>
    <dgm:cxn modelId="{0F52A8EB-F0C7-4B24-B16B-D0323B7CF173}" type="presParOf" srcId="{4C24EA30-FF06-43F9-BA10-3819AE959360}" destId="{CA76328C-187D-4B5B-BF0A-57460375AE3C}" srcOrd="0" destOrd="0" presId="urn:microsoft.com/office/officeart/2005/8/layout/hProcess11"/>
    <dgm:cxn modelId="{159F5377-E5E6-4C60-B7D8-ED3A982DE989}" type="presParOf" srcId="{4C24EA30-FF06-43F9-BA10-3819AE959360}" destId="{B8245C41-ED3F-4967-BDE6-E7959BC04024}" srcOrd="1" destOrd="0" presId="urn:microsoft.com/office/officeart/2005/8/layout/hProcess11"/>
    <dgm:cxn modelId="{005104E3-8D79-4334-9A64-A2B8E8FAE4AB}" type="presParOf" srcId="{4C24EA30-FF06-43F9-BA10-3819AE959360}" destId="{0A3482DE-826B-43E9-B541-882A90C364EC}" srcOrd="2" destOrd="0" presId="urn:microsoft.com/office/officeart/2005/8/layout/hProcess11"/>
    <dgm:cxn modelId="{1078E897-F64E-418F-BDB7-B872D6494B4B}" type="presParOf" srcId="{8E130751-6EB6-4950-BB1B-73408F2F61CA}" destId="{3D93B586-6580-4A81-9CA8-7A9DB53B3D5F}" srcOrd="7" destOrd="0" presId="urn:microsoft.com/office/officeart/2005/8/layout/hProcess11"/>
    <dgm:cxn modelId="{B09BD04F-1867-480F-968B-35702AB13709}" type="presParOf" srcId="{8E130751-6EB6-4950-BB1B-73408F2F61CA}" destId="{F38433E7-77B7-4BDD-9F96-049EA1192330}" srcOrd="8" destOrd="0" presId="urn:microsoft.com/office/officeart/2005/8/layout/hProcess11"/>
    <dgm:cxn modelId="{85FCF3B4-2EC3-49BD-8C3C-FBBB27538C87}" type="presParOf" srcId="{F38433E7-77B7-4BDD-9F96-049EA1192330}" destId="{E1796245-671E-4318-97F1-AD36A7529CAC}" srcOrd="0" destOrd="0" presId="urn:microsoft.com/office/officeart/2005/8/layout/hProcess11"/>
    <dgm:cxn modelId="{9F8A4F21-F04E-459D-9E93-A1A2BC52B2D0}" type="presParOf" srcId="{F38433E7-77B7-4BDD-9F96-049EA1192330}" destId="{7979B640-7604-45D1-8FEB-B9F1E43BF72C}" srcOrd="1" destOrd="0" presId="urn:microsoft.com/office/officeart/2005/8/layout/hProcess11"/>
    <dgm:cxn modelId="{08B82B81-F2D8-4FC2-9D72-9C1F19C34C4C}" type="presParOf" srcId="{F38433E7-77B7-4BDD-9F96-049EA1192330}" destId="{57A4648F-E628-4373-8AB8-22638A68943B}" srcOrd="2" destOrd="0" presId="urn:microsoft.com/office/officeart/2005/8/layout/hProcess11"/>
    <dgm:cxn modelId="{0465D9A9-E5E5-45AE-8AD1-3CF54E0B81AE}" type="presParOf" srcId="{8E130751-6EB6-4950-BB1B-73408F2F61CA}" destId="{FB24601B-0A6B-4AA8-BD97-10FBD41D8967}" srcOrd="9" destOrd="0" presId="urn:microsoft.com/office/officeart/2005/8/layout/hProcess11"/>
    <dgm:cxn modelId="{B4A5F1A3-19A7-4CAF-A7E6-27B7A28000B4}" type="presParOf" srcId="{8E130751-6EB6-4950-BB1B-73408F2F61CA}" destId="{A279CF12-9FCC-41B9-85D8-44CEF898B147}" srcOrd="10" destOrd="0" presId="urn:microsoft.com/office/officeart/2005/8/layout/hProcess11"/>
    <dgm:cxn modelId="{1D5D12FE-D04B-4EFB-A1FC-1D1B6619E6A1}" type="presParOf" srcId="{A279CF12-9FCC-41B9-85D8-44CEF898B147}" destId="{6B507972-1B80-4ABB-9EAC-80DB031ACD01}" srcOrd="0" destOrd="0" presId="urn:microsoft.com/office/officeart/2005/8/layout/hProcess11"/>
    <dgm:cxn modelId="{F773B481-F181-49EA-BDAA-217A170DBD0D}" type="presParOf" srcId="{A279CF12-9FCC-41B9-85D8-44CEF898B147}" destId="{B91865C9-5E3D-425F-AA3E-D17F8D17CBA8}" srcOrd="1" destOrd="0" presId="urn:microsoft.com/office/officeart/2005/8/layout/hProcess11"/>
    <dgm:cxn modelId="{68896788-8DF6-47B7-893B-FAE4DA4910C3}" type="presParOf" srcId="{A279CF12-9FCC-41B9-85D8-44CEF898B147}" destId="{B2996759-BABD-4BE4-8E79-C7D409A9B7DC}" srcOrd="2" destOrd="0" presId="urn:microsoft.com/office/officeart/2005/8/layout/hProcess11"/>
    <dgm:cxn modelId="{9721273A-6C8C-4516-A070-BFB654D4EA6B}" type="presParOf" srcId="{8E130751-6EB6-4950-BB1B-73408F2F61CA}" destId="{328CD44B-993D-4B24-81EF-CC1E3EFBE7BA}" srcOrd="11" destOrd="0" presId="urn:microsoft.com/office/officeart/2005/8/layout/hProcess11"/>
    <dgm:cxn modelId="{5128E59C-EBD4-4FD1-A256-C2E7BD0C6FF3}" type="presParOf" srcId="{8E130751-6EB6-4950-BB1B-73408F2F61CA}" destId="{7CCAEA06-1FA8-499B-901E-F1A0978EC2CF}" srcOrd="12" destOrd="0" presId="urn:microsoft.com/office/officeart/2005/8/layout/hProcess11"/>
    <dgm:cxn modelId="{AED4A209-F626-41CB-8553-0909D96DA6DC}" type="presParOf" srcId="{7CCAEA06-1FA8-499B-901E-F1A0978EC2CF}" destId="{63BACC88-E41D-4DCA-93E2-8BE64CF96114}" srcOrd="0" destOrd="0" presId="urn:microsoft.com/office/officeart/2005/8/layout/hProcess11"/>
    <dgm:cxn modelId="{AAE9DF08-0995-4EF0-BB2E-32D8FF6F6903}" type="presParOf" srcId="{7CCAEA06-1FA8-499B-901E-F1A0978EC2CF}" destId="{CACB5070-6A62-4F78-A11D-95CEF8FDB91B}" srcOrd="1" destOrd="0" presId="urn:microsoft.com/office/officeart/2005/8/layout/hProcess11"/>
    <dgm:cxn modelId="{2FEC96B1-956D-41F3-A60B-6B630EA58B03}" type="presParOf" srcId="{7CCAEA06-1FA8-499B-901E-F1A0978EC2CF}" destId="{4392BDF8-7315-4A40-AB12-C3C8C39CC7EB}" srcOrd="2" destOrd="0" presId="urn:microsoft.com/office/officeart/2005/8/layout/hProcess11"/>
    <dgm:cxn modelId="{428F89A2-2D92-4676-A48C-A6EF7979A6F9}" type="presParOf" srcId="{8E130751-6EB6-4950-BB1B-73408F2F61CA}" destId="{C421001E-8DA0-449E-A4A7-D7ACE0014120}" srcOrd="13" destOrd="0" presId="urn:microsoft.com/office/officeart/2005/8/layout/hProcess11"/>
    <dgm:cxn modelId="{92DA4285-CACA-4634-903F-E58C1F1188DB}" type="presParOf" srcId="{8E130751-6EB6-4950-BB1B-73408F2F61CA}" destId="{9EBBA0A2-16FD-47BA-AB7A-B7B2FFC378EC}" srcOrd="14" destOrd="0" presId="urn:microsoft.com/office/officeart/2005/8/layout/hProcess11"/>
    <dgm:cxn modelId="{3F3B9453-1FA3-4151-BCB7-94D49F19837C}" type="presParOf" srcId="{9EBBA0A2-16FD-47BA-AB7A-B7B2FFC378EC}" destId="{DB227AF0-5350-4897-929E-3110CF4DB9C7}" srcOrd="0" destOrd="0" presId="urn:microsoft.com/office/officeart/2005/8/layout/hProcess11"/>
    <dgm:cxn modelId="{D2B2F2F0-2E41-41F5-B32E-ED1A5A6ABDC5}" type="presParOf" srcId="{9EBBA0A2-16FD-47BA-AB7A-B7B2FFC378EC}" destId="{D7191857-6B70-425B-81DE-22A7C4D0CB7B}" srcOrd="1" destOrd="0" presId="urn:microsoft.com/office/officeart/2005/8/layout/hProcess11"/>
    <dgm:cxn modelId="{948D3D3C-3DC4-4301-A713-57012EF91E5A}" type="presParOf" srcId="{9EBBA0A2-16FD-47BA-AB7A-B7B2FFC378EC}" destId="{A00158D8-F8BF-4976-AADC-302D9BD12EC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9D16129-0177-4DBF-9A86-916293684221}" type="doc">
      <dgm:prSet loTypeId="urn:microsoft.com/office/officeart/2008/layout/BubblePictureList" loCatId="picture" qsTypeId="urn:microsoft.com/office/officeart/2005/8/quickstyle/simple5" qsCatId="simple" csTypeId="urn:microsoft.com/office/officeart/2005/8/colors/colorful4" csCatId="colorful" phldr="1"/>
      <dgm:spPr/>
      <dgm:t>
        <a:bodyPr/>
        <a:lstStyle/>
        <a:p>
          <a:endParaRPr lang="ru-RU"/>
        </a:p>
      </dgm:t>
    </dgm:pt>
    <dgm:pt modelId="{66834887-39F9-4E42-ACB5-381469F6F069}">
      <dgm:prSet/>
      <dgm:spPr/>
      <dgm:t>
        <a:bodyPr/>
        <a:lstStyle/>
        <a:p>
          <a:r>
            <a:rPr lang="ru-RU" b="1"/>
            <a:t>1. Трансформация ландшафса киберугроз</a:t>
          </a:r>
          <a:endParaRPr lang="ru-RU"/>
        </a:p>
      </dgm:t>
    </dgm:pt>
    <dgm:pt modelId="{5361966C-EDD0-45C2-8279-E4AE0B82211F}" type="parTrans" cxnId="{40B028ED-3ACB-48D3-8F3A-E6909DDC1276}">
      <dgm:prSet/>
      <dgm:spPr/>
      <dgm:t>
        <a:bodyPr/>
        <a:lstStyle/>
        <a:p>
          <a:endParaRPr lang="ru-RU"/>
        </a:p>
      </dgm:t>
    </dgm:pt>
    <dgm:pt modelId="{2E3BB15D-92D2-418B-BDDC-3BF1BFA92EDB}" type="sibTrans" cxnId="{40B028ED-3ACB-48D3-8F3A-E6909DDC1276}">
      <dgm:prSet/>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t>
        <a:bodyPr/>
        <a:lstStyle/>
        <a:p>
          <a:endParaRPr lang="ru-RU"/>
        </a:p>
      </dgm:t>
      <dgm:extLst>
        <a:ext uri="{E40237B7-FDA0-4F09-8148-C483321AD2D9}">
          <dgm14:cNvPr xmlns:dgm14="http://schemas.microsoft.com/office/drawing/2010/diagram" id="0" name="" descr="Пейзаж каньона контур"/>
        </a:ext>
      </dgm:extLst>
    </dgm:pt>
    <dgm:pt modelId="{CE833F2C-83BE-4C53-AE61-76EBD7645A80}">
      <dgm:prSet/>
      <dgm:spPr/>
      <dgm:t>
        <a:bodyPr/>
        <a:lstStyle/>
        <a:p>
          <a:r>
            <a:rPr lang="ru-RU" b="1"/>
            <a:t>2. Критические уязвимости киберфизических систем (КФС)</a:t>
          </a:r>
          <a:endParaRPr lang="ru-RU"/>
        </a:p>
      </dgm:t>
    </dgm:pt>
    <dgm:pt modelId="{0957289D-59BA-4964-B521-F67E29F24DFA}" type="parTrans" cxnId="{B4F90A23-55E6-4D61-AFDA-587C75629B9F}">
      <dgm:prSet/>
      <dgm:spPr/>
      <dgm:t>
        <a:bodyPr/>
        <a:lstStyle/>
        <a:p>
          <a:endParaRPr lang="ru-RU"/>
        </a:p>
      </dgm:t>
    </dgm:pt>
    <dgm:pt modelId="{C382D2A3-A383-423B-9A76-C6F3D7CB6FDF}" type="sibTrans" cxnId="{B4F90A23-55E6-4D61-AFDA-587C75629B9F}">
      <dgm:prSet/>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t>
        <a:bodyPr/>
        <a:lstStyle/>
        <a:p>
          <a:endParaRPr lang="ru-RU"/>
        </a:p>
      </dgm:t>
      <dgm:extLst>
        <a:ext uri="{E40237B7-FDA0-4F09-8148-C483321AD2D9}">
          <dgm14:cNvPr xmlns:dgm14="http://schemas.microsoft.com/office/drawing/2010/diagram" id="0" name="" descr="Левое полушарие мозга со сплошной заливкой"/>
        </a:ext>
      </dgm:extLst>
    </dgm:pt>
    <dgm:pt modelId="{F3A5508C-6B4A-4674-8512-FE117B17D9FB}">
      <dgm:prSet/>
      <dgm:spPr/>
      <dgm:t>
        <a:bodyPr/>
        <a:lstStyle/>
        <a:p>
          <a:r>
            <a:rPr lang="ru-RU" b="1" dirty="0"/>
            <a:t>3. Эффективность атак с использованием ИИ</a:t>
          </a:r>
          <a:endParaRPr lang="ru-RU" dirty="0"/>
        </a:p>
      </dgm:t>
    </dgm:pt>
    <dgm:pt modelId="{1672A288-1C23-4242-B8BF-AA0F3C9A4B51}" type="parTrans" cxnId="{3C8F2496-CD0D-4E5F-956E-D1848F65A63E}">
      <dgm:prSet/>
      <dgm:spPr/>
      <dgm:t>
        <a:bodyPr/>
        <a:lstStyle/>
        <a:p>
          <a:endParaRPr lang="ru-RU"/>
        </a:p>
      </dgm:t>
    </dgm:pt>
    <dgm:pt modelId="{F222A670-749B-4F8F-B2BF-C0287B7A8F03}" type="sibTrans" cxnId="{3C8F2496-CD0D-4E5F-956E-D1848F65A63E}">
      <dgm:prSet/>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t>
        <a:bodyPr/>
        <a:lstStyle/>
        <a:p>
          <a:endParaRPr lang="ru-RU"/>
        </a:p>
      </dgm:t>
      <dgm:extLst>
        <a:ext uri="{E40237B7-FDA0-4F09-8148-C483321AD2D9}">
          <dgm14:cNvPr xmlns:dgm14="http://schemas.microsoft.com/office/drawing/2010/diagram" id="0" name="" descr="Научная мысль со сплошной заливкой"/>
        </a:ext>
      </dgm:extLst>
    </dgm:pt>
    <dgm:pt modelId="{F5860C52-2EA9-4B6F-B7D8-8F8B34F713EE}">
      <dgm:prSet/>
      <dgm:spPr/>
      <dgm:t>
        <a:bodyPr/>
        <a:lstStyle/>
        <a:p>
          <a:r>
            <a:rPr lang="ru-RU" b="1"/>
            <a:t>4. Тактико-технические особенности современных атак</a:t>
          </a:r>
          <a:endParaRPr lang="ru-RU"/>
        </a:p>
      </dgm:t>
    </dgm:pt>
    <dgm:pt modelId="{0AC2B56E-5B86-4886-8193-94BBAB67A045}" type="parTrans" cxnId="{AD7D383B-DF0F-4E7A-B01B-A943CCFC1F4C}">
      <dgm:prSet/>
      <dgm:spPr/>
      <dgm:t>
        <a:bodyPr/>
        <a:lstStyle/>
        <a:p>
          <a:endParaRPr lang="ru-RU"/>
        </a:p>
      </dgm:t>
    </dgm:pt>
    <dgm:pt modelId="{118E7FDC-2BBA-4EA2-9EC0-655B61337634}" type="sibTrans" cxnId="{AD7D383B-DF0F-4E7A-B01B-A943CCFC1F4C}">
      <dgm:prSet/>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t>
        <a:bodyPr/>
        <a:lstStyle/>
        <a:p>
          <a:endParaRPr lang="ru-RU"/>
        </a:p>
      </dgm:t>
      <dgm:extLst>
        <a:ext uri="{E40237B7-FDA0-4F09-8148-C483321AD2D9}">
          <dgm14:cNvPr xmlns:dgm14="http://schemas.microsoft.com/office/drawing/2010/diagram" id="0" name="" descr="Пейзаж с замком со сплошной заливкой"/>
        </a:ext>
      </dgm:extLst>
    </dgm:pt>
    <dgm:pt modelId="{76C5256A-F73E-45FB-AE34-97C290FFD4D1}">
      <dgm:prSet/>
      <dgm:spPr/>
      <dgm:t>
        <a:bodyPr/>
        <a:lstStyle/>
        <a:p>
          <a:r>
            <a:rPr lang="ru-RU" b="1"/>
            <a:t>5. Недостатки современных систем защиты</a:t>
          </a:r>
          <a:endParaRPr lang="ru-RU"/>
        </a:p>
      </dgm:t>
    </dgm:pt>
    <dgm:pt modelId="{BB0DADFC-3C62-4278-8A7D-BCAB5B13E5E0}" type="parTrans" cxnId="{C1E02EA9-2540-46A5-B682-C42C1B3AADC4}">
      <dgm:prSet/>
      <dgm:spPr/>
      <dgm:t>
        <a:bodyPr/>
        <a:lstStyle/>
        <a:p>
          <a:endParaRPr lang="ru-RU"/>
        </a:p>
      </dgm:t>
    </dgm:pt>
    <dgm:pt modelId="{0A1540F9-B2D4-4EA0-BBAD-8621FBFE5AB2}" type="sibTrans" cxnId="{C1E02EA9-2540-46A5-B682-C42C1B3AADC4}">
      <dgm:prSet/>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t>
        <a:bodyPr/>
        <a:lstStyle/>
        <a:p>
          <a:endParaRPr lang="ru-RU"/>
        </a:p>
      </dgm:t>
      <dgm:extLst>
        <a:ext uri="{E40237B7-FDA0-4F09-8148-C483321AD2D9}">
          <dgm14:cNvPr xmlns:dgm14="http://schemas.microsoft.com/office/drawing/2010/diagram" id="0" name="" descr="Плохие запасы контур"/>
        </a:ext>
      </dgm:extLst>
    </dgm:pt>
    <dgm:pt modelId="{E33E8D9B-CEC1-46CD-9FC3-9DD8035B800F}">
      <dgm:prSet/>
      <dgm:spPr/>
      <dgm:t>
        <a:bodyPr/>
        <a:lstStyle/>
        <a:p>
          <a:r>
            <a:rPr lang="ru-RU" b="1"/>
            <a:t>6. Экономические и регуляторные последствия</a:t>
          </a:r>
          <a:endParaRPr lang="ru-RU"/>
        </a:p>
      </dgm:t>
    </dgm:pt>
    <dgm:pt modelId="{DCDD20B8-A406-494B-9F23-A84CA698A5BE}" type="parTrans" cxnId="{62E82D17-D48B-42FD-8C38-AC964B535D78}">
      <dgm:prSet/>
      <dgm:spPr/>
      <dgm:t>
        <a:bodyPr/>
        <a:lstStyle/>
        <a:p>
          <a:endParaRPr lang="ru-RU"/>
        </a:p>
      </dgm:t>
    </dgm:pt>
    <dgm:pt modelId="{CB421148-D930-4672-B5C5-D71D2190E7F6}" type="sibTrans" cxnId="{62E82D17-D48B-42FD-8C38-AC964B535D78}">
      <dgm:prSet/>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t>
        <a:bodyPr/>
        <a:lstStyle/>
        <a:p>
          <a:endParaRPr lang="ru-RU"/>
        </a:p>
      </dgm:t>
      <dgm:extLst>
        <a:ext uri="{E40237B7-FDA0-4F09-8148-C483321AD2D9}">
          <dgm14:cNvPr xmlns:dgm14="http://schemas.microsoft.com/office/drawing/2010/diagram" id="0" name="" descr="Летающие деньги со сплошной заливкой"/>
        </a:ext>
      </dgm:extLst>
    </dgm:pt>
    <dgm:pt modelId="{95661ACA-40FF-4CD9-88A9-7B0CF6CD5CD3}" type="pres">
      <dgm:prSet presAssocID="{39D16129-0177-4DBF-9A86-916293684221}" presName="Name0" presStyleCnt="0">
        <dgm:presLayoutVars>
          <dgm:chMax val="8"/>
          <dgm:chPref val="8"/>
          <dgm:dir/>
        </dgm:presLayoutVars>
      </dgm:prSet>
      <dgm:spPr/>
    </dgm:pt>
    <dgm:pt modelId="{CE17D1FF-057D-4A4F-8227-FF2C795B1624}" type="pres">
      <dgm:prSet presAssocID="{66834887-39F9-4E42-ACB5-381469F6F069}" presName="parent_text_1" presStyleLbl="revTx" presStyleIdx="0" presStyleCnt="6">
        <dgm:presLayoutVars>
          <dgm:chMax val="0"/>
          <dgm:chPref val="0"/>
          <dgm:bulletEnabled val="1"/>
        </dgm:presLayoutVars>
      </dgm:prSet>
      <dgm:spPr/>
    </dgm:pt>
    <dgm:pt modelId="{67C3D2D0-5FF3-405A-936D-E86FFB369AFD}" type="pres">
      <dgm:prSet presAssocID="{66834887-39F9-4E42-ACB5-381469F6F069}" presName="image_accent_1" presStyleCnt="0"/>
      <dgm:spPr/>
    </dgm:pt>
    <dgm:pt modelId="{BC379327-430B-4019-B215-F03FA344B50E}" type="pres">
      <dgm:prSet presAssocID="{66834887-39F9-4E42-ACB5-381469F6F069}" presName="imageAccentRepeatNode" presStyleLbl="alignNode1" presStyleIdx="0" presStyleCnt="11"/>
      <dgm:spPr/>
    </dgm:pt>
    <dgm:pt modelId="{8D4A0CD8-8AE3-4406-8927-EF61738E1AAF}" type="pres">
      <dgm:prSet presAssocID="{66834887-39F9-4E42-ACB5-381469F6F069}" presName="accent_1" presStyleLbl="alignNode1" presStyleIdx="1" presStyleCnt="11"/>
      <dgm:spPr/>
    </dgm:pt>
    <dgm:pt modelId="{1852ACE1-C913-44DF-A5C6-DE93399E11F4}" type="pres">
      <dgm:prSet presAssocID="{2E3BB15D-92D2-418B-BDDC-3BF1BFA92EDB}" presName="image_1" presStyleCnt="0"/>
      <dgm:spPr/>
    </dgm:pt>
    <dgm:pt modelId="{0CB3E004-0FCD-4EA4-B998-9008953DC711}" type="pres">
      <dgm:prSet presAssocID="{2E3BB15D-92D2-418B-BDDC-3BF1BFA92EDB}" presName="imageRepeatNode" presStyleLbl="fgImgPlace1" presStyleIdx="0" presStyleCnt="6"/>
      <dgm:spPr/>
    </dgm:pt>
    <dgm:pt modelId="{04C12ED2-CD73-44C9-99E1-F84E36AC2DE1}" type="pres">
      <dgm:prSet presAssocID="{CE833F2C-83BE-4C53-AE61-76EBD7645A80}" presName="parent_text_2" presStyleLbl="revTx" presStyleIdx="1" presStyleCnt="6">
        <dgm:presLayoutVars>
          <dgm:chMax val="0"/>
          <dgm:chPref val="0"/>
          <dgm:bulletEnabled val="1"/>
        </dgm:presLayoutVars>
      </dgm:prSet>
      <dgm:spPr/>
    </dgm:pt>
    <dgm:pt modelId="{835A8C09-5C76-4D55-9CCA-98CDB3D38F70}" type="pres">
      <dgm:prSet presAssocID="{CE833F2C-83BE-4C53-AE61-76EBD7645A80}" presName="image_accent_2" presStyleCnt="0"/>
      <dgm:spPr/>
    </dgm:pt>
    <dgm:pt modelId="{E7BFBDC6-5676-4876-A319-2EB392B24DA9}" type="pres">
      <dgm:prSet presAssocID="{CE833F2C-83BE-4C53-AE61-76EBD7645A80}" presName="imageAccentRepeatNode" presStyleLbl="alignNode1" presStyleIdx="2" presStyleCnt="11"/>
      <dgm:spPr/>
    </dgm:pt>
    <dgm:pt modelId="{55EB5419-0CCE-48BE-9D25-DEE2A3CF5D7A}" type="pres">
      <dgm:prSet presAssocID="{C382D2A3-A383-423B-9A76-C6F3D7CB6FDF}" presName="image_2" presStyleCnt="0"/>
      <dgm:spPr/>
    </dgm:pt>
    <dgm:pt modelId="{1B37A5EC-D3FD-4F63-B2A8-A09792970D84}" type="pres">
      <dgm:prSet presAssocID="{C382D2A3-A383-423B-9A76-C6F3D7CB6FDF}" presName="imageRepeatNode" presStyleLbl="fgImgPlace1" presStyleIdx="1" presStyleCnt="6"/>
      <dgm:spPr/>
    </dgm:pt>
    <dgm:pt modelId="{B09C8BB8-5684-440D-A7B5-541F438BFA40}" type="pres">
      <dgm:prSet presAssocID="{F3A5508C-6B4A-4674-8512-FE117B17D9FB}" presName="image_accent_3" presStyleCnt="0"/>
      <dgm:spPr/>
    </dgm:pt>
    <dgm:pt modelId="{9F93B545-A994-42CE-8048-3FFA0DB01F5D}" type="pres">
      <dgm:prSet presAssocID="{F3A5508C-6B4A-4674-8512-FE117B17D9FB}" presName="imageAccentRepeatNode" presStyleLbl="alignNode1" presStyleIdx="3" presStyleCnt="11"/>
      <dgm:spPr/>
    </dgm:pt>
    <dgm:pt modelId="{FDF53AFD-0232-4DF3-92B9-687E72686AC6}" type="pres">
      <dgm:prSet presAssocID="{F3A5508C-6B4A-4674-8512-FE117B17D9FB}" presName="parent_text_3" presStyleLbl="revTx" presStyleIdx="2" presStyleCnt="6">
        <dgm:presLayoutVars>
          <dgm:chMax val="0"/>
          <dgm:chPref val="0"/>
          <dgm:bulletEnabled val="1"/>
        </dgm:presLayoutVars>
      </dgm:prSet>
      <dgm:spPr/>
    </dgm:pt>
    <dgm:pt modelId="{314859D1-21CF-4EF8-8957-695B177B03D0}" type="pres">
      <dgm:prSet presAssocID="{F3A5508C-6B4A-4674-8512-FE117B17D9FB}" presName="accent_2" presStyleLbl="alignNode1" presStyleIdx="4" presStyleCnt="11"/>
      <dgm:spPr/>
    </dgm:pt>
    <dgm:pt modelId="{8F840215-1239-4494-AAE9-13C7D4041870}" type="pres">
      <dgm:prSet presAssocID="{F3A5508C-6B4A-4674-8512-FE117B17D9FB}" presName="accent_3" presStyleLbl="alignNode1" presStyleIdx="5" presStyleCnt="11"/>
      <dgm:spPr/>
    </dgm:pt>
    <dgm:pt modelId="{55AC90AB-215C-4DE0-A13F-C3BE2D2D6643}" type="pres">
      <dgm:prSet presAssocID="{F222A670-749B-4F8F-B2BF-C0287B7A8F03}" presName="image_3" presStyleCnt="0"/>
      <dgm:spPr/>
    </dgm:pt>
    <dgm:pt modelId="{089CB5CD-0233-4FAD-96A1-CCAE95C83B85}" type="pres">
      <dgm:prSet presAssocID="{F222A670-749B-4F8F-B2BF-C0287B7A8F03}" presName="imageRepeatNode" presStyleLbl="fgImgPlace1" presStyleIdx="2" presStyleCnt="6"/>
      <dgm:spPr/>
    </dgm:pt>
    <dgm:pt modelId="{72F796FB-0E23-4911-A7CF-E4A1FC59DAB9}" type="pres">
      <dgm:prSet presAssocID="{F5860C52-2EA9-4B6F-B7D8-8F8B34F713EE}" presName="image_accent_4" presStyleCnt="0"/>
      <dgm:spPr/>
    </dgm:pt>
    <dgm:pt modelId="{833EBE55-86E4-466C-A991-154C840D2912}" type="pres">
      <dgm:prSet presAssocID="{F5860C52-2EA9-4B6F-B7D8-8F8B34F713EE}" presName="imageAccentRepeatNode" presStyleLbl="alignNode1" presStyleIdx="6" presStyleCnt="11"/>
      <dgm:spPr/>
    </dgm:pt>
    <dgm:pt modelId="{9231AA7D-D624-451D-AF86-7F9E6594E40E}" type="pres">
      <dgm:prSet presAssocID="{F5860C52-2EA9-4B6F-B7D8-8F8B34F713EE}" presName="parent_text_4" presStyleLbl="revTx" presStyleIdx="3" presStyleCnt="6">
        <dgm:presLayoutVars>
          <dgm:chMax val="0"/>
          <dgm:chPref val="0"/>
          <dgm:bulletEnabled val="1"/>
        </dgm:presLayoutVars>
      </dgm:prSet>
      <dgm:spPr/>
    </dgm:pt>
    <dgm:pt modelId="{7CAA139B-A3FC-448B-8C67-66995B73C2EC}" type="pres">
      <dgm:prSet presAssocID="{F5860C52-2EA9-4B6F-B7D8-8F8B34F713EE}" presName="accent_4" presStyleLbl="alignNode1" presStyleIdx="7" presStyleCnt="11"/>
      <dgm:spPr/>
    </dgm:pt>
    <dgm:pt modelId="{BC415796-0E78-4114-93D1-599A366FDF3A}" type="pres">
      <dgm:prSet presAssocID="{118E7FDC-2BBA-4EA2-9EC0-655B61337634}" presName="image_4" presStyleCnt="0"/>
      <dgm:spPr/>
    </dgm:pt>
    <dgm:pt modelId="{2EDB5DBC-59DD-43A6-8006-7E883002CD00}" type="pres">
      <dgm:prSet presAssocID="{118E7FDC-2BBA-4EA2-9EC0-655B61337634}" presName="imageRepeatNode" presStyleLbl="fgImgPlace1" presStyleIdx="3" presStyleCnt="6"/>
      <dgm:spPr/>
    </dgm:pt>
    <dgm:pt modelId="{64A5363B-DA09-4CB2-BB63-E25F579106C2}" type="pres">
      <dgm:prSet presAssocID="{76C5256A-F73E-45FB-AE34-97C290FFD4D1}" presName="image_accent_5" presStyleCnt="0"/>
      <dgm:spPr/>
    </dgm:pt>
    <dgm:pt modelId="{94372218-C926-4AA5-A960-71C3AC75C673}" type="pres">
      <dgm:prSet presAssocID="{76C5256A-F73E-45FB-AE34-97C290FFD4D1}" presName="imageAccentRepeatNode" presStyleLbl="alignNode1" presStyleIdx="8" presStyleCnt="11"/>
      <dgm:spPr/>
    </dgm:pt>
    <dgm:pt modelId="{86EB103D-4123-469A-99AF-870716B0F039}" type="pres">
      <dgm:prSet presAssocID="{76C5256A-F73E-45FB-AE34-97C290FFD4D1}" presName="parent_text_5" presStyleLbl="revTx" presStyleIdx="4" presStyleCnt="6">
        <dgm:presLayoutVars>
          <dgm:chMax val="0"/>
          <dgm:chPref val="0"/>
          <dgm:bulletEnabled val="1"/>
        </dgm:presLayoutVars>
      </dgm:prSet>
      <dgm:spPr/>
    </dgm:pt>
    <dgm:pt modelId="{BE128AE8-E74B-4C0D-A811-EB9A78EBEF6E}" type="pres">
      <dgm:prSet presAssocID="{0A1540F9-B2D4-4EA0-BBAD-8621FBFE5AB2}" presName="image_5" presStyleCnt="0"/>
      <dgm:spPr/>
    </dgm:pt>
    <dgm:pt modelId="{0F013171-4938-4A5F-BD43-48D42E21C2D2}" type="pres">
      <dgm:prSet presAssocID="{0A1540F9-B2D4-4EA0-BBAD-8621FBFE5AB2}" presName="imageRepeatNode" presStyleLbl="fgImgPlace1" presStyleIdx="4" presStyleCnt="6"/>
      <dgm:spPr/>
    </dgm:pt>
    <dgm:pt modelId="{08A8A16C-FC06-4D6B-BB79-31307C35E602}" type="pres">
      <dgm:prSet presAssocID="{E33E8D9B-CEC1-46CD-9FC3-9DD8035B800F}" presName="parent_text_6" presStyleLbl="revTx" presStyleIdx="5" presStyleCnt="6">
        <dgm:presLayoutVars>
          <dgm:chMax val="0"/>
          <dgm:chPref val="0"/>
          <dgm:bulletEnabled val="1"/>
        </dgm:presLayoutVars>
      </dgm:prSet>
      <dgm:spPr/>
    </dgm:pt>
    <dgm:pt modelId="{FAAD10D1-3413-4DC5-B3C6-A4C59B5F865B}" type="pres">
      <dgm:prSet presAssocID="{E33E8D9B-CEC1-46CD-9FC3-9DD8035B800F}" presName="image_accent_6" presStyleCnt="0"/>
      <dgm:spPr/>
    </dgm:pt>
    <dgm:pt modelId="{0BAB04AE-0891-4DCD-B6BC-5C513A64C4C1}" type="pres">
      <dgm:prSet presAssocID="{E33E8D9B-CEC1-46CD-9FC3-9DD8035B800F}" presName="imageAccentRepeatNode" presStyleLbl="alignNode1" presStyleIdx="9" presStyleCnt="11"/>
      <dgm:spPr/>
    </dgm:pt>
    <dgm:pt modelId="{D8E82402-E2CE-46D4-B350-A09DF8CC388E}" type="pres">
      <dgm:prSet presAssocID="{E33E8D9B-CEC1-46CD-9FC3-9DD8035B800F}" presName="accent_5" presStyleLbl="alignNode1" presStyleIdx="10" presStyleCnt="11"/>
      <dgm:spPr/>
    </dgm:pt>
    <dgm:pt modelId="{3D9AC934-CF81-4777-9BE7-874D232F4A88}" type="pres">
      <dgm:prSet presAssocID="{CB421148-D930-4672-B5C5-D71D2190E7F6}" presName="image_6" presStyleCnt="0"/>
      <dgm:spPr/>
    </dgm:pt>
    <dgm:pt modelId="{2AF89A45-5EB9-449E-98AF-BCB27BEA36AA}" type="pres">
      <dgm:prSet presAssocID="{CB421148-D930-4672-B5C5-D71D2190E7F6}" presName="imageRepeatNode" presStyleLbl="fgImgPlace1" presStyleIdx="5" presStyleCnt="6"/>
      <dgm:spPr/>
    </dgm:pt>
  </dgm:ptLst>
  <dgm:cxnLst>
    <dgm:cxn modelId="{62E82D17-D48B-42FD-8C38-AC964B535D78}" srcId="{39D16129-0177-4DBF-9A86-916293684221}" destId="{E33E8D9B-CEC1-46CD-9FC3-9DD8035B800F}" srcOrd="5" destOrd="0" parTransId="{DCDD20B8-A406-494B-9F23-A84CA698A5BE}" sibTransId="{CB421148-D930-4672-B5C5-D71D2190E7F6}"/>
    <dgm:cxn modelId="{B4F90A23-55E6-4D61-AFDA-587C75629B9F}" srcId="{39D16129-0177-4DBF-9A86-916293684221}" destId="{CE833F2C-83BE-4C53-AE61-76EBD7645A80}" srcOrd="1" destOrd="0" parTransId="{0957289D-59BA-4964-B521-F67E29F24DFA}" sibTransId="{C382D2A3-A383-423B-9A76-C6F3D7CB6FDF}"/>
    <dgm:cxn modelId="{45ABD02F-E36F-45B8-98BE-3E27E5AF65EF}" type="presOf" srcId="{0A1540F9-B2D4-4EA0-BBAD-8621FBFE5AB2}" destId="{0F013171-4938-4A5F-BD43-48D42E21C2D2}" srcOrd="0" destOrd="0" presId="urn:microsoft.com/office/officeart/2008/layout/BubblePictureList"/>
    <dgm:cxn modelId="{AD7D383B-DF0F-4E7A-B01B-A943CCFC1F4C}" srcId="{39D16129-0177-4DBF-9A86-916293684221}" destId="{F5860C52-2EA9-4B6F-B7D8-8F8B34F713EE}" srcOrd="3" destOrd="0" parTransId="{0AC2B56E-5B86-4886-8193-94BBAB67A045}" sibTransId="{118E7FDC-2BBA-4EA2-9EC0-655B61337634}"/>
    <dgm:cxn modelId="{371E5A3C-10E0-46F9-A1F0-D4DCB1B5AD13}" type="presOf" srcId="{76C5256A-F73E-45FB-AE34-97C290FFD4D1}" destId="{86EB103D-4123-469A-99AF-870716B0F039}" srcOrd="0" destOrd="0" presId="urn:microsoft.com/office/officeart/2008/layout/BubblePictureList"/>
    <dgm:cxn modelId="{C0921167-F406-4C0A-A6B3-6A6F5F761FE3}" type="presOf" srcId="{CB421148-D930-4672-B5C5-D71D2190E7F6}" destId="{2AF89A45-5EB9-449E-98AF-BCB27BEA36AA}" srcOrd="0" destOrd="0" presId="urn:microsoft.com/office/officeart/2008/layout/BubblePictureList"/>
    <dgm:cxn modelId="{E8374347-A0A9-4563-9312-44E8D4D1EAF5}" type="presOf" srcId="{2E3BB15D-92D2-418B-BDDC-3BF1BFA92EDB}" destId="{0CB3E004-0FCD-4EA4-B998-9008953DC711}" srcOrd="0" destOrd="0" presId="urn:microsoft.com/office/officeart/2008/layout/BubblePictureList"/>
    <dgm:cxn modelId="{407D446A-660A-4DA5-A9D1-FA69EBE0A815}" type="presOf" srcId="{118E7FDC-2BBA-4EA2-9EC0-655B61337634}" destId="{2EDB5DBC-59DD-43A6-8006-7E883002CD00}" srcOrd="0" destOrd="0" presId="urn:microsoft.com/office/officeart/2008/layout/BubblePictureList"/>
    <dgm:cxn modelId="{A8B23B6F-90FD-4382-99B7-9D01447013EE}" type="presOf" srcId="{F3A5508C-6B4A-4674-8512-FE117B17D9FB}" destId="{FDF53AFD-0232-4DF3-92B9-687E72686AC6}" srcOrd="0" destOrd="0" presId="urn:microsoft.com/office/officeart/2008/layout/BubblePictureList"/>
    <dgm:cxn modelId="{72524A77-8E51-4876-B5E4-B21647210674}" type="presOf" srcId="{C382D2A3-A383-423B-9A76-C6F3D7CB6FDF}" destId="{1B37A5EC-D3FD-4F63-B2A8-A09792970D84}" srcOrd="0" destOrd="0" presId="urn:microsoft.com/office/officeart/2008/layout/BubblePictureList"/>
    <dgm:cxn modelId="{DA284179-0FE5-4D57-8BCF-4000FDFA18E0}" type="presOf" srcId="{F222A670-749B-4F8F-B2BF-C0287B7A8F03}" destId="{089CB5CD-0233-4FAD-96A1-CCAE95C83B85}" srcOrd="0" destOrd="0" presId="urn:microsoft.com/office/officeart/2008/layout/BubblePictureList"/>
    <dgm:cxn modelId="{3C8F2496-CD0D-4E5F-956E-D1848F65A63E}" srcId="{39D16129-0177-4DBF-9A86-916293684221}" destId="{F3A5508C-6B4A-4674-8512-FE117B17D9FB}" srcOrd="2" destOrd="0" parTransId="{1672A288-1C23-4242-B8BF-AA0F3C9A4B51}" sibTransId="{F222A670-749B-4F8F-B2BF-C0287B7A8F03}"/>
    <dgm:cxn modelId="{AF107CA7-39FD-4A4A-AB14-DD181BFACFD3}" type="presOf" srcId="{66834887-39F9-4E42-ACB5-381469F6F069}" destId="{CE17D1FF-057D-4A4F-8227-FF2C795B1624}" srcOrd="0" destOrd="0" presId="urn:microsoft.com/office/officeart/2008/layout/BubblePictureList"/>
    <dgm:cxn modelId="{C1E02EA9-2540-46A5-B682-C42C1B3AADC4}" srcId="{39D16129-0177-4DBF-9A86-916293684221}" destId="{76C5256A-F73E-45FB-AE34-97C290FFD4D1}" srcOrd="4" destOrd="0" parTransId="{BB0DADFC-3C62-4278-8A7D-BCAB5B13E5E0}" sibTransId="{0A1540F9-B2D4-4EA0-BBAD-8621FBFE5AB2}"/>
    <dgm:cxn modelId="{171B72B4-D3DF-4B31-B2E4-2B994733837E}" type="presOf" srcId="{CE833F2C-83BE-4C53-AE61-76EBD7645A80}" destId="{04C12ED2-CD73-44C9-99E1-F84E36AC2DE1}" srcOrd="0" destOrd="0" presId="urn:microsoft.com/office/officeart/2008/layout/BubblePictureList"/>
    <dgm:cxn modelId="{DF2778CD-EE47-4471-89DE-8E7A3082AB1C}" type="presOf" srcId="{E33E8D9B-CEC1-46CD-9FC3-9DD8035B800F}" destId="{08A8A16C-FC06-4D6B-BB79-31307C35E602}" srcOrd="0" destOrd="0" presId="urn:microsoft.com/office/officeart/2008/layout/BubblePictureList"/>
    <dgm:cxn modelId="{98131ED2-C8BD-4743-A13D-1FE299E19B08}" type="presOf" srcId="{39D16129-0177-4DBF-9A86-916293684221}" destId="{95661ACA-40FF-4CD9-88A9-7B0CF6CD5CD3}" srcOrd="0" destOrd="0" presId="urn:microsoft.com/office/officeart/2008/layout/BubblePictureList"/>
    <dgm:cxn modelId="{0BEFF7E2-27A7-4312-B1E0-9077302C3259}" type="presOf" srcId="{F5860C52-2EA9-4B6F-B7D8-8F8B34F713EE}" destId="{9231AA7D-D624-451D-AF86-7F9E6594E40E}" srcOrd="0" destOrd="0" presId="urn:microsoft.com/office/officeart/2008/layout/BubblePictureList"/>
    <dgm:cxn modelId="{40B028ED-3ACB-48D3-8F3A-E6909DDC1276}" srcId="{39D16129-0177-4DBF-9A86-916293684221}" destId="{66834887-39F9-4E42-ACB5-381469F6F069}" srcOrd="0" destOrd="0" parTransId="{5361966C-EDD0-45C2-8279-E4AE0B82211F}" sibTransId="{2E3BB15D-92D2-418B-BDDC-3BF1BFA92EDB}"/>
    <dgm:cxn modelId="{96FA4B89-D1B3-4FE0-9FD5-AC27D6FB0303}" type="presParOf" srcId="{95661ACA-40FF-4CD9-88A9-7B0CF6CD5CD3}" destId="{CE17D1FF-057D-4A4F-8227-FF2C795B1624}" srcOrd="0" destOrd="0" presId="urn:microsoft.com/office/officeart/2008/layout/BubblePictureList"/>
    <dgm:cxn modelId="{BFAA0BF6-1E6D-4C9F-AB2B-20C17C258A10}" type="presParOf" srcId="{95661ACA-40FF-4CD9-88A9-7B0CF6CD5CD3}" destId="{67C3D2D0-5FF3-405A-936D-E86FFB369AFD}" srcOrd="1" destOrd="0" presId="urn:microsoft.com/office/officeart/2008/layout/BubblePictureList"/>
    <dgm:cxn modelId="{E1F99D24-B635-4508-820C-C49C42245D1F}" type="presParOf" srcId="{67C3D2D0-5FF3-405A-936D-E86FFB369AFD}" destId="{BC379327-430B-4019-B215-F03FA344B50E}" srcOrd="0" destOrd="0" presId="urn:microsoft.com/office/officeart/2008/layout/BubblePictureList"/>
    <dgm:cxn modelId="{27F93861-C505-4156-AEFB-17DFBE99AD21}" type="presParOf" srcId="{95661ACA-40FF-4CD9-88A9-7B0CF6CD5CD3}" destId="{8D4A0CD8-8AE3-4406-8927-EF61738E1AAF}" srcOrd="2" destOrd="0" presId="urn:microsoft.com/office/officeart/2008/layout/BubblePictureList"/>
    <dgm:cxn modelId="{E2F52A79-93A5-4DD6-8DD1-1B33FE23B2F9}" type="presParOf" srcId="{95661ACA-40FF-4CD9-88A9-7B0CF6CD5CD3}" destId="{1852ACE1-C913-44DF-A5C6-DE93399E11F4}" srcOrd="3" destOrd="0" presId="urn:microsoft.com/office/officeart/2008/layout/BubblePictureList"/>
    <dgm:cxn modelId="{C01237A0-04A8-43B9-ABB0-20B647BDB9B8}" type="presParOf" srcId="{1852ACE1-C913-44DF-A5C6-DE93399E11F4}" destId="{0CB3E004-0FCD-4EA4-B998-9008953DC711}" srcOrd="0" destOrd="0" presId="urn:microsoft.com/office/officeart/2008/layout/BubblePictureList"/>
    <dgm:cxn modelId="{D0E86625-7334-41AD-BE88-567BDDADB1F3}" type="presParOf" srcId="{95661ACA-40FF-4CD9-88A9-7B0CF6CD5CD3}" destId="{04C12ED2-CD73-44C9-99E1-F84E36AC2DE1}" srcOrd="4" destOrd="0" presId="urn:microsoft.com/office/officeart/2008/layout/BubblePictureList"/>
    <dgm:cxn modelId="{53F72404-1213-4FC0-BCF9-58D1CC5F4DAC}" type="presParOf" srcId="{95661ACA-40FF-4CD9-88A9-7B0CF6CD5CD3}" destId="{835A8C09-5C76-4D55-9CCA-98CDB3D38F70}" srcOrd="5" destOrd="0" presId="urn:microsoft.com/office/officeart/2008/layout/BubblePictureList"/>
    <dgm:cxn modelId="{632130BE-D312-45BC-A0D5-646EB194B06A}" type="presParOf" srcId="{835A8C09-5C76-4D55-9CCA-98CDB3D38F70}" destId="{E7BFBDC6-5676-4876-A319-2EB392B24DA9}" srcOrd="0" destOrd="0" presId="urn:microsoft.com/office/officeart/2008/layout/BubblePictureList"/>
    <dgm:cxn modelId="{344E1DD1-4EF4-494A-BC26-D16DA385CDA2}" type="presParOf" srcId="{95661ACA-40FF-4CD9-88A9-7B0CF6CD5CD3}" destId="{55EB5419-0CCE-48BE-9D25-DEE2A3CF5D7A}" srcOrd="6" destOrd="0" presId="urn:microsoft.com/office/officeart/2008/layout/BubblePictureList"/>
    <dgm:cxn modelId="{0A56E7D3-0B8D-4FEF-BAC7-ADECC5CDED1D}" type="presParOf" srcId="{55EB5419-0CCE-48BE-9D25-DEE2A3CF5D7A}" destId="{1B37A5EC-D3FD-4F63-B2A8-A09792970D84}" srcOrd="0" destOrd="0" presId="urn:microsoft.com/office/officeart/2008/layout/BubblePictureList"/>
    <dgm:cxn modelId="{FBBA5333-122D-44D7-882B-8E214F2A6308}" type="presParOf" srcId="{95661ACA-40FF-4CD9-88A9-7B0CF6CD5CD3}" destId="{B09C8BB8-5684-440D-A7B5-541F438BFA40}" srcOrd="7" destOrd="0" presId="urn:microsoft.com/office/officeart/2008/layout/BubblePictureList"/>
    <dgm:cxn modelId="{A5C5D0F4-845E-4D09-A74C-EECC62B3649B}" type="presParOf" srcId="{B09C8BB8-5684-440D-A7B5-541F438BFA40}" destId="{9F93B545-A994-42CE-8048-3FFA0DB01F5D}" srcOrd="0" destOrd="0" presId="urn:microsoft.com/office/officeart/2008/layout/BubblePictureList"/>
    <dgm:cxn modelId="{7B8A103A-A66A-49A2-AB5C-2EB0DF62345D}" type="presParOf" srcId="{95661ACA-40FF-4CD9-88A9-7B0CF6CD5CD3}" destId="{FDF53AFD-0232-4DF3-92B9-687E72686AC6}" srcOrd="8" destOrd="0" presId="urn:microsoft.com/office/officeart/2008/layout/BubblePictureList"/>
    <dgm:cxn modelId="{71D45955-DBD5-42D6-96A6-018439053846}" type="presParOf" srcId="{95661ACA-40FF-4CD9-88A9-7B0CF6CD5CD3}" destId="{314859D1-21CF-4EF8-8957-695B177B03D0}" srcOrd="9" destOrd="0" presId="urn:microsoft.com/office/officeart/2008/layout/BubblePictureList"/>
    <dgm:cxn modelId="{87E3CD53-6E37-49EC-8404-558AF2D4246A}" type="presParOf" srcId="{95661ACA-40FF-4CD9-88A9-7B0CF6CD5CD3}" destId="{8F840215-1239-4494-AAE9-13C7D4041870}" srcOrd="10" destOrd="0" presId="urn:microsoft.com/office/officeart/2008/layout/BubblePictureList"/>
    <dgm:cxn modelId="{9B21E2DE-FEEE-4AD9-BB24-C3C3C90022AE}" type="presParOf" srcId="{95661ACA-40FF-4CD9-88A9-7B0CF6CD5CD3}" destId="{55AC90AB-215C-4DE0-A13F-C3BE2D2D6643}" srcOrd="11" destOrd="0" presId="urn:microsoft.com/office/officeart/2008/layout/BubblePictureList"/>
    <dgm:cxn modelId="{4FFBA53D-0F6C-499E-B4A5-297D1EC8D24A}" type="presParOf" srcId="{55AC90AB-215C-4DE0-A13F-C3BE2D2D6643}" destId="{089CB5CD-0233-4FAD-96A1-CCAE95C83B85}" srcOrd="0" destOrd="0" presId="urn:microsoft.com/office/officeart/2008/layout/BubblePictureList"/>
    <dgm:cxn modelId="{45D5D133-1FCC-4F13-818C-A4564A639256}" type="presParOf" srcId="{95661ACA-40FF-4CD9-88A9-7B0CF6CD5CD3}" destId="{72F796FB-0E23-4911-A7CF-E4A1FC59DAB9}" srcOrd="12" destOrd="0" presId="urn:microsoft.com/office/officeart/2008/layout/BubblePictureList"/>
    <dgm:cxn modelId="{97C12CAB-9C67-4744-BE7C-401BB06663FA}" type="presParOf" srcId="{72F796FB-0E23-4911-A7CF-E4A1FC59DAB9}" destId="{833EBE55-86E4-466C-A991-154C840D2912}" srcOrd="0" destOrd="0" presId="urn:microsoft.com/office/officeart/2008/layout/BubblePictureList"/>
    <dgm:cxn modelId="{5E76364B-0073-41C3-B2C0-FAE58DC6D78B}" type="presParOf" srcId="{95661ACA-40FF-4CD9-88A9-7B0CF6CD5CD3}" destId="{9231AA7D-D624-451D-AF86-7F9E6594E40E}" srcOrd="13" destOrd="0" presId="urn:microsoft.com/office/officeart/2008/layout/BubblePictureList"/>
    <dgm:cxn modelId="{2A763E24-547C-4A10-AFEC-62CFC09E4C9B}" type="presParOf" srcId="{95661ACA-40FF-4CD9-88A9-7B0CF6CD5CD3}" destId="{7CAA139B-A3FC-448B-8C67-66995B73C2EC}" srcOrd="14" destOrd="0" presId="urn:microsoft.com/office/officeart/2008/layout/BubblePictureList"/>
    <dgm:cxn modelId="{60AADEBA-57C8-4626-8CD4-A8760422846F}" type="presParOf" srcId="{95661ACA-40FF-4CD9-88A9-7B0CF6CD5CD3}" destId="{BC415796-0E78-4114-93D1-599A366FDF3A}" srcOrd="15" destOrd="0" presId="urn:microsoft.com/office/officeart/2008/layout/BubblePictureList"/>
    <dgm:cxn modelId="{A8636951-432C-4316-8782-14E42614812E}" type="presParOf" srcId="{BC415796-0E78-4114-93D1-599A366FDF3A}" destId="{2EDB5DBC-59DD-43A6-8006-7E883002CD00}" srcOrd="0" destOrd="0" presId="urn:microsoft.com/office/officeart/2008/layout/BubblePictureList"/>
    <dgm:cxn modelId="{CAD0C908-7A18-4ED3-9770-A7E58278DDD3}" type="presParOf" srcId="{95661ACA-40FF-4CD9-88A9-7B0CF6CD5CD3}" destId="{64A5363B-DA09-4CB2-BB63-E25F579106C2}" srcOrd="16" destOrd="0" presId="urn:microsoft.com/office/officeart/2008/layout/BubblePictureList"/>
    <dgm:cxn modelId="{76E17DEB-AC37-4DF2-B0EA-A8667A69D161}" type="presParOf" srcId="{64A5363B-DA09-4CB2-BB63-E25F579106C2}" destId="{94372218-C926-4AA5-A960-71C3AC75C673}" srcOrd="0" destOrd="0" presId="urn:microsoft.com/office/officeart/2008/layout/BubblePictureList"/>
    <dgm:cxn modelId="{AF879543-33AB-4303-8332-8F4FDEB04CEF}" type="presParOf" srcId="{95661ACA-40FF-4CD9-88A9-7B0CF6CD5CD3}" destId="{86EB103D-4123-469A-99AF-870716B0F039}" srcOrd="17" destOrd="0" presId="urn:microsoft.com/office/officeart/2008/layout/BubblePictureList"/>
    <dgm:cxn modelId="{91500E85-D8F6-43F6-8053-EC644F05B88D}" type="presParOf" srcId="{95661ACA-40FF-4CD9-88A9-7B0CF6CD5CD3}" destId="{BE128AE8-E74B-4C0D-A811-EB9A78EBEF6E}" srcOrd="18" destOrd="0" presId="urn:microsoft.com/office/officeart/2008/layout/BubblePictureList"/>
    <dgm:cxn modelId="{A41700DE-BF94-4E1E-9F45-835A331B8E04}" type="presParOf" srcId="{BE128AE8-E74B-4C0D-A811-EB9A78EBEF6E}" destId="{0F013171-4938-4A5F-BD43-48D42E21C2D2}" srcOrd="0" destOrd="0" presId="urn:microsoft.com/office/officeart/2008/layout/BubblePictureList"/>
    <dgm:cxn modelId="{8D4F77A4-0A11-4317-A6DB-B4D0800C3FB3}" type="presParOf" srcId="{95661ACA-40FF-4CD9-88A9-7B0CF6CD5CD3}" destId="{08A8A16C-FC06-4D6B-BB79-31307C35E602}" srcOrd="19" destOrd="0" presId="urn:microsoft.com/office/officeart/2008/layout/BubblePictureList"/>
    <dgm:cxn modelId="{38E5EFEA-2027-4C12-9588-DFC721EDE30C}" type="presParOf" srcId="{95661ACA-40FF-4CD9-88A9-7B0CF6CD5CD3}" destId="{FAAD10D1-3413-4DC5-B3C6-A4C59B5F865B}" srcOrd="20" destOrd="0" presId="urn:microsoft.com/office/officeart/2008/layout/BubblePictureList"/>
    <dgm:cxn modelId="{9BCEA73B-6CD5-422A-ACE7-AC1A3B246C7F}" type="presParOf" srcId="{FAAD10D1-3413-4DC5-B3C6-A4C59B5F865B}" destId="{0BAB04AE-0891-4DCD-B6BC-5C513A64C4C1}" srcOrd="0" destOrd="0" presId="urn:microsoft.com/office/officeart/2008/layout/BubblePictureList"/>
    <dgm:cxn modelId="{D97D5198-80FD-4E2F-961C-0B263FABC475}" type="presParOf" srcId="{95661ACA-40FF-4CD9-88A9-7B0CF6CD5CD3}" destId="{D8E82402-E2CE-46D4-B350-A09DF8CC388E}" srcOrd="21" destOrd="0" presId="urn:microsoft.com/office/officeart/2008/layout/BubblePictureList"/>
    <dgm:cxn modelId="{AAA49B41-CBAF-463B-B4AB-8C9D7B20A9B6}" type="presParOf" srcId="{95661ACA-40FF-4CD9-88A9-7B0CF6CD5CD3}" destId="{3D9AC934-CF81-4777-9BE7-874D232F4A88}" srcOrd="22" destOrd="0" presId="urn:microsoft.com/office/officeart/2008/layout/BubblePictureList"/>
    <dgm:cxn modelId="{C86FF1DB-B923-489C-93E4-27EF71DA850F}" type="presParOf" srcId="{3D9AC934-CF81-4777-9BE7-874D232F4A88}" destId="{2AF89A45-5EB9-449E-98AF-BCB27BEA36AA}" srcOrd="0" destOrd="0" presId="urn:microsoft.com/office/officeart/2008/layout/Bubble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5F16B-BBCD-440D-9F96-1367A1153F8C}">
      <dsp:nvSpPr>
        <dsp:cNvPr id="0" name=""/>
        <dsp:cNvSpPr/>
      </dsp:nvSpPr>
      <dsp:spPr>
        <a:xfrm>
          <a:off x="0" y="0"/>
          <a:ext cx="11694613" cy="1565043"/>
        </a:xfrm>
        <a:prstGeom prst="roundRect">
          <a:avLst>
            <a:gd name="adj" fmla="val 1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256EEB-5B70-4902-8D1C-FF5E2230C9F3}">
      <dsp:nvSpPr>
        <dsp:cNvPr id="0" name=""/>
        <dsp:cNvSpPr/>
      </dsp:nvSpPr>
      <dsp:spPr>
        <a:xfrm>
          <a:off x="354058" y="208672"/>
          <a:ext cx="2554998" cy="1147698"/>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61000" b="-6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6A3F46-E15C-456B-A301-3533D3D5B883}">
      <dsp:nvSpPr>
        <dsp:cNvPr id="0" name=""/>
        <dsp:cNvSpPr/>
      </dsp:nvSpPr>
      <dsp:spPr>
        <a:xfrm rot="10800000">
          <a:off x="354058" y="1565043"/>
          <a:ext cx="2554998" cy="1912831"/>
        </a:xfrm>
        <a:prstGeom prst="round2SameRect">
          <a:avLst>
            <a:gd name="adj1" fmla="val 105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ru-RU" sz="1200" b="1" kern="1200"/>
            <a:t>Отказ в обслуживании (Denial of Service - DoS) и Глушение (Jamming):</a:t>
          </a:r>
          <a:r>
            <a:rPr lang="ru-RU" sz="1200" kern="1200"/>
            <a:t> Перегрузка или "глушение" сетевых каналов, делающее невозможным передачу управляющих команд или данных с датчиков. Например, атака на сеть беспилотного автомобиля может "ослепить" его.</a:t>
          </a:r>
        </a:p>
      </dsp:txBody>
      <dsp:txXfrm rot="10800000">
        <a:off x="412884" y="1565043"/>
        <a:ext cx="2437346" cy="1854005"/>
      </dsp:txXfrm>
    </dsp:sp>
    <dsp:sp modelId="{3D1EAF17-8035-4417-9E3F-45FF57AB7113}">
      <dsp:nvSpPr>
        <dsp:cNvPr id="0" name=""/>
        <dsp:cNvSpPr/>
      </dsp:nvSpPr>
      <dsp:spPr>
        <a:xfrm>
          <a:off x="3164557" y="208672"/>
          <a:ext cx="2554998" cy="1147698"/>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61000" b="-6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977B8BA-82A5-4552-9C60-6A5324503CC8}">
      <dsp:nvSpPr>
        <dsp:cNvPr id="0" name=""/>
        <dsp:cNvSpPr/>
      </dsp:nvSpPr>
      <dsp:spPr>
        <a:xfrm rot="10800000">
          <a:off x="3164557" y="1565043"/>
          <a:ext cx="2554998" cy="1912831"/>
        </a:xfrm>
        <a:prstGeom prst="round2SameRect">
          <a:avLst>
            <a:gd name="adj1" fmla="val 105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ru-RU" sz="1200" b="1" kern="1200"/>
            <a:t>Перехват (Interception) и Подмена (Spoofing):</a:t>
          </a:r>
          <a:r>
            <a:rPr lang="ru-RU" sz="1200" kern="1200"/>
            <a:t> Перехват конфиденциальных данных или навязывание ложных. </a:t>
          </a:r>
          <a:r>
            <a:rPr lang="ru-RU" sz="1200" i="1" kern="1200"/>
            <a:t>Атака спуфинга GPS</a:t>
          </a:r>
          <a:r>
            <a:rPr lang="ru-RU" sz="1200" kern="1200"/>
            <a:t> может заставить судно или дрон сбиться с курса.</a:t>
          </a:r>
        </a:p>
      </dsp:txBody>
      <dsp:txXfrm rot="10800000">
        <a:off x="3223383" y="1565043"/>
        <a:ext cx="2437346" cy="1854005"/>
      </dsp:txXfrm>
    </dsp:sp>
    <dsp:sp modelId="{F70E7DCF-55A7-485C-B870-E5FA8F89B836}">
      <dsp:nvSpPr>
        <dsp:cNvPr id="0" name=""/>
        <dsp:cNvSpPr/>
      </dsp:nvSpPr>
      <dsp:spPr>
        <a:xfrm>
          <a:off x="5975056" y="208672"/>
          <a:ext cx="2554998" cy="1147698"/>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61000" b="-6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892342-013D-4EF4-BE0C-315FC3B1352C}">
      <dsp:nvSpPr>
        <dsp:cNvPr id="0" name=""/>
        <dsp:cNvSpPr/>
      </dsp:nvSpPr>
      <dsp:spPr>
        <a:xfrm rot="10800000">
          <a:off x="5975056" y="1565043"/>
          <a:ext cx="2554998" cy="1912831"/>
        </a:xfrm>
        <a:prstGeom prst="round2SameRect">
          <a:avLst>
            <a:gd name="adj1" fmla="val 105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ru-RU" sz="1200" b="1" kern="1200"/>
            <a:t>Внедрение ложных данных (False Data Injection):</a:t>
          </a:r>
          <a:r>
            <a:rPr lang="ru-RU" sz="1200" kern="1200"/>
            <a:t> Злонамеренное искажение данных с датчиков. В умной электросети это может привести к некорректным решениям по перераспределению нагрузки, вызывая каскадные отключения.</a:t>
          </a:r>
        </a:p>
      </dsp:txBody>
      <dsp:txXfrm rot="10800000">
        <a:off x="6033882" y="1565043"/>
        <a:ext cx="2437346" cy="1854005"/>
      </dsp:txXfrm>
    </dsp:sp>
    <dsp:sp modelId="{B77C467C-CD60-402C-99E7-77177544153D}">
      <dsp:nvSpPr>
        <dsp:cNvPr id="0" name=""/>
        <dsp:cNvSpPr/>
      </dsp:nvSpPr>
      <dsp:spPr>
        <a:xfrm>
          <a:off x="8785555" y="208672"/>
          <a:ext cx="2554998" cy="1147698"/>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61000" b="-6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EA7BBE-C427-403D-B440-E5ADE265D8A3}">
      <dsp:nvSpPr>
        <dsp:cNvPr id="0" name=""/>
        <dsp:cNvSpPr/>
      </dsp:nvSpPr>
      <dsp:spPr>
        <a:xfrm rot="10800000">
          <a:off x="8785555" y="1565043"/>
          <a:ext cx="2554998" cy="1912831"/>
        </a:xfrm>
        <a:prstGeom prst="round2SameRect">
          <a:avLst>
            <a:gd name="adj1" fmla="val 105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ru-RU" sz="1200" b="1" kern="1200"/>
            <a:t>Атаки на управляющие команды:</a:t>
          </a:r>
          <a:r>
            <a:rPr lang="ru-RU" sz="1200" kern="1200"/>
            <a:t> Прямое внедрение вредоносного кода в ПЛК (Программируемый логический контроллер), чтобы заставить физический компонент выполнить разрушительное действие (например, открыть клапан под давлением).</a:t>
          </a:r>
        </a:p>
      </dsp:txBody>
      <dsp:txXfrm rot="10800000">
        <a:off x="8844381" y="1565043"/>
        <a:ext cx="2437346" cy="18540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7B81C-9B1B-494E-B8C7-9F757D3DACD4}">
      <dsp:nvSpPr>
        <dsp:cNvPr id="0" name=""/>
        <dsp:cNvSpPr/>
      </dsp:nvSpPr>
      <dsp:spPr>
        <a:xfrm>
          <a:off x="4253095" y="47577"/>
          <a:ext cx="2283729" cy="2283729"/>
        </a:xfrm>
        <a:prstGeom prst="ellipse">
          <a:avLst/>
        </a:prstGeom>
        <a:gradFill rotWithShape="0">
          <a:gsLst>
            <a:gs pos="0">
              <a:schemeClr val="accent4">
                <a:alpha val="50000"/>
                <a:hueOff val="0"/>
                <a:satOff val="0"/>
                <a:lumOff val="0"/>
                <a:alphaOff val="0"/>
                <a:tint val="100000"/>
                <a:shade val="100000"/>
                <a:satMod val="130000"/>
              </a:schemeClr>
            </a:gs>
            <a:gs pos="100000">
              <a:schemeClr val="accent4">
                <a:alpha val="5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ru-RU" sz="2100" b="1" kern="1200"/>
            <a:t>Нападение </a:t>
          </a:r>
          <a:endParaRPr lang="ru-RU" sz="2100" kern="1200"/>
        </a:p>
      </dsp:txBody>
      <dsp:txXfrm>
        <a:off x="4557592" y="447230"/>
        <a:ext cx="1674734" cy="1027678"/>
      </dsp:txXfrm>
    </dsp:sp>
    <dsp:sp modelId="{5B3D4E2D-2182-4676-9F21-503A385CD871}">
      <dsp:nvSpPr>
        <dsp:cNvPr id="0" name=""/>
        <dsp:cNvSpPr/>
      </dsp:nvSpPr>
      <dsp:spPr>
        <a:xfrm>
          <a:off x="5077141" y="1474908"/>
          <a:ext cx="2283729" cy="2283729"/>
        </a:xfrm>
        <a:prstGeom prst="ellipse">
          <a:avLst/>
        </a:prstGeom>
        <a:gradFill rotWithShape="0">
          <a:gsLst>
            <a:gs pos="0">
              <a:schemeClr val="accent4">
                <a:alpha val="50000"/>
                <a:hueOff val="-2232385"/>
                <a:satOff val="13449"/>
                <a:lumOff val="1078"/>
                <a:alphaOff val="0"/>
                <a:tint val="100000"/>
                <a:shade val="100000"/>
                <a:satMod val="130000"/>
              </a:schemeClr>
            </a:gs>
            <a:gs pos="100000">
              <a:schemeClr val="accent4">
                <a:alpha val="50000"/>
                <a:hueOff val="-2232385"/>
                <a:satOff val="13449"/>
                <a:lumOff val="107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ru-RU" sz="2100" b="1" kern="1200"/>
            <a:t>Защита </a:t>
          </a:r>
          <a:endParaRPr lang="ru-RU" sz="2100" kern="1200"/>
        </a:p>
      </dsp:txBody>
      <dsp:txXfrm>
        <a:off x="5775581" y="2064871"/>
        <a:ext cx="1370237" cy="1256050"/>
      </dsp:txXfrm>
    </dsp:sp>
    <dsp:sp modelId="{2F5DC923-3BA6-4874-9524-6C3391D64DEC}">
      <dsp:nvSpPr>
        <dsp:cNvPr id="0" name=""/>
        <dsp:cNvSpPr/>
      </dsp:nvSpPr>
      <dsp:spPr>
        <a:xfrm>
          <a:off x="3429049" y="1474908"/>
          <a:ext cx="2283729" cy="2283729"/>
        </a:xfrm>
        <a:prstGeom prst="ellipse">
          <a:avLst/>
        </a:prstGeom>
        <a:gradFill rotWithShape="0">
          <a:gsLst>
            <a:gs pos="0">
              <a:schemeClr val="accent4">
                <a:alpha val="50000"/>
                <a:hueOff val="-4464770"/>
                <a:satOff val="26899"/>
                <a:lumOff val="2156"/>
                <a:alphaOff val="0"/>
                <a:tint val="100000"/>
                <a:shade val="100000"/>
                <a:satMod val="130000"/>
              </a:schemeClr>
            </a:gs>
            <a:gs pos="100000">
              <a:schemeClr val="accent4">
                <a:alpha val="50000"/>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ru-RU" sz="2100" b="1" kern="1200"/>
            <a:t>Уязвимость</a:t>
          </a:r>
          <a:endParaRPr lang="ru-RU" sz="2100" kern="1200"/>
        </a:p>
      </dsp:txBody>
      <dsp:txXfrm>
        <a:off x="3644101" y="2064871"/>
        <a:ext cx="1370237" cy="12560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CA468-F00A-4587-8369-479A4D2BE030}">
      <dsp:nvSpPr>
        <dsp:cNvPr id="0" name=""/>
        <dsp:cNvSpPr/>
      </dsp:nvSpPr>
      <dsp:spPr>
        <a:xfrm>
          <a:off x="5009197" y="1091368"/>
          <a:ext cx="904784" cy="654060"/>
        </a:xfrm>
        <a:custGeom>
          <a:avLst/>
          <a:gdLst/>
          <a:ahLst/>
          <a:cxnLst/>
          <a:rect l="0" t="0" r="0" b="0"/>
          <a:pathLst>
            <a:path>
              <a:moveTo>
                <a:pt x="904784" y="0"/>
              </a:moveTo>
              <a:lnTo>
                <a:pt x="904784" y="654060"/>
              </a:lnTo>
              <a:lnTo>
                <a:pt x="0" y="654060"/>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78E08D0-0005-41DB-97CB-49593B37AA23}">
      <dsp:nvSpPr>
        <dsp:cNvPr id="0" name=""/>
        <dsp:cNvSpPr/>
      </dsp:nvSpPr>
      <dsp:spPr>
        <a:xfrm>
          <a:off x="5913982" y="1091368"/>
          <a:ext cx="1319023" cy="2005787"/>
        </a:xfrm>
        <a:custGeom>
          <a:avLst/>
          <a:gdLst/>
          <a:ahLst/>
          <a:cxnLst/>
          <a:rect l="0" t="0" r="0" b="0"/>
          <a:pathLst>
            <a:path>
              <a:moveTo>
                <a:pt x="0" y="0"/>
              </a:moveTo>
              <a:lnTo>
                <a:pt x="0" y="1776865"/>
              </a:lnTo>
              <a:lnTo>
                <a:pt x="1319023" y="1776865"/>
              </a:lnTo>
              <a:lnTo>
                <a:pt x="1319023" y="2005787"/>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824B847-29F8-4AD4-98D9-8BC8868CD2DC}">
      <dsp:nvSpPr>
        <dsp:cNvPr id="0" name=""/>
        <dsp:cNvSpPr/>
      </dsp:nvSpPr>
      <dsp:spPr>
        <a:xfrm>
          <a:off x="4594958" y="1091368"/>
          <a:ext cx="1319023" cy="2005787"/>
        </a:xfrm>
        <a:custGeom>
          <a:avLst/>
          <a:gdLst/>
          <a:ahLst/>
          <a:cxnLst/>
          <a:rect l="0" t="0" r="0" b="0"/>
          <a:pathLst>
            <a:path>
              <a:moveTo>
                <a:pt x="1319023" y="0"/>
              </a:moveTo>
              <a:lnTo>
                <a:pt x="1319023" y="1776865"/>
              </a:lnTo>
              <a:lnTo>
                <a:pt x="0" y="1776865"/>
              </a:lnTo>
              <a:lnTo>
                <a:pt x="0" y="2005787"/>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4B2C9B7-797A-4FD1-9336-B7CD3091D014}">
      <dsp:nvSpPr>
        <dsp:cNvPr id="0" name=""/>
        <dsp:cNvSpPr/>
      </dsp:nvSpPr>
      <dsp:spPr>
        <a:xfrm>
          <a:off x="5368931" y="1266"/>
          <a:ext cx="1090101" cy="1090101"/>
        </a:xfrm>
        <a:prstGeom prst="arc">
          <a:avLst>
            <a:gd name="adj1" fmla="val 13200000"/>
            <a:gd name="adj2" fmla="val 192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71E3B3A-5D39-4E2C-9483-94B87310F7E3}">
      <dsp:nvSpPr>
        <dsp:cNvPr id="0" name=""/>
        <dsp:cNvSpPr/>
      </dsp:nvSpPr>
      <dsp:spPr>
        <a:xfrm>
          <a:off x="5368931" y="1266"/>
          <a:ext cx="1090101" cy="1090101"/>
        </a:xfrm>
        <a:prstGeom prst="arc">
          <a:avLst>
            <a:gd name="adj1" fmla="val 2400000"/>
            <a:gd name="adj2" fmla="val 84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E789A9A-8953-4562-A5DE-6D546CC3C6F1}">
      <dsp:nvSpPr>
        <dsp:cNvPr id="0" name=""/>
        <dsp:cNvSpPr/>
      </dsp:nvSpPr>
      <dsp:spPr>
        <a:xfrm>
          <a:off x="4823880" y="197485"/>
          <a:ext cx="2180203" cy="697665"/>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1">
          <a:scrgbClr r="0" g="0" b="0"/>
        </a:lnRef>
        <a:fillRef idx="1">
          <a:scrgbClr r="0" g="0" b="0"/>
        </a:fillRef>
        <a:effectRef idx="2">
          <a:scrgbClr r="0" g="0" b="0"/>
        </a:effectRef>
        <a:fontRef idx="minor"/>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ru-RU" sz="2700" kern="1200" dirty="0"/>
            <a:t>Атаки</a:t>
          </a:r>
        </a:p>
      </dsp:txBody>
      <dsp:txXfrm>
        <a:off x="4823880" y="197485"/>
        <a:ext cx="2180203" cy="697665"/>
      </dsp:txXfrm>
    </dsp:sp>
    <dsp:sp modelId="{188EC5CE-AA16-4F78-BC7D-2DC50B5BE9FB}">
      <dsp:nvSpPr>
        <dsp:cNvPr id="0" name=""/>
        <dsp:cNvSpPr/>
      </dsp:nvSpPr>
      <dsp:spPr>
        <a:xfrm>
          <a:off x="4049908" y="3097155"/>
          <a:ext cx="1090101" cy="1090101"/>
        </a:xfrm>
        <a:prstGeom prst="arc">
          <a:avLst>
            <a:gd name="adj1" fmla="val 13200000"/>
            <a:gd name="adj2" fmla="val 192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71EC8C2-4EDA-4497-8556-C7741958161D}">
      <dsp:nvSpPr>
        <dsp:cNvPr id="0" name=""/>
        <dsp:cNvSpPr/>
      </dsp:nvSpPr>
      <dsp:spPr>
        <a:xfrm>
          <a:off x="4049908" y="3097155"/>
          <a:ext cx="1090101" cy="1090101"/>
        </a:xfrm>
        <a:prstGeom prst="arc">
          <a:avLst>
            <a:gd name="adj1" fmla="val 2400000"/>
            <a:gd name="adj2" fmla="val 84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1111FAE-D91D-4B9E-8B3C-DAD402D9ED47}">
      <dsp:nvSpPr>
        <dsp:cNvPr id="0" name=""/>
        <dsp:cNvSpPr/>
      </dsp:nvSpPr>
      <dsp:spPr>
        <a:xfrm>
          <a:off x="3504857" y="3293373"/>
          <a:ext cx="2180203" cy="697665"/>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1">
          <a:scrgbClr r="0" g="0" b="0"/>
        </a:lnRef>
        <a:fillRef idx="1">
          <a:scrgbClr r="0" g="0" b="0"/>
        </a:fillRef>
        <a:effectRef idx="2">
          <a:scrgbClr r="0" g="0" b="0"/>
        </a:effectRef>
        <a:fontRef idx="minor"/>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ru-RU" sz="2700" kern="1200" dirty="0"/>
            <a:t>На ОС</a:t>
          </a:r>
        </a:p>
      </dsp:txBody>
      <dsp:txXfrm>
        <a:off x="3504857" y="3293373"/>
        <a:ext cx="2180203" cy="697665"/>
      </dsp:txXfrm>
    </dsp:sp>
    <dsp:sp modelId="{51F53D9D-75CE-4D31-A9D8-EE6399CAEBB8}">
      <dsp:nvSpPr>
        <dsp:cNvPr id="0" name=""/>
        <dsp:cNvSpPr/>
      </dsp:nvSpPr>
      <dsp:spPr>
        <a:xfrm>
          <a:off x="6687954" y="3097155"/>
          <a:ext cx="1090101" cy="1090101"/>
        </a:xfrm>
        <a:prstGeom prst="arc">
          <a:avLst>
            <a:gd name="adj1" fmla="val 13200000"/>
            <a:gd name="adj2" fmla="val 192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1EDD1E9-A4C8-4797-A1F7-8B7634231609}">
      <dsp:nvSpPr>
        <dsp:cNvPr id="0" name=""/>
        <dsp:cNvSpPr/>
      </dsp:nvSpPr>
      <dsp:spPr>
        <a:xfrm>
          <a:off x="6687954" y="3097155"/>
          <a:ext cx="1090101" cy="1090101"/>
        </a:xfrm>
        <a:prstGeom prst="arc">
          <a:avLst>
            <a:gd name="adj1" fmla="val 2400000"/>
            <a:gd name="adj2" fmla="val 84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A03CBFD-4C84-43AA-B977-EB59FC4BDC04}">
      <dsp:nvSpPr>
        <dsp:cNvPr id="0" name=""/>
        <dsp:cNvSpPr/>
      </dsp:nvSpPr>
      <dsp:spPr>
        <a:xfrm>
          <a:off x="6142903" y="3293373"/>
          <a:ext cx="2180203" cy="697665"/>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1">
          <a:scrgbClr r="0" g="0" b="0"/>
        </a:lnRef>
        <a:fillRef idx="1">
          <a:scrgbClr r="0" g="0" b="0"/>
        </a:fillRef>
        <a:effectRef idx="2">
          <a:scrgbClr r="0" g="0" b="0"/>
        </a:effectRef>
        <a:fontRef idx="minor"/>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ru-RU" sz="2700" kern="1200"/>
            <a:t>Программные</a:t>
          </a:r>
          <a:endParaRPr lang="ru-RU" sz="2700" kern="1200" dirty="0"/>
        </a:p>
      </dsp:txBody>
      <dsp:txXfrm>
        <a:off x="6142903" y="3293373"/>
        <a:ext cx="2180203" cy="697665"/>
      </dsp:txXfrm>
    </dsp:sp>
    <dsp:sp modelId="{629D2B6D-147A-48EC-895F-76D480E22607}">
      <dsp:nvSpPr>
        <dsp:cNvPr id="0" name=""/>
        <dsp:cNvSpPr/>
      </dsp:nvSpPr>
      <dsp:spPr>
        <a:xfrm>
          <a:off x="4049908" y="1549211"/>
          <a:ext cx="1090101" cy="1090101"/>
        </a:xfrm>
        <a:prstGeom prst="arc">
          <a:avLst>
            <a:gd name="adj1" fmla="val 13200000"/>
            <a:gd name="adj2" fmla="val 192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D36116E-7845-43E6-AB17-DEB6E3EF9167}">
      <dsp:nvSpPr>
        <dsp:cNvPr id="0" name=""/>
        <dsp:cNvSpPr/>
      </dsp:nvSpPr>
      <dsp:spPr>
        <a:xfrm>
          <a:off x="4049908" y="1549211"/>
          <a:ext cx="1090101" cy="1090101"/>
        </a:xfrm>
        <a:prstGeom prst="arc">
          <a:avLst>
            <a:gd name="adj1" fmla="val 2400000"/>
            <a:gd name="adj2" fmla="val 8400000"/>
          </a:avLst>
        </a:prstGeom>
        <a:noFill/>
        <a:ln w="25400" cap="flat" cmpd="sng" algn="ctr">
          <a:solidFill>
            <a:schemeClr val="accent1">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B4B9660-5CD1-4A6A-8E5F-C6B855F5A95C}">
      <dsp:nvSpPr>
        <dsp:cNvPr id="0" name=""/>
        <dsp:cNvSpPr/>
      </dsp:nvSpPr>
      <dsp:spPr>
        <a:xfrm>
          <a:off x="3504857" y="1745429"/>
          <a:ext cx="2180203" cy="697665"/>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dsp:spPr>
      <dsp:style>
        <a:lnRef idx="1">
          <a:scrgbClr r="0" g="0" b="0"/>
        </a:lnRef>
        <a:fillRef idx="1">
          <a:scrgbClr r="0" g="0" b="0"/>
        </a:fillRef>
        <a:effectRef idx="2">
          <a:scrgbClr r="0" g="0" b="0"/>
        </a:effectRef>
        <a:fontRef idx="minor"/>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ru-RU" sz="2700" kern="1200" dirty="0"/>
            <a:t>Аппаратные</a:t>
          </a:r>
        </a:p>
      </dsp:txBody>
      <dsp:txXfrm>
        <a:off x="3504857" y="1745429"/>
        <a:ext cx="2180203" cy="6976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24D38-FEAF-4934-91BA-EFC2F66338B6}">
      <dsp:nvSpPr>
        <dsp:cNvPr id="0" name=""/>
        <dsp:cNvSpPr/>
      </dsp:nvSpPr>
      <dsp:spPr>
        <a:xfrm>
          <a:off x="15467" y="2187156"/>
          <a:ext cx="1922076" cy="626683"/>
        </a:xfrm>
        <a:prstGeom prst="chevron">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Инициализация сессии:</a:t>
          </a:r>
        </a:p>
      </dsp:txBody>
      <dsp:txXfrm>
        <a:off x="328809" y="2187156"/>
        <a:ext cx="1295393" cy="626683"/>
      </dsp:txXfrm>
    </dsp:sp>
    <dsp:sp modelId="{8BA478E3-3582-41FF-82B0-90AAB5BDF552}">
      <dsp:nvSpPr>
        <dsp:cNvPr id="0" name=""/>
        <dsp:cNvSpPr/>
      </dsp:nvSpPr>
      <dsp:spPr>
        <a:xfrm>
          <a:off x="15467"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Установление SSH-соединения</a:t>
          </a:r>
        </a:p>
      </dsp:txBody>
      <dsp:txXfrm>
        <a:off x="15467" y="2892175"/>
        <a:ext cx="1537661" cy="4035937"/>
      </dsp:txXfrm>
    </dsp:sp>
    <dsp:sp modelId="{5BDCA629-2B60-4564-BE3F-82F1DFBB7C16}">
      <dsp:nvSpPr>
        <dsp:cNvPr id="0" name=""/>
        <dsp:cNvSpPr/>
      </dsp:nvSpPr>
      <dsp:spPr>
        <a:xfrm>
          <a:off x="1721965" y="2187156"/>
          <a:ext cx="1922076" cy="626683"/>
        </a:xfrm>
        <a:prstGeom prst="chevron">
          <a:avLst/>
        </a:prstGeom>
        <a:gradFill rotWithShape="0">
          <a:gsLst>
            <a:gs pos="0">
              <a:schemeClr val="accent5">
                <a:hueOff val="-1655646"/>
                <a:satOff val="6635"/>
                <a:lumOff val="1438"/>
                <a:alphaOff val="0"/>
                <a:tint val="100000"/>
                <a:shade val="100000"/>
                <a:satMod val="130000"/>
              </a:schemeClr>
            </a:gs>
            <a:gs pos="100000">
              <a:schemeClr val="accent5">
                <a:hueOff val="-1655646"/>
                <a:satOff val="6635"/>
                <a:lumOff val="143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Сбор телеметрии:</a:t>
          </a:r>
        </a:p>
      </dsp:txBody>
      <dsp:txXfrm>
        <a:off x="2035307" y="2187156"/>
        <a:ext cx="1295393" cy="626683"/>
      </dsp:txXfrm>
    </dsp:sp>
    <dsp:sp modelId="{039F8840-EF89-4A1D-AE49-AC020F1052B5}">
      <dsp:nvSpPr>
        <dsp:cNvPr id="0" name=""/>
        <dsp:cNvSpPr/>
      </dsp:nvSpPr>
      <dsp:spPr>
        <a:xfrm>
          <a:off x="1721965"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Автоматизированный сбор системной информации через:</a:t>
          </a:r>
        </a:p>
      </dsp:txBody>
      <dsp:txXfrm>
        <a:off x="1721965" y="2892175"/>
        <a:ext cx="1537661" cy="4035937"/>
      </dsp:txXfrm>
    </dsp:sp>
    <dsp:sp modelId="{17334283-49C2-484D-9A01-9BDD463FFF15}">
      <dsp:nvSpPr>
        <dsp:cNvPr id="0" name=""/>
        <dsp:cNvSpPr/>
      </dsp:nvSpPr>
      <dsp:spPr>
        <a:xfrm>
          <a:off x="3428464" y="2187156"/>
          <a:ext cx="1922076" cy="626683"/>
        </a:xfrm>
        <a:prstGeom prst="chevron">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Анализ вывода команд</a:t>
          </a:r>
        </a:p>
      </dsp:txBody>
      <dsp:txXfrm>
        <a:off x="3741806" y="2187156"/>
        <a:ext cx="1295393" cy="626683"/>
      </dsp:txXfrm>
    </dsp:sp>
    <dsp:sp modelId="{B567BFBE-AE44-49C5-B92D-4CDEFF9F7E96}">
      <dsp:nvSpPr>
        <dsp:cNvPr id="0" name=""/>
        <dsp:cNvSpPr/>
      </dsp:nvSpPr>
      <dsp:spPr>
        <a:xfrm>
          <a:off x="3428464"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err="1">
              <a:solidFill>
                <a:schemeClr val="tx2">
                  <a:lumMod val="75000"/>
                </a:schemeClr>
              </a:solidFill>
            </a:rPr>
            <a:t>uname</a:t>
          </a:r>
          <a:r>
            <a:rPr lang="ru-RU" sz="1400" kern="1200" dirty="0">
              <a:solidFill>
                <a:schemeClr val="tx2">
                  <a:lumMod val="75000"/>
                </a:schemeClr>
              </a:solidFill>
            </a:rPr>
            <a:t> -a, </a:t>
          </a:r>
          <a:r>
            <a:rPr lang="ru-RU" sz="1400" kern="1200" dirty="0" err="1">
              <a:solidFill>
                <a:schemeClr val="tx2">
                  <a:lumMod val="75000"/>
                </a:schemeClr>
              </a:solidFill>
            </a:rPr>
            <a:t>cat</a:t>
          </a:r>
          <a:r>
            <a:rPr lang="ru-RU" sz="1400" kern="1200" dirty="0">
              <a:solidFill>
                <a:schemeClr val="tx2">
                  <a:lumMod val="75000"/>
                </a:schemeClr>
              </a:solidFill>
            </a:rPr>
            <a:t> /</a:t>
          </a:r>
          <a:r>
            <a:rPr lang="ru-RU" sz="1400" kern="1200" dirty="0" err="1">
              <a:solidFill>
                <a:schemeClr val="tx2">
                  <a:lumMod val="75000"/>
                </a:schemeClr>
              </a:solidFill>
            </a:rPr>
            <a:t>etc</a:t>
          </a:r>
          <a:r>
            <a:rPr lang="ru-RU" sz="1400" kern="1200" dirty="0">
              <a:solidFill>
                <a:schemeClr val="tx2">
                  <a:lumMod val="75000"/>
                </a:schemeClr>
              </a:solidFill>
            </a:rPr>
            <a:t>/*</a:t>
          </a:r>
          <a:r>
            <a:rPr lang="ru-RU" sz="1400" kern="1200" dirty="0" err="1">
              <a:solidFill>
                <a:schemeClr val="tx2">
                  <a:lumMod val="75000"/>
                </a:schemeClr>
              </a:solidFill>
            </a:rPr>
            <a:t>release</a:t>
          </a:r>
          <a:endParaRPr lang="ru-RU" sz="1400" kern="1200" dirty="0">
            <a:solidFill>
              <a:schemeClr val="tx2">
                <a:lumMod val="75000"/>
              </a:schemeClr>
            </a:solidFill>
          </a:endParaRPr>
        </a:p>
      </dsp:txBody>
      <dsp:txXfrm>
        <a:off x="3428464" y="2892175"/>
        <a:ext cx="1537661" cy="4035937"/>
      </dsp:txXfrm>
    </dsp:sp>
    <dsp:sp modelId="{999DC1ED-F995-4735-8306-7873F18EFB87}">
      <dsp:nvSpPr>
        <dsp:cNvPr id="0" name=""/>
        <dsp:cNvSpPr/>
      </dsp:nvSpPr>
      <dsp:spPr>
        <a:xfrm>
          <a:off x="5134962" y="2187156"/>
          <a:ext cx="1922076" cy="626683"/>
        </a:xfrm>
        <a:prstGeom prst="chevron">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Исследование запущенных процессов</a:t>
          </a:r>
        </a:p>
      </dsp:txBody>
      <dsp:txXfrm>
        <a:off x="5448304" y="2187156"/>
        <a:ext cx="1295393" cy="626683"/>
      </dsp:txXfrm>
    </dsp:sp>
    <dsp:sp modelId="{293A9D65-2891-40DD-915F-D856368221CD}">
      <dsp:nvSpPr>
        <dsp:cNvPr id="0" name=""/>
        <dsp:cNvSpPr/>
      </dsp:nvSpPr>
      <dsp:spPr>
        <a:xfrm>
          <a:off x="5134962"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a:t>
          </a:r>
          <a:r>
            <a:rPr lang="ru-RU" sz="1400" kern="1200" dirty="0" err="1">
              <a:solidFill>
                <a:schemeClr val="tx2">
                  <a:lumMod val="75000"/>
                </a:schemeClr>
              </a:solidFill>
            </a:rPr>
            <a:t>ps</a:t>
          </a:r>
          <a:r>
            <a:rPr lang="ru-RU" sz="1400" kern="1200" dirty="0">
              <a:solidFill>
                <a:schemeClr val="tx2">
                  <a:lumMod val="75000"/>
                </a:schemeClr>
              </a:solidFill>
            </a:rPr>
            <a:t> </a:t>
          </a:r>
          <a:r>
            <a:rPr lang="ru-RU" sz="1400" kern="1200" dirty="0" err="1">
              <a:solidFill>
                <a:schemeClr val="tx2">
                  <a:lumMod val="75000"/>
                </a:schemeClr>
              </a:solidFill>
            </a:rPr>
            <a:t>aux</a:t>
          </a:r>
          <a:r>
            <a:rPr lang="ru-RU" sz="1400" kern="1200" dirty="0">
              <a:solidFill>
                <a:schemeClr val="tx2">
                  <a:lumMod val="75000"/>
                </a:schemeClr>
              </a:solidFill>
            </a:rPr>
            <a:t>)</a:t>
          </a:r>
        </a:p>
      </dsp:txBody>
      <dsp:txXfrm>
        <a:off x="5134962" y="2892175"/>
        <a:ext cx="1537661" cy="4035937"/>
      </dsp:txXfrm>
    </dsp:sp>
    <dsp:sp modelId="{0E8CCF75-B6A2-4390-BBFE-3D5108996CEF}">
      <dsp:nvSpPr>
        <dsp:cNvPr id="0" name=""/>
        <dsp:cNvSpPr/>
      </dsp:nvSpPr>
      <dsp:spPr>
        <a:xfrm>
          <a:off x="6841460" y="2187156"/>
          <a:ext cx="1922076" cy="626683"/>
        </a:xfrm>
        <a:prstGeom prst="chevron">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Аудит сетевых служб</a:t>
          </a:r>
        </a:p>
      </dsp:txBody>
      <dsp:txXfrm>
        <a:off x="7154802" y="2187156"/>
        <a:ext cx="1295393" cy="626683"/>
      </dsp:txXfrm>
    </dsp:sp>
    <dsp:sp modelId="{74F964AE-9E7B-4B06-B316-354AA83CF9C6}">
      <dsp:nvSpPr>
        <dsp:cNvPr id="0" name=""/>
        <dsp:cNvSpPr/>
      </dsp:nvSpPr>
      <dsp:spPr>
        <a:xfrm>
          <a:off x="6841460"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 (</a:t>
          </a:r>
          <a:r>
            <a:rPr lang="ru-RU" sz="1400" kern="1200" dirty="0" err="1">
              <a:solidFill>
                <a:schemeClr val="tx2">
                  <a:lumMod val="75000"/>
                </a:schemeClr>
              </a:solidFill>
            </a:rPr>
            <a:t>netstat</a:t>
          </a:r>
          <a:r>
            <a:rPr lang="ru-RU" sz="1400" kern="1200" dirty="0">
              <a:solidFill>
                <a:schemeClr val="tx2">
                  <a:lumMod val="75000"/>
                </a:schemeClr>
              </a:solidFill>
            </a:rPr>
            <a:t> -</a:t>
          </a:r>
          <a:r>
            <a:rPr lang="ru-RU" sz="1400" kern="1200" dirty="0" err="1">
              <a:solidFill>
                <a:schemeClr val="tx2">
                  <a:lumMod val="75000"/>
                </a:schemeClr>
              </a:solidFill>
            </a:rPr>
            <a:t>tulpn</a:t>
          </a:r>
          <a:r>
            <a:rPr lang="ru-RU" sz="1400" kern="1200" dirty="0">
              <a:solidFill>
                <a:schemeClr val="tx2">
                  <a:lumMod val="75000"/>
                </a:schemeClr>
              </a:solidFill>
            </a:rPr>
            <a:t>)</a:t>
          </a:r>
        </a:p>
      </dsp:txBody>
      <dsp:txXfrm>
        <a:off x="6841460" y="2892175"/>
        <a:ext cx="1537661" cy="4035937"/>
      </dsp:txXfrm>
    </dsp:sp>
    <dsp:sp modelId="{208B1AAA-9446-494E-AF31-D3C293D96853}">
      <dsp:nvSpPr>
        <dsp:cNvPr id="0" name=""/>
        <dsp:cNvSpPr/>
      </dsp:nvSpPr>
      <dsp:spPr>
        <a:xfrm>
          <a:off x="8547958" y="2187156"/>
          <a:ext cx="1922076" cy="626683"/>
        </a:xfrm>
        <a:prstGeom prst="chevron">
          <a:avLst/>
        </a:prstGeom>
        <a:gradFill rotWithShape="0">
          <a:gsLst>
            <a:gs pos="0">
              <a:schemeClr val="accent5">
                <a:hueOff val="-8278230"/>
                <a:satOff val="33176"/>
                <a:lumOff val="7190"/>
                <a:alphaOff val="0"/>
                <a:tint val="100000"/>
                <a:shade val="100000"/>
                <a:satMod val="130000"/>
              </a:schemeClr>
            </a:gs>
            <a:gs pos="100000">
              <a:schemeClr val="accent5">
                <a:hueOff val="-8278230"/>
                <a:satOff val="33176"/>
                <a:lumOff val="719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Проверка прав доступа текущего пользователя</a:t>
          </a:r>
        </a:p>
      </dsp:txBody>
      <dsp:txXfrm>
        <a:off x="8861300" y="2187156"/>
        <a:ext cx="1295393" cy="626683"/>
      </dsp:txXfrm>
    </dsp:sp>
    <dsp:sp modelId="{43D23AAB-147D-435F-9AE1-DB7A4D889B64}">
      <dsp:nvSpPr>
        <dsp:cNvPr id="0" name=""/>
        <dsp:cNvSpPr/>
      </dsp:nvSpPr>
      <dsp:spPr>
        <a:xfrm>
          <a:off x="8547958"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a:t>
          </a:r>
          <a:r>
            <a:rPr lang="ru-RU" sz="1400" kern="1200" dirty="0" err="1">
              <a:solidFill>
                <a:schemeClr val="tx2">
                  <a:lumMod val="75000"/>
                </a:schemeClr>
              </a:solidFill>
            </a:rPr>
            <a:t>id</a:t>
          </a:r>
          <a:r>
            <a:rPr lang="ru-RU" sz="1400" kern="1200" dirty="0">
              <a:solidFill>
                <a:schemeClr val="tx2">
                  <a:lumMod val="75000"/>
                </a:schemeClr>
              </a:solidFill>
            </a:rPr>
            <a:t>, </a:t>
          </a:r>
          <a:r>
            <a:rPr lang="ru-RU" sz="1400" kern="1200" dirty="0" err="1">
              <a:solidFill>
                <a:schemeClr val="tx2">
                  <a:lumMod val="75000"/>
                </a:schemeClr>
              </a:solidFill>
            </a:rPr>
            <a:t>sudo</a:t>
          </a:r>
          <a:r>
            <a:rPr lang="ru-RU" sz="1400" kern="1200" dirty="0">
              <a:solidFill>
                <a:schemeClr val="tx2">
                  <a:lumMod val="75000"/>
                </a:schemeClr>
              </a:solidFill>
            </a:rPr>
            <a:t> -l)</a:t>
          </a:r>
        </a:p>
      </dsp:txBody>
      <dsp:txXfrm>
        <a:off x="8547958" y="2892175"/>
        <a:ext cx="1537661" cy="4035937"/>
      </dsp:txXfrm>
    </dsp:sp>
    <dsp:sp modelId="{DF75BFA6-8781-47FE-BD54-E81CA2D796C4}">
      <dsp:nvSpPr>
        <dsp:cNvPr id="0" name=""/>
        <dsp:cNvSpPr/>
      </dsp:nvSpPr>
      <dsp:spPr>
        <a:xfrm>
          <a:off x="10269924" y="2187156"/>
          <a:ext cx="1922076" cy="626683"/>
        </a:xfrm>
        <a:prstGeom prst="chevron">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ru-RU" sz="1400" kern="1200" dirty="0">
              <a:solidFill>
                <a:schemeClr val="tx2">
                  <a:lumMod val="75000"/>
                </a:schemeClr>
              </a:solidFill>
            </a:rPr>
            <a:t>Семантический анализ уязвимостей</a:t>
          </a:r>
        </a:p>
      </dsp:txBody>
      <dsp:txXfrm>
        <a:off x="10583266" y="2187156"/>
        <a:ext cx="1295393" cy="626683"/>
      </dsp:txXfrm>
    </dsp:sp>
    <dsp:sp modelId="{72F0EF8E-22F9-462F-AA88-8E26A0E94C9D}">
      <dsp:nvSpPr>
        <dsp:cNvPr id="0" name=""/>
        <dsp:cNvSpPr/>
      </dsp:nvSpPr>
      <dsp:spPr>
        <a:xfrm>
          <a:off x="10254456" y="2892175"/>
          <a:ext cx="1537661" cy="4035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Сопоставление версий ПО с базами известных уязвимостей (CVE)</a:t>
          </a:r>
        </a:p>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Выявление небезопасных конфигураций (</a:t>
          </a:r>
          <a:r>
            <a:rPr lang="ru-RU" sz="1400" kern="1200" dirty="0" err="1">
              <a:solidFill>
                <a:schemeClr val="tx2">
                  <a:lumMod val="75000"/>
                </a:schemeClr>
              </a:solidFill>
            </a:rPr>
            <a:t>world-writable</a:t>
          </a:r>
          <a:r>
            <a:rPr lang="ru-RU" sz="1400" kern="1200" dirty="0">
              <a:solidFill>
                <a:schemeClr val="tx2">
                  <a:lumMod val="75000"/>
                </a:schemeClr>
              </a:solidFill>
            </a:rPr>
            <a:t> файлы, слабые настройки </a:t>
          </a:r>
          <a:r>
            <a:rPr lang="ru-RU" sz="1400" kern="1200" dirty="0" err="1">
              <a:solidFill>
                <a:schemeClr val="tx2">
                  <a:lumMod val="75000"/>
                </a:schemeClr>
              </a:solidFill>
            </a:rPr>
            <a:t>SELinux</a:t>
          </a:r>
          <a:r>
            <a:rPr lang="ru-RU" sz="1400" kern="1200" dirty="0">
              <a:solidFill>
                <a:schemeClr val="tx2">
                  <a:lumMod val="75000"/>
                </a:schemeClr>
              </a:solidFill>
            </a:rPr>
            <a:t>)</a:t>
          </a:r>
        </a:p>
        <a:p>
          <a:pPr marL="114300" lvl="1" indent="-114300" algn="l" defTabSz="622300">
            <a:lnSpc>
              <a:spcPct val="90000"/>
            </a:lnSpc>
            <a:spcBef>
              <a:spcPct val="0"/>
            </a:spcBef>
            <a:spcAft>
              <a:spcPct val="15000"/>
            </a:spcAft>
            <a:buChar char="•"/>
          </a:pPr>
          <a:r>
            <a:rPr lang="ru-RU" sz="1400" kern="1200" dirty="0">
              <a:solidFill>
                <a:schemeClr val="tx2">
                  <a:lumMod val="75000"/>
                </a:schemeClr>
              </a:solidFill>
            </a:rPr>
            <a:t>Анализ контекста выполнения процессов привилегированных пользователей сделай красивую схему последовательности</a:t>
          </a:r>
        </a:p>
      </dsp:txBody>
      <dsp:txXfrm>
        <a:off x="10254456" y="2892175"/>
        <a:ext cx="1537661" cy="40359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DF350-2AAB-49BF-8E88-AA93D0028691}">
      <dsp:nvSpPr>
        <dsp:cNvPr id="0" name=""/>
        <dsp:cNvSpPr/>
      </dsp:nvSpPr>
      <dsp:spPr>
        <a:xfrm>
          <a:off x="6276731" y="5295933"/>
          <a:ext cx="637018" cy="91440"/>
        </a:xfrm>
        <a:custGeom>
          <a:avLst/>
          <a:gdLst/>
          <a:ahLst/>
          <a:cxnLst/>
          <a:rect l="0" t="0" r="0" b="0"/>
          <a:pathLst>
            <a:path>
              <a:moveTo>
                <a:pt x="0" y="45720"/>
              </a:moveTo>
              <a:lnTo>
                <a:pt x="637018" y="45720"/>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6579315" y="5325728"/>
        <a:ext cx="31850" cy="31850"/>
      </dsp:txXfrm>
    </dsp:sp>
    <dsp:sp modelId="{AABDF177-C826-4C68-8C7D-AEEBB4A34C80}">
      <dsp:nvSpPr>
        <dsp:cNvPr id="0" name=""/>
        <dsp:cNvSpPr/>
      </dsp:nvSpPr>
      <dsp:spPr>
        <a:xfrm>
          <a:off x="2454620" y="3217449"/>
          <a:ext cx="637018" cy="2124204"/>
        </a:xfrm>
        <a:custGeom>
          <a:avLst/>
          <a:gdLst/>
          <a:ahLst/>
          <a:cxnLst/>
          <a:rect l="0" t="0" r="0" b="0"/>
          <a:pathLst>
            <a:path>
              <a:moveTo>
                <a:pt x="0" y="0"/>
              </a:moveTo>
              <a:lnTo>
                <a:pt x="318509" y="0"/>
              </a:lnTo>
              <a:lnTo>
                <a:pt x="318509" y="2124204"/>
              </a:lnTo>
              <a:lnTo>
                <a:pt x="637018" y="2124204"/>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ru-RU" sz="700" kern="1200">
            <a:solidFill>
              <a:schemeClr val="tx2">
                <a:lumMod val="75000"/>
              </a:schemeClr>
            </a:solidFill>
          </a:endParaRPr>
        </a:p>
      </dsp:txBody>
      <dsp:txXfrm>
        <a:off x="2717688" y="4224109"/>
        <a:ext cx="110883" cy="110883"/>
      </dsp:txXfrm>
    </dsp:sp>
    <dsp:sp modelId="{AC6ED199-D4DF-4606-BD8B-D3B6835FF1AE}">
      <dsp:nvSpPr>
        <dsp:cNvPr id="0" name=""/>
        <dsp:cNvSpPr/>
      </dsp:nvSpPr>
      <dsp:spPr>
        <a:xfrm>
          <a:off x="6276731" y="3520907"/>
          <a:ext cx="637018" cy="606915"/>
        </a:xfrm>
        <a:custGeom>
          <a:avLst/>
          <a:gdLst/>
          <a:ahLst/>
          <a:cxnLst/>
          <a:rect l="0" t="0" r="0" b="0"/>
          <a:pathLst>
            <a:path>
              <a:moveTo>
                <a:pt x="0" y="0"/>
              </a:moveTo>
              <a:lnTo>
                <a:pt x="318509" y="0"/>
              </a:lnTo>
              <a:lnTo>
                <a:pt x="318509" y="606915"/>
              </a:lnTo>
              <a:lnTo>
                <a:pt x="637018" y="606915"/>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6573244" y="3802368"/>
        <a:ext cx="43992" cy="43992"/>
      </dsp:txXfrm>
    </dsp:sp>
    <dsp:sp modelId="{385BC935-B35D-4F29-B50E-4B887B783131}">
      <dsp:nvSpPr>
        <dsp:cNvPr id="0" name=""/>
        <dsp:cNvSpPr/>
      </dsp:nvSpPr>
      <dsp:spPr>
        <a:xfrm>
          <a:off x="6276731" y="2913991"/>
          <a:ext cx="637018" cy="606915"/>
        </a:xfrm>
        <a:custGeom>
          <a:avLst/>
          <a:gdLst/>
          <a:ahLst/>
          <a:cxnLst/>
          <a:rect l="0" t="0" r="0" b="0"/>
          <a:pathLst>
            <a:path>
              <a:moveTo>
                <a:pt x="0" y="606915"/>
              </a:moveTo>
              <a:lnTo>
                <a:pt x="318509" y="606915"/>
              </a:lnTo>
              <a:lnTo>
                <a:pt x="318509" y="0"/>
              </a:lnTo>
              <a:lnTo>
                <a:pt x="637018" y="0"/>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6573244" y="3195452"/>
        <a:ext cx="43992" cy="43992"/>
      </dsp:txXfrm>
    </dsp:sp>
    <dsp:sp modelId="{53243D9F-6A83-4DF4-A02A-51975B25585A}">
      <dsp:nvSpPr>
        <dsp:cNvPr id="0" name=""/>
        <dsp:cNvSpPr/>
      </dsp:nvSpPr>
      <dsp:spPr>
        <a:xfrm>
          <a:off x="2454620" y="3217449"/>
          <a:ext cx="637018" cy="303457"/>
        </a:xfrm>
        <a:custGeom>
          <a:avLst/>
          <a:gdLst/>
          <a:ahLst/>
          <a:cxnLst/>
          <a:rect l="0" t="0" r="0" b="0"/>
          <a:pathLst>
            <a:path>
              <a:moveTo>
                <a:pt x="0" y="0"/>
              </a:moveTo>
              <a:lnTo>
                <a:pt x="318509" y="0"/>
              </a:lnTo>
              <a:lnTo>
                <a:pt x="318509" y="303457"/>
              </a:lnTo>
              <a:lnTo>
                <a:pt x="637018" y="303457"/>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2755489" y="3351538"/>
        <a:ext cx="35280" cy="35280"/>
      </dsp:txXfrm>
    </dsp:sp>
    <dsp:sp modelId="{A7B62950-4445-495B-A7E2-83B3E10EA6C4}">
      <dsp:nvSpPr>
        <dsp:cNvPr id="0" name=""/>
        <dsp:cNvSpPr/>
      </dsp:nvSpPr>
      <dsp:spPr>
        <a:xfrm>
          <a:off x="6276731" y="1093244"/>
          <a:ext cx="637018" cy="606915"/>
        </a:xfrm>
        <a:custGeom>
          <a:avLst/>
          <a:gdLst/>
          <a:ahLst/>
          <a:cxnLst/>
          <a:rect l="0" t="0" r="0" b="0"/>
          <a:pathLst>
            <a:path>
              <a:moveTo>
                <a:pt x="0" y="0"/>
              </a:moveTo>
              <a:lnTo>
                <a:pt x="318509" y="0"/>
              </a:lnTo>
              <a:lnTo>
                <a:pt x="318509" y="606915"/>
              </a:lnTo>
              <a:lnTo>
                <a:pt x="637018" y="606915"/>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6573244" y="1374706"/>
        <a:ext cx="43992" cy="43992"/>
      </dsp:txXfrm>
    </dsp:sp>
    <dsp:sp modelId="{CFA98306-716D-4F26-9671-5F1BBCFB886C}">
      <dsp:nvSpPr>
        <dsp:cNvPr id="0" name=""/>
        <dsp:cNvSpPr/>
      </dsp:nvSpPr>
      <dsp:spPr>
        <a:xfrm>
          <a:off x="6276731" y="486329"/>
          <a:ext cx="637018" cy="606915"/>
        </a:xfrm>
        <a:custGeom>
          <a:avLst/>
          <a:gdLst/>
          <a:ahLst/>
          <a:cxnLst/>
          <a:rect l="0" t="0" r="0" b="0"/>
          <a:pathLst>
            <a:path>
              <a:moveTo>
                <a:pt x="0" y="606915"/>
              </a:moveTo>
              <a:lnTo>
                <a:pt x="318509" y="606915"/>
              </a:lnTo>
              <a:lnTo>
                <a:pt x="318509" y="0"/>
              </a:lnTo>
              <a:lnTo>
                <a:pt x="637018" y="0"/>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solidFill>
              <a:schemeClr val="tx2">
                <a:lumMod val="75000"/>
              </a:schemeClr>
            </a:solidFill>
          </a:endParaRPr>
        </a:p>
      </dsp:txBody>
      <dsp:txXfrm>
        <a:off x="6573244" y="767790"/>
        <a:ext cx="43992" cy="43992"/>
      </dsp:txXfrm>
    </dsp:sp>
    <dsp:sp modelId="{25B23CBC-0FDD-4999-A6DC-BB356FF8245C}">
      <dsp:nvSpPr>
        <dsp:cNvPr id="0" name=""/>
        <dsp:cNvSpPr/>
      </dsp:nvSpPr>
      <dsp:spPr>
        <a:xfrm>
          <a:off x="2454620" y="1093244"/>
          <a:ext cx="637018" cy="2124204"/>
        </a:xfrm>
        <a:custGeom>
          <a:avLst/>
          <a:gdLst/>
          <a:ahLst/>
          <a:cxnLst/>
          <a:rect l="0" t="0" r="0" b="0"/>
          <a:pathLst>
            <a:path>
              <a:moveTo>
                <a:pt x="0" y="2124204"/>
              </a:moveTo>
              <a:lnTo>
                <a:pt x="318509" y="2124204"/>
              </a:lnTo>
              <a:lnTo>
                <a:pt x="318509" y="0"/>
              </a:lnTo>
              <a:lnTo>
                <a:pt x="637018" y="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ru-RU" sz="700" kern="1200">
            <a:solidFill>
              <a:schemeClr val="tx2">
                <a:lumMod val="75000"/>
              </a:schemeClr>
            </a:solidFill>
          </a:endParaRPr>
        </a:p>
      </dsp:txBody>
      <dsp:txXfrm>
        <a:off x="2717688" y="2099905"/>
        <a:ext cx="110883" cy="110883"/>
      </dsp:txXfrm>
    </dsp:sp>
    <dsp:sp modelId="{8D56751A-A828-4098-98D6-4316DA1B97E2}">
      <dsp:nvSpPr>
        <dsp:cNvPr id="0" name=""/>
        <dsp:cNvSpPr/>
      </dsp:nvSpPr>
      <dsp:spPr>
        <a:xfrm rot="16200000">
          <a:off x="-586345" y="2731916"/>
          <a:ext cx="5110867" cy="971064"/>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ru-RU" sz="6300" kern="1200" dirty="0">
              <a:solidFill>
                <a:schemeClr val="tx2">
                  <a:lumMod val="75000"/>
                </a:schemeClr>
              </a:solidFill>
            </a:rPr>
            <a:t>Атаки на ИИ</a:t>
          </a:r>
        </a:p>
      </dsp:txBody>
      <dsp:txXfrm>
        <a:off x="-586345" y="2731916"/>
        <a:ext cx="5110867" cy="971064"/>
      </dsp:txXfrm>
    </dsp:sp>
    <dsp:sp modelId="{531F5D2D-57AB-4414-9B59-04FD942B725C}">
      <dsp:nvSpPr>
        <dsp:cNvPr id="0" name=""/>
        <dsp:cNvSpPr/>
      </dsp:nvSpPr>
      <dsp:spPr>
        <a:xfrm>
          <a:off x="3091639" y="607712"/>
          <a:ext cx="3185092" cy="97106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1. </a:t>
          </a:r>
          <a:r>
            <a:rPr lang="ru-RU" sz="2000" b="1" kern="1200" dirty="0" err="1">
              <a:solidFill>
                <a:schemeClr val="tx2">
                  <a:lumMod val="75000"/>
                </a:schemeClr>
              </a:solidFill>
            </a:rPr>
            <a:t>Adversarial</a:t>
          </a:r>
          <a:r>
            <a:rPr lang="ru-RU" sz="2000" b="1" kern="1200" dirty="0">
              <a:solidFill>
                <a:schemeClr val="tx2">
                  <a:lumMod val="75000"/>
                </a:schemeClr>
              </a:solidFill>
            </a:rPr>
            <a:t> </a:t>
          </a:r>
          <a:r>
            <a:rPr lang="ru-RU" sz="2000" b="1" kern="1200" dirty="0" err="1">
              <a:solidFill>
                <a:schemeClr val="tx2">
                  <a:lumMod val="75000"/>
                </a:schemeClr>
              </a:solidFill>
            </a:rPr>
            <a:t>Attacks</a:t>
          </a:r>
          <a:endParaRPr lang="ru-RU" sz="2000" kern="1200" dirty="0">
            <a:solidFill>
              <a:schemeClr val="tx2">
                <a:lumMod val="75000"/>
              </a:schemeClr>
            </a:solidFill>
          </a:endParaRPr>
        </a:p>
      </dsp:txBody>
      <dsp:txXfrm>
        <a:off x="3091639" y="607712"/>
        <a:ext cx="3185092" cy="971064"/>
      </dsp:txXfrm>
    </dsp:sp>
    <dsp:sp modelId="{3E6AAE31-B636-429B-8E70-0AAEEA9F440B}">
      <dsp:nvSpPr>
        <dsp:cNvPr id="0" name=""/>
        <dsp:cNvSpPr/>
      </dsp:nvSpPr>
      <dsp:spPr>
        <a:xfrm>
          <a:off x="6913750" y="796"/>
          <a:ext cx="3185092" cy="97106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Белый ящик White-</a:t>
          </a:r>
          <a:r>
            <a:rPr lang="ru-RU" sz="2000" b="1" kern="1200" dirty="0" err="1">
              <a:solidFill>
                <a:schemeClr val="tx2">
                  <a:lumMod val="75000"/>
                </a:schemeClr>
              </a:solidFill>
            </a:rPr>
            <a:t>box</a:t>
          </a:r>
          <a:endParaRPr lang="ru-RU" sz="2000" kern="1200" dirty="0">
            <a:solidFill>
              <a:schemeClr val="tx2">
                <a:lumMod val="75000"/>
              </a:schemeClr>
            </a:solidFill>
          </a:endParaRPr>
        </a:p>
      </dsp:txBody>
      <dsp:txXfrm>
        <a:off x="6913750" y="796"/>
        <a:ext cx="3185092" cy="971064"/>
      </dsp:txXfrm>
    </dsp:sp>
    <dsp:sp modelId="{89AEE330-676E-40F4-8102-1A6726E67426}">
      <dsp:nvSpPr>
        <dsp:cNvPr id="0" name=""/>
        <dsp:cNvSpPr/>
      </dsp:nvSpPr>
      <dsp:spPr>
        <a:xfrm>
          <a:off x="6913750" y="1214627"/>
          <a:ext cx="3185092" cy="97106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Черный ящик Black-</a:t>
          </a:r>
          <a:r>
            <a:rPr lang="ru-RU" sz="2000" b="1" kern="1200" dirty="0" err="1">
              <a:solidFill>
                <a:schemeClr val="tx2">
                  <a:lumMod val="75000"/>
                </a:schemeClr>
              </a:solidFill>
            </a:rPr>
            <a:t>box</a:t>
          </a:r>
          <a:r>
            <a:rPr lang="ru-RU" sz="2000" b="1" kern="1200" dirty="0">
              <a:solidFill>
                <a:schemeClr val="tx2">
                  <a:lumMod val="75000"/>
                </a:schemeClr>
              </a:solidFill>
            </a:rPr>
            <a:t> </a:t>
          </a:r>
          <a:endParaRPr lang="ru-RU" sz="2000" kern="1200" dirty="0">
            <a:solidFill>
              <a:schemeClr val="tx2">
                <a:lumMod val="75000"/>
              </a:schemeClr>
            </a:solidFill>
          </a:endParaRPr>
        </a:p>
      </dsp:txBody>
      <dsp:txXfrm>
        <a:off x="6913750" y="1214627"/>
        <a:ext cx="3185092" cy="971064"/>
      </dsp:txXfrm>
    </dsp:sp>
    <dsp:sp modelId="{0C58CECD-0B25-44BE-80F1-6E0706EDD8BF}">
      <dsp:nvSpPr>
        <dsp:cNvPr id="0" name=""/>
        <dsp:cNvSpPr/>
      </dsp:nvSpPr>
      <dsp:spPr>
        <a:xfrm>
          <a:off x="3091639" y="3035374"/>
          <a:ext cx="3185092" cy="97106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2. Атаки на Обучение </a:t>
          </a:r>
          <a:r>
            <a:rPr lang="ru-RU" sz="2000" b="1" kern="1200" dirty="0" err="1">
              <a:solidFill>
                <a:schemeClr val="tx2">
                  <a:lumMod val="75000"/>
                </a:schemeClr>
              </a:solidFill>
            </a:rPr>
            <a:t>Training-phase</a:t>
          </a:r>
          <a:r>
            <a:rPr lang="ru-RU" sz="2000" b="1" kern="1200" dirty="0">
              <a:solidFill>
                <a:schemeClr val="tx2">
                  <a:lumMod val="75000"/>
                </a:schemeClr>
              </a:solidFill>
            </a:rPr>
            <a:t> </a:t>
          </a:r>
          <a:r>
            <a:rPr lang="ru-RU" sz="2000" b="1" kern="1200" dirty="0" err="1">
              <a:solidFill>
                <a:schemeClr val="tx2">
                  <a:lumMod val="75000"/>
                </a:schemeClr>
              </a:solidFill>
            </a:rPr>
            <a:t>Attacks</a:t>
          </a:r>
          <a:endParaRPr lang="ru-RU" sz="2000" kern="1200" dirty="0">
            <a:solidFill>
              <a:schemeClr val="tx2">
                <a:lumMod val="75000"/>
              </a:schemeClr>
            </a:solidFill>
          </a:endParaRPr>
        </a:p>
      </dsp:txBody>
      <dsp:txXfrm>
        <a:off x="3091639" y="3035374"/>
        <a:ext cx="3185092" cy="971064"/>
      </dsp:txXfrm>
    </dsp:sp>
    <dsp:sp modelId="{7D5CDAF9-D3E9-4DCD-8DFD-D401E422B59C}">
      <dsp:nvSpPr>
        <dsp:cNvPr id="0" name=""/>
        <dsp:cNvSpPr/>
      </dsp:nvSpPr>
      <dsp:spPr>
        <a:xfrm>
          <a:off x="6913750" y="2428459"/>
          <a:ext cx="3185092" cy="97106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Отравление Данных Data </a:t>
          </a:r>
          <a:r>
            <a:rPr lang="ru-RU" sz="2000" b="1" kern="1200" dirty="0" err="1">
              <a:solidFill>
                <a:schemeClr val="tx2">
                  <a:lumMod val="75000"/>
                </a:schemeClr>
              </a:solidFill>
            </a:rPr>
            <a:t>Poisoning</a:t>
          </a:r>
          <a:endParaRPr lang="ru-RU" sz="2000" kern="1200" dirty="0">
            <a:solidFill>
              <a:schemeClr val="tx2">
                <a:lumMod val="75000"/>
              </a:schemeClr>
            </a:solidFill>
          </a:endParaRPr>
        </a:p>
      </dsp:txBody>
      <dsp:txXfrm>
        <a:off x="6913750" y="2428459"/>
        <a:ext cx="3185092" cy="971064"/>
      </dsp:txXfrm>
    </dsp:sp>
    <dsp:sp modelId="{7947A62C-4322-42BA-B2FF-55D4DEE0DA14}">
      <dsp:nvSpPr>
        <dsp:cNvPr id="0" name=""/>
        <dsp:cNvSpPr/>
      </dsp:nvSpPr>
      <dsp:spPr>
        <a:xfrm>
          <a:off x="6913750" y="3642290"/>
          <a:ext cx="3185092" cy="97106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Бэкдор-Атаки </a:t>
          </a:r>
          <a:r>
            <a:rPr lang="ru-RU" sz="2000" b="1" kern="1200" dirty="0" err="1">
              <a:solidFill>
                <a:schemeClr val="tx2">
                  <a:lumMod val="75000"/>
                </a:schemeClr>
              </a:solidFill>
            </a:rPr>
            <a:t>Backdoor</a:t>
          </a:r>
          <a:r>
            <a:rPr lang="ru-RU" sz="2000" b="1" kern="1200" dirty="0">
              <a:solidFill>
                <a:schemeClr val="tx2">
                  <a:lumMod val="75000"/>
                </a:schemeClr>
              </a:solidFill>
            </a:rPr>
            <a:t> </a:t>
          </a:r>
          <a:r>
            <a:rPr lang="ru-RU" sz="2000" b="1" kern="1200" dirty="0" err="1">
              <a:solidFill>
                <a:schemeClr val="tx2">
                  <a:lumMod val="75000"/>
                </a:schemeClr>
              </a:solidFill>
            </a:rPr>
            <a:t>Attacks</a:t>
          </a:r>
          <a:endParaRPr lang="ru-RU" sz="2000" kern="1200" dirty="0">
            <a:solidFill>
              <a:schemeClr val="tx2">
                <a:lumMod val="75000"/>
              </a:schemeClr>
            </a:solidFill>
          </a:endParaRPr>
        </a:p>
      </dsp:txBody>
      <dsp:txXfrm>
        <a:off x="6913750" y="3642290"/>
        <a:ext cx="3185092" cy="971064"/>
      </dsp:txXfrm>
    </dsp:sp>
    <dsp:sp modelId="{F14FA84F-77F7-410F-BFCA-1DDD254E22E4}">
      <dsp:nvSpPr>
        <dsp:cNvPr id="0" name=""/>
        <dsp:cNvSpPr/>
      </dsp:nvSpPr>
      <dsp:spPr>
        <a:xfrm>
          <a:off x="3091639" y="4856121"/>
          <a:ext cx="3185092" cy="97106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3. Атаки на Конфиденциальность </a:t>
          </a:r>
          <a:r>
            <a:rPr lang="ru-RU" sz="2000" b="1" kern="1200" dirty="0" err="1">
              <a:solidFill>
                <a:schemeClr val="tx2">
                  <a:lumMod val="75000"/>
                </a:schemeClr>
              </a:solidFill>
            </a:rPr>
            <a:t>Privacy</a:t>
          </a:r>
          <a:r>
            <a:rPr lang="ru-RU" sz="2000" b="1" kern="1200" dirty="0">
              <a:solidFill>
                <a:schemeClr val="tx2">
                  <a:lumMod val="75000"/>
                </a:schemeClr>
              </a:solidFill>
            </a:rPr>
            <a:t> </a:t>
          </a:r>
          <a:r>
            <a:rPr lang="ru-RU" sz="2000" b="1" kern="1200" dirty="0" err="1">
              <a:solidFill>
                <a:schemeClr val="tx2">
                  <a:lumMod val="75000"/>
                </a:schemeClr>
              </a:solidFill>
            </a:rPr>
            <a:t>Attacks</a:t>
          </a:r>
          <a:endParaRPr lang="ru-RU" sz="2000" kern="1200" dirty="0">
            <a:solidFill>
              <a:schemeClr val="tx2">
                <a:lumMod val="75000"/>
              </a:schemeClr>
            </a:solidFill>
          </a:endParaRPr>
        </a:p>
      </dsp:txBody>
      <dsp:txXfrm>
        <a:off x="3091639" y="4856121"/>
        <a:ext cx="3185092" cy="971064"/>
      </dsp:txXfrm>
    </dsp:sp>
    <dsp:sp modelId="{586F24CC-64D8-489C-A84B-E8AFC7C4DEFE}">
      <dsp:nvSpPr>
        <dsp:cNvPr id="0" name=""/>
        <dsp:cNvSpPr/>
      </dsp:nvSpPr>
      <dsp:spPr>
        <a:xfrm>
          <a:off x="6913750" y="4856121"/>
          <a:ext cx="3185092" cy="97106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ru-RU" sz="2000" b="1" kern="1200" dirty="0">
              <a:solidFill>
                <a:schemeClr val="tx2">
                  <a:lumMod val="75000"/>
                </a:schemeClr>
              </a:solidFill>
            </a:rPr>
            <a:t>Атака на Определение Принадлежности </a:t>
          </a:r>
          <a:r>
            <a:rPr lang="ru-RU" sz="2000" b="1" kern="1200" dirty="0" err="1">
              <a:solidFill>
                <a:schemeClr val="tx2">
                  <a:lumMod val="75000"/>
                </a:schemeClr>
              </a:solidFill>
            </a:rPr>
            <a:t>Membership</a:t>
          </a:r>
          <a:r>
            <a:rPr lang="ru-RU" sz="2000" b="1" kern="1200" dirty="0">
              <a:solidFill>
                <a:schemeClr val="tx2">
                  <a:lumMod val="75000"/>
                </a:schemeClr>
              </a:solidFill>
            </a:rPr>
            <a:t> </a:t>
          </a:r>
          <a:r>
            <a:rPr lang="ru-RU" sz="2000" b="1" kern="1200" dirty="0" err="1">
              <a:solidFill>
                <a:schemeClr val="tx2">
                  <a:lumMod val="75000"/>
                </a:schemeClr>
              </a:solidFill>
            </a:rPr>
            <a:t>Inference</a:t>
          </a:r>
          <a:r>
            <a:rPr lang="ru-RU" sz="2000" b="1" kern="1200" dirty="0">
              <a:solidFill>
                <a:schemeClr val="tx2">
                  <a:lumMod val="75000"/>
                </a:schemeClr>
              </a:solidFill>
            </a:rPr>
            <a:t> </a:t>
          </a:r>
          <a:r>
            <a:rPr lang="ru-RU" sz="2000" b="1" kern="1200" dirty="0" err="1">
              <a:solidFill>
                <a:schemeClr val="tx2">
                  <a:lumMod val="75000"/>
                </a:schemeClr>
              </a:solidFill>
            </a:rPr>
            <a:t>Attack</a:t>
          </a:r>
          <a:endParaRPr lang="ru-RU" sz="2000" kern="1200" dirty="0">
            <a:solidFill>
              <a:schemeClr val="tx2">
                <a:lumMod val="75000"/>
              </a:schemeClr>
            </a:solidFill>
          </a:endParaRPr>
        </a:p>
      </dsp:txBody>
      <dsp:txXfrm>
        <a:off x="6913750" y="4856121"/>
        <a:ext cx="3185092" cy="9710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AFFD3-9403-49E0-93B0-98124B4ECAAC}">
      <dsp:nvSpPr>
        <dsp:cNvPr id="0" name=""/>
        <dsp:cNvSpPr/>
      </dsp:nvSpPr>
      <dsp:spPr>
        <a:xfrm>
          <a:off x="0" y="1840834"/>
          <a:ext cx="12264736" cy="2454446"/>
        </a:xfrm>
        <a:prstGeom prst="notchedRightArrow">
          <a:avLst/>
        </a:prstGeom>
        <a:solidFill>
          <a:schemeClr val="accent4">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ECDDC25-205D-427C-B5C4-167213E441B5}">
      <dsp:nvSpPr>
        <dsp:cNvPr id="0" name=""/>
        <dsp:cNvSpPr/>
      </dsp:nvSpPr>
      <dsp:spPr>
        <a:xfrm>
          <a:off x="437" y="0"/>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b="0" kern="1200">
              <a:hlinkClick xmlns:r="http://schemas.openxmlformats.org/officeDocument/2006/relationships" r:id="rId1"/>
            </a:rPr>
            <a:t>Сбор информации о личности жертвы</a:t>
          </a:r>
          <a:endParaRPr lang="ru-RU" sz="1400" kern="1200"/>
        </a:p>
      </dsp:txBody>
      <dsp:txXfrm>
        <a:off x="437" y="0"/>
        <a:ext cx="1321842" cy="2454446"/>
      </dsp:txXfrm>
    </dsp:sp>
    <dsp:sp modelId="{6BF96BFD-06AD-4D71-BDCC-E4A50A97E67E}">
      <dsp:nvSpPr>
        <dsp:cNvPr id="0" name=""/>
        <dsp:cNvSpPr/>
      </dsp:nvSpPr>
      <dsp:spPr>
        <a:xfrm>
          <a:off x="354553" y="2761251"/>
          <a:ext cx="613611" cy="613611"/>
        </a:xfrm>
        <a:prstGeom prst="ellipse">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98FFDFA-05A9-44D8-A8EB-0FC957282A2C}">
      <dsp:nvSpPr>
        <dsp:cNvPr id="0" name=""/>
        <dsp:cNvSpPr/>
      </dsp:nvSpPr>
      <dsp:spPr>
        <a:xfrm>
          <a:off x="1388372" y="3681669"/>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ru-RU" sz="1400" b="0" i="0" kern="1200" dirty="0">
              <a:hlinkClick xmlns:r="http://schemas.openxmlformats.org/officeDocument/2006/relationships" r:id="rId2"/>
            </a:rPr>
            <a:t>Создание учетных записей</a:t>
          </a:r>
          <a:endParaRPr lang="ru-RU" sz="1400" kern="1200" dirty="0"/>
        </a:p>
      </dsp:txBody>
      <dsp:txXfrm>
        <a:off x="1388372" y="3681669"/>
        <a:ext cx="1321842" cy="2454446"/>
      </dsp:txXfrm>
    </dsp:sp>
    <dsp:sp modelId="{B676CC91-F56B-4209-B9B5-0320E54FF6F2}">
      <dsp:nvSpPr>
        <dsp:cNvPr id="0" name=""/>
        <dsp:cNvSpPr/>
      </dsp:nvSpPr>
      <dsp:spPr>
        <a:xfrm>
          <a:off x="1742488" y="2761251"/>
          <a:ext cx="613611" cy="613611"/>
        </a:xfrm>
        <a:prstGeom prst="ellipse">
          <a:avLst/>
        </a:prstGeom>
        <a:gradFill rotWithShape="0">
          <a:gsLst>
            <a:gs pos="0">
              <a:schemeClr val="accent4">
                <a:hueOff val="-637824"/>
                <a:satOff val="3843"/>
                <a:lumOff val="308"/>
                <a:alphaOff val="0"/>
                <a:tint val="100000"/>
                <a:shade val="100000"/>
                <a:satMod val="130000"/>
              </a:schemeClr>
            </a:gs>
            <a:gs pos="100000">
              <a:schemeClr val="accent4">
                <a:hueOff val="-637824"/>
                <a:satOff val="3843"/>
                <a:lumOff val="30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7B3DCFC-2A14-4F45-8264-EE99B9B59A14}">
      <dsp:nvSpPr>
        <dsp:cNvPr id="0" name=""/>
        <dsp:cNvSpPr/>
      </dsp:nvSpPr>
      <dsp:spPr>
        <a:xfrm>
          <a:off x="2776307" y="0"/>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b="0" i="0" kern="1200">
              <a:hlinkClick xmlns:r="http://schemas.openxmlformats.org/officeDocument/2006/relationships" r:id="rId3"/>
            </a:rPr>
            <a:t>Приобретите инфраструктуру: потребительское оборудование</a:t>
          </a:r>
          <a:endParaRPr lang="ru-RU" sz="1400" kern="1200"/>
        </a:p>
      </dsp:txBody>
      <dsp:txXfrm>
        <a:off x="2776307" y="0"/>
        <a:ext cx="1321842" cy="2454446"/>
      </dsp:txXfrm>
    </dsp:sp>
    <dsp:sp modelId="{1CCDAA5D-D9B8-43FA-B23C-9BF3EED228C3}">
      <dsp:nvSpPr>
        <dsp:cNvPr id="0" name=""/>
        <dsp:cNvSpPr/>
      </dsp:nvSpPr>
      <dsp:spPr>
        <a:xfrm>
          <a:off x="3130423" y="2761251"/>
          <a:ext cx="613611" cy="613611"/>
        </a:xfrm>
        <a:prstGeom prst="ellipse">
          <a:avLst/>
        </a:prstGeom>
        <a:gradFill rotWithShape="0">
          <a:gsLst>
            <a:gs pos="0">
              <a:schemeClr val="accent4">
                <a:hueOff val="-1275649"/>
                <a:satOff val="7685"/>
                <a:lumOff val="616"/>
                <a:alphaOff val="0"/>
                <a:tint val="100000"/>
                <a:shade val="100000"/>
                <a:satMod val="130000"/>
              </a:schemeClr>
            </a:gs>
            <a:gs pos="100000">
              <a:schemeClr val="accent4">
                <a:hueOff val="-1275649"/>
                <a:satOff val="7685"/>
                <a:lumOff val="61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A76328C-187D-4B5B-BF0A-57460375AE3C}">
      <dsp:nvSpPr>
        <dsp:cNvPr id="0" name=""/>
        <dsp:cNvSpPr/>
      </dsp:nvSpPr>
      <dsp:spPr>
        <a:xfrm>
          <a:off x="4164242" y="3681669"/>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ru-RU" sz="1400" b="0" i="0" kern="1200">
              <a:hlinkClick xmlns:r="http://schemas.openxmlformats.org/officeDocument/2006/relationships" r:id="rId4"/>
            </a:rPr>
            <a:t>Получение возможностей: программные инструменты</a:t>
          </a:r>
          <a:endParaRPr lang="ru-RU" sz="1400" kern="1200"/>
        </a:p>
      </dsp:txBody>
      <dsp:txXfrm>
        <a:off x="4164242" y="3681669"/>
        <a:ext cx="1321842" cy="2454446"/>
      </dsp:txXfrm>
    </dsp:sp>
    <dsp:sp modelId="{B8245C41-ED3F-4967-BDE6-E7959BC04024}">
      <dsp:nvSpPr>
        <dsp:cNvPr id="0" name=""/>
        <dsp:cNvSpPr/>
      </dsp:nvSpPr>
      <dsp:spPr>
        <a:xfrm>
          <a:off x="4518358" y="2761251"/>
          <a:ext cx="613611" cy="613611"/>
        </a:xfrm>
        <a:prstGeom prst="ellipse">
          <a:avLst/>
        </a:prstGeom>
        <a:gradFill rotWithShape="0">
          <a:gsLst>
            <a:gs pos="0">
              <a:schemeClr val="accent4">
                <a:hueOff val="-1913473"/>
                <a:satOff val="11528"/>
                <a:lumOff val="924"/>
                <a:alphaOff val="0"/>
                <a:tint val="100000"/>
                <a:shade val="100000"/>
                <a:satMod val="130000"/>
              </a:schemeClr>
            </a:gs>
            <a:gs pos="100000">
              <a:schemeClr val="accent4">
                <a:hueOff val="-1913473"/>
                <a:satOff val="11528"/>
                <a:lumOff val="92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1796245-671E-4318-97F1-AD36A7529CAC}">
      <dsp:nvSpPr>
        <dsp:cNvPr id="0" name=""/>
        <dsp:cNvSpPr/>
      </dsp:nvSpPr>
      <dsp:spPr>
        <a:xfrm>
          <a:off x="5552177" y="0"/>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b="0" i="0" kern="1200" dirty="0">
              <a:hlinkClick xmlns:r="http://schemas.openxmlformats.org/officeDocument/2006/relationships" r:id="rId5"/>
            </a:rPr>
            <a:t>Получение возможностей: реализация состязательных атак с использованием ИИ</a:t>
          </a:r>
          <a:endParaRPr lang="ru-RU" sz="1400" kern="1200" dirty="0"/>
        </a:p>
      </dsp:txBody>
      <dsp:txXfrm>
        <a:off x="5552177" y="0"/>
        <a:ext cx="1321842" cy="2454446"/>
      </dsp:txXfrm>
    </dsp:sp>
    <dsp:sp modelId="{7979B640-7604-45D1-8FEB-B9F1E43BF72C}">
      <dsp:nvSpPr>
        <dsp:cNvPr id="0" name=""/>
        <dsp:cNvSpPr/>
      </dsp:nvSpPr>
      <dsp:spPr>
        <a:xfrm>
          <a:off x="5923467" y="2761251"/>
          <a:ext cx="613611" cy="613611"/>
        </a:xfrm>
        <a:prstGeom prst="ellipse">
          <a:avLst/>
        </a:prstGeom>
        <a:gradFill rotWithShape="0">
          <a:gsLst>
            <a:gs pos="0">
              <a:schemeClr val="accent4">
                <a:hueOff val="-2551297"/>
                <a:satOff val="15371"/>
                <a:lumOff val="1232"/>
                <a:alphaOff val="0"/>
                <a:tint val="100000"/>
                <a:shade val="100000"/>
                <a:satMod val="130000"/>
              </a:schemeClr>
            </a:gs>
            <a:gs pos="100000">
              <a:schemeClr val="accent4">
                <a:hueOff val="-2551297"/>
                <a:satOff val="15371"/>
                <a:lumOff val="123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B507972-1B80-4ABB-9EAC-80DB031ACD01}">
      <dsp:nvSpPr>
        <dsp:cNvPr id="0" name=""/>
        <dsp:cNvSpPr/>
      </dsp:nvSpPr>
      <dsp:spPr>
        <a:xfrm>
          <a:off x="6940112" y="3681669"/>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ru-RU" sz="1400" b="0" i="0" kern="1200">
              <a:hlinkClick xmlns:r="http://schemas.openxmlformats.org/officeDocument/2006/relationships" r:id="rId6"/>
            </a:rPr>
            <a:t>Продукт или услуга с поддержкой ИИ</a:t>
          </a:r>
          <a:endParaRPr lang="ru-RU" sz="1400" kern="1200"/>
        </a:p>
      </dsp:txBody>
      <dsp:txXfrm>
        <a:off x="6940112" y="3681669"/>
        <a:ext cx="1321842" cy="2454446"/>
      </dsp:txXfrm>
    </dsp:sp>
    <dsp:sp modelId="{B91865C9-5E3D-425F-AA3E-D17F8D17CBA8}">
      <dsp:nvSpPr>
        <dsp:cNvPr id="0" name=""/>
        <dsp:cNvSpPr/>
      </dsp:nvSpPr>
      <dsp:spPr>
        <a:xfrm>
          <a:off x="7294227" y="2761251"/>
          <a:ext cx="613611" cy="613611"/>
        </a:xfrm>
        <a:prstGeom prst="ellipse">
          <a:avLst/>
        </a:prstGeom>
        <a:gradFill rotWithShape="0">
          <a:gsLst>
            <a:gs pos="0">
              <a:schemeClr val="accent4">
                <a:hueOff val="-3189121"/>
                <a:satOff val="19214"/>
                <a:lumOff val="1540"/>
                <a:alphaOff val="0"/>
                <a:tint val="100000"/>
                <a:shade val="100000"/>
                <a:satMod val="130000"/>
              </a:schemeClr>
            </a:gs>
            <a:gs pos="100000">
              <a:schemeClr val="accent4">
                <a:hueOff val="-3189121"/>
                <a:satOff val="19214"/>
                <a:lumOff val="154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3BACC88-E41D-4DCA-93E2-8BE64CF96114}">
      <dsp:nvSpPr>
        <dsp:cNvPr id="0" name=""/>
        <dsp:cNvSpPr/>
      </dsp:nvSpPr>
      <dsp:spPr>
        <a:xfrm>
          <a:off x="8328046" y="0"/>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b="0" i="0" kern="1200">
              <a:hlinkClick xmlns:r="http://schemas.openxmlformats.org/officeDocument/2006/relationships" r:id="rId7"/>
            </a:rPr>
            <a:t>Уклонение от модели искусственного Интеллекта</a:t>
          </a:r>
          <a:endParaRPr lang="ru-RU" sz="1400" kern="1200"/>
        </a:p>
      </dsp:txBody>
      <dsp:txXfrm>
        <a:off x="8328046" y="0"/>
        <a:ext cx="1321842" cy="2454446"/>
      </dsp:txXfrm>
    </dsp:sp>
    <dsp:sp modelId="{CACB5070-6A62-4F78-A11D-95CEF8FDB91B}">
      <dsp:nvSpPr>
        <dsp:cNvPr id="0" name=""/>
        <dsp:cNvSpPr/>
      </dsp:nvSpPr>
      <dsp:spPr>
        <a:xfrm>
          <a:off x="8682162" y="2761251"/>
          <a:ext cx="613611" cy="613611"/>
        </a:xfrm>
        <a:prstGeom prst="ellipse">
          <a:avLst/>
        </a:prstGeom>
        <a:gradFill rotWithShape="0">
          <a:gsLst>
            <a:gs pos="0">
              <a:schemeClr val="accent4">
                <a:hueOff val="-3826945"/>
                <a:satOff val="23056"/>
                <a:lumOff val="1848"/>
                <a:alphaOff val="0"/>
                <a:tint val="100000"/>
                <a:shade val="100000"/>
                <a:satMod val="130000"/>
              </a:schemeClr>
            </a:gs>
            <a:gs pos="100000">
              <a:schemeClr val="accent4">
                <a:hueOff val="-3826945"/>
                <a:satOff val="23056"/>
                <a:lumOff val="184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B227AF0-5350-4897-929E-3110CF4DB9C7}">
      <dsp:nvSpPr>
        <dsp:cNvPr id="0" name=""/>
        <dsp:cNvSpPr/>
      </dsp:nvSpPr>
      <dsp:spPr>
        <a:xfrm>
          <a:off x="9715981" y="3681669"/>
          <a:ext cx="1321842" cy="24544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ru-RU" sz="1400" b="0" i="0" kern="1200">
              <a:hlinkClick xmlns:r="http://schemas.openxmlformats.org/officeDocument/2006/relationships" r:id="rId8"/>
            </a:rPr>
            <a:t>Внешний вред: финансовый ущерб</a:t>
          </a:r>
          <a:endParaRPr lang="ru-RU" sz="1400" kern="1200"/>
        </a:p>
      </dsp:txBody>
      <dsp:txXfrm>
        <a:off x="9715981" y="3681669"/>
        <a:ext cx="1321842" cy="2454446"/>
      </dsp:txXfrm>
    </dsp:sp>
    <dsp:sp modelId="{D7191857-6B70-425B-81DE-22A7C4D0CB7B}">
      <dsp:nvSpPr>
        <dsp:cNvPr id="0" name=""/>
        <dsp:cNvSpPr/>
      </dsp:nvSpPr>
      <dsp:spPr>
        <a:xfrm>
          <a:off x="10070097" y="2761251"/>
          <a:ext cx="613611" cy="613611"/>
        </a:xfrm>
        <a:prstGeom prst="ellipse">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79327-430B-4019-B215-F03FA344B50E}">
      <dsp:nvSpPr>
        <dsp:cNvPr id="0" name=""/>
        <dsp:cNvSpPr/>
      </dsp:nvSpPr>
      <dsp:spPr>
        <a:xfrm>
          <a:off x="3823342" y="2838285"/>
          <a:ext cx="1550986" cy="1551176"/>
        </a:xfrm>
        <a:prstGeom prst="ellipse">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D4A0CD8-8AE3-4406-8927-EF61738E1AAF}">
      <dsp:nvSpPr>
        <dsp:cNvPr id="0" name=""/>
        <dsp:cNvSpPr/>
      </dsp:nvSpPr>
      <dsp:spPr>
        <a:xfrm>
          <a:off x="4812559" y="1695743"/>
          <a:ext cx="460531" cy="459931"/>
        </a:xfrm>
        <a:prstGeom prst="donut">
          <a:avLst>
            <a:gd name="adj" fmla="val 7460"/>
          </a:avLst>
        </a:prstGeom>
        <a:gradFill rotWithShape="0">
          <a:gsLst>
            <a:gs pos="0">
              <a:schemeClr val="accent4">
                <a:hueOff val="-446477"/>
                <a:satOff val="2690"/>
                <a:lumOff val="216"/>
                <a:alphaOff val="0"/>
                <a:tint val="100000"/>
                <a:shade val="100000"/>
                <a:satMod val="130000"/>
              </a:schemeClr>
            </a:gs>
            <a:gs pos="100000">
              <a:schemeClr val="accent4">
                <a:hueOff val="-446477"/>
                <a:satOff val="2690"/>
                <a:lumOff val="216"/>
                <a:alphaOff val="0"/>
                <a:tint val="50000"/>
                <a:shade val="100000"/>
                <a:satMod val="350000"/>
              </a:schemeClr>
            </a:gs>
          </a:gsLst>
          <a:lin ang="16200000" scaled="0"/>
        </a:gradFill>
        <a:ln w="9525" cap="flat" cmpd="sng" algn="ctr">
          <a:solidFill>
            <a:schemeClr val="accent4">
              <a:hueOff val="-446477"/>
              <a:satOff val="2690"/>
              <a:lumOff val="21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CB3E004-0FCD-4EA4-B998-9008953DC711}">
      <dsp:nvSpPr>
        <dsp:cNvPr id="0" name=""/>
        <dsp:cNvSpPr/>
      </dsp:nvSpPr>
      <dsp:spPr>
        <a:xfrm>
          <a:off x="3878262" y="2897744"/>
          <a:ext cx="1431883" cy="1431675"/>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E7BFBDC6-5676-4876-A319-2EB392B24DA9}">
      <dsp:nvSpPr>
        <dsp:cNvPr id="0" name=""/>
        <dsp:cNvSpPr/>
      </dsp:nvSpPr>
      <dsp:spPr>
        <a:xfrm>
          <a:off x="5486815" y="3130916"/>
          <a:ext cx="811224" cy="811438"/>
        </a:xfrm>
        <a:prstGeom prst="ellipse">
          <a:avLst/>
        </a:prstGeom>
        <a:gradFill rotWithShape="0">
          <a:gsLst>
            <a:gs pos="0">
              <a:schemeClr val="accent4">
                <a:hueOff val="-892954"/>
                <a:satOff val="5380"/>
                <a:lumOff val="431"/>
                <a:alphaOff val="0"/>
                <a:tint val="100000"/>
                <a:shade val="100000"/>
                <a:satMod val="130000"/>
              </a:schemeClr>
            </a:gs>
            <a:gs pos="100000">
              <a:schemeClr val="accent4">
                <a:hueOff val="-892954"/>
                <a:satOff val="5380"/>
                <a:lumOff val="431"/>
                <a:alphaOff val="0"/>
                <a:tint val="50000"/>
                <a:shade val="100000"/>
                <a:satMod val="350000"/>
              </a:schemeClr>
            </a:gs>
          </a:gsLst>
          <a:lin ang="16200000" scaled="0"/>
        </a:gradFill>
        <a:ln w="9525" cap="flat" cmpd="sng" algn="ctr">
          <a:solidFill>
            <a:schemeClr val="accent4">
              <a:hueOff val="-892954"/>
              <a:satOff val="5380"/>
              <a:lumOff val="431"/>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B37A5EC-D3FD-4F63-B2A8-A09792970D84}">
      <dsp:nvSpPr>
        <dsp:cNvPr id="0" name=""/>
        <dsp:cNvSpPr/>
      </dsp:nvSpPr>
      <dsp:spPr>
        <a:xfrm>
          <a:off x="5534456" y="3178716"/>
          <a:ext cx="715941" cy="715837"/>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9F93B545-A994-42CE-8048-3FFA0DB01F5D}">
      <dsp:nvSpPr>
        <dsp:cNvPr id="0" name=""/>
        <dsp:cNvSpPr/>
      </dsp:nvSpPr>
      <dsp:spPr>
        <a:xfrm>
          <a:off x="5169207" y="1986042"/>
          <a:ext cx="1040828" cy="1040529"/>
        </a:xfrm>
        <a:prstGeom prst="ellipse">
          <a:avLst/>
        </a:prstGeom>
        <a:gradFill rotWithShape="0">
          <a:gsLst>
            <a:gs pos="0">
              <a:schemeClr val="accent4">
                <a:hueOff val="-1339431"/>
                <a:satOff val="8070"/>
                <a:lumOff val="647"/>
                <a:alphaOff val="0"/>
                <a:tint val="100000"/>
                <a:shade val="100000"/>
                <a:satMod val="130000"/>
              </a:schemeClr>
            </a:gs>
            <a:gs pos="100000">
              <a:schemeClr val="accent4">
                <a:hueOff val="-1339431"/>
                <a:satOff val="8070"/>
                <a:lumOff val="647"/>
                <a:alphaOff val="0"/>
                <a:tint val="50000"/>
                <a:shade val="100000"/>
                <a:satMod val="350000"/>
              </a:schemeClr>
            </a:gs>
          </a:gsLst>
          <a:lin ang="16200000" scaled="0"/>
        </a:gradFill>
        <a:ln w="9525" cap="flat" cmpd="sng" algn="ctr">
          <a:solidFill>
            <a:schemeClr val="accent4">
              <a:hueOff val="-1339431"/>
              <a:satOff val="8070"/>
              <a:lumOff val="647"/>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14859D1-21CF-4EF8-8957-695B177B03D0}">
      <dsp:nvSpPr>
        <dsp:cNvPr id="0" name=""/>
        <dsp:cNvSpPr/>
      </dsp:nvSpPr>
      <dsp:spPr>
        <a:xfrm>
          <a:off x="6435008" y="85107"/>
          <a:ext cx="340767" cy="341013"/>
        </a:xfrm>
        <a:prstGeom prst="donut">
          <a:avLst>
            <a:gd name="adj" fmla="val 7460"/>
          </a:avLst>
        </a:prstGeom>
        <a:gradFill rotWithShape="0">
          <a:gsLst>
            <a:gs pos="0">
              <a:schemeClr val="accent4">
                <a:hueOff val="-1785908"/>
                <a:satOff val="10760"/>
                <a:lumOff val="862"/>
                <a:alphaOff val="0"/>
                <a:tint val="100000"/>
                <a:shade val="100000"/>
                <a:satMod val="130000"/>
              </a:schemeClr>
            </a:gs>
            <a:gs pos="100000">
              <a:schemeClr val="accent4">
                <a:hueOff val="-1785908"/>
                <a:satOff val="10760"/>
                <a:lumOff val="862"/>
                <a:alphaOff val="0"/>
                <a:tint val="50000"/>
                <a:shade val="100000"/>
                <a:satMod val="350000"/>
              </a:schemeClr>
            </a:gs>
          </a:gsLst>
          <a:lin ang="16200000" scaled="0"/>
        </a:gradFill>
        <a:ln w="9525" cap="flat" cmpd="sng" algn="ctr">
          <a:solidFill>
            <a:schemeClr val="accent4">
              <a:hueOff val="-1785908"/>
              <a:satOff val="10760"/>
              <a:lumOff val="862"/>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F840215-1239-4494-AAE9-13C7D4041870}">
      <dsp:nvSpPr>
        <dsp:cNvPr id="0" name=""/>
        <dsp:cNvSpPr/>
      </dsp:nvSpPr>
      <dsp:spPr>
        <a:xfrm>
          <a:off x="6946489" y="0"/>
          <a:ext cx="170714" cy="170215"/>
        </a:xfrm>
        <a:prstGeom prst="donut">
          <a:avLst>
            <a:gd name="adj" fmla="val 7460"/>
          </a:avLst>
        </a:prstGeom>
        <a:gradFill rotWithShape="0">
          <a:gsLst>
            <a:gs pos="0">
              <a:schemeClr val="accent4">
                <a:hueOff val="-2232385"/>
                <a:satOff val="13449"/>
                <a:lumOff val="1078"/>
                <a:alphaOff val="0"/>
                <a:tint val="100000"/>
                <a:shade val="100000"/>
                <a:satMod val="130000"/>
              </a:schemeClr>
            </a:gs>
            <a:gs pos="100000">
              <a:schemeClr val="accent4">
                <a:hueOff val="-2232385"/>
                <a:satOff val="13449"/>
                <a:lumOff val="1078"/>
                <a:alphaOff val="0"/>
                <a:tint val="50000"/>
                <a:shade val="100000"/>
                <a:satMod val="350000"/>
              </a:schemeClr>
            </a:gs>
          </a:gsLst>
          <a:lin ang="16200000" scaled="0"/>
        </a:gra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89CB5CD-0233-4FAD-96A1-CCAE95C83B85}">
      <dsp:nvSpPr>
        <dsp:cNvPr id="0" name=""/>
        <dsp:cNvSpPr/>
      </dsp:nvSpPr>
      <dsp:spPr>
        <a:xfrm>
          <a:off x="5224127" y="2040837"/>
          <a:ext cx="930989" cy="93035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833EBE55-86E4-466C-A991-154C840D2912}">
      <dsp:nvSpPr>
        <dsp:cNvPr id="0" name=""/>
        <dsp:cNvSpPr/>
      </dsp:nvSpPr>
      <dsp:spPr>
        <a:xfrm>
          <a:off x="5285663" y="1060349"/>
          <a:ext cx="729837" cy="729245"/>
        </a:xfrm>
        <a:prstGeom prst="ellipse">
          <a:avLst/>
        </a:prstGeom>
        <a:gradFill rotWithShape="0">
          <a:gsLst>
            <a:gs pos="0">
              <a:schemeClr val="accent4">
                <a:hueOff val="-2678862"/>
                <a:satOff val="16139"/>
                <a:lumOff val="1294"/>
                <a:alphaOff val="0"/>
                <a:tint val="100000"/>
                <a:shade val="100000"/>
                <a:satMod val="130000"/>
              </a:schemeClr>
            </a:gs>
            <a:gs pos="100000">
              <a:schemeClr val="accent4">
                <a:hueOff val="-2678862"/>
                <a:satOff val="16139"/>
                <a:lumOff val="1294"/>
                <a:alphaOff val="0"/>
                <a:tint val="50000"/>
                <a:shade val="100000"/>
                <a:satMod val="350000"/>
              </a:schemeClr>
            </a:gs>
          </a:gsLst>
          <a:lin ang="16200000" scaled="0"/>
        </a:gradFill>
        <a:ln w="9525" cap="flat" cmpd="sng" algn="ctr">
          <a:solidFill>
            <a:schemeClr val="accent4">
              <a:hueOff val="-2678862"/>
              <a:satOff val="16139"/>
              <a:lumOff val="1294"/>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CAA139B-A3FC-448B-8C67-66995B73C2EC}">
      <dsp:nvSpPr>
        <dsp:cNvPr id="0" name=""/>
        <dsp:cNvSpPr/>
      </dsp:nvSpPr>
      <dsp:spPr>
        <a:xfrm>
          <a:off x="5953964" y="5369367"/>
          <a:ext cx="460531" cy="459931"/>
        </a:xfrm>
        <a:prstGeom prst="donut">
          <a:avLst>
            <a:gd name="adj" fmla="val 7460"/>
          </a:avLst>
        </a:prstGeom>
        <a:gradFill rotWithShape="0">
          <a:gsLst>
            <a:gs pos="0">
              <a:schemeClr val="accent4">
                <a:hueOff val="-3125339"/>
                <a:satOff val="18829"/>
                <a:lumOff val="1509"/>
                <a:alphaOff val="0"/>
                <a:tint val="100000"/>
                <a:shade val="100000"/>
                <a:satMod val="130000"/>
              </a:schemeClr>
            </a:gs>
            <a:gs pos="100000">
              <a:schemeClr val="accent4">
                <a:hueOff val="-3125339"/>
                <a:satOff val="18829"/>
                <a:lumOff val="1509"/>
                <a:alphaOff val="0"/>
                <a:tint val="50000"/>
                <a:shade val="100000"/>
                <a:satMod val="350000"/>
              </a:schemeClr>
            </a:gs>
          </a:gsLst>
          <a:lin ang="16200000" scaled="0"/>
        </a:gradFill>
        <a:ln w="9525" cap="flat" cmpd="sng" algn="ctr">
          <a:solidFill>
            <a:schemeClr val="accent4">
              <a:hueOff val="-3125339"/>
              <a:satOff val="18829"/>
              <a:lumOff val="1509"/>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EDB5DBC-59DD-43A6-8006-7E883002CD00}">
      <dsp:nvSpPr>
        <dsp:cNvPr id="0" name=""/>
        <dsp:cNvSpPr/>
      </dsp:nvSpPr>
      <dsp:spPr>
        <a:xfrm>
          <a:off x="5328673" y="1102903"/>
          <a:ext cx="643818" cy="643554"/>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94372218-C926-4AA5-A960-71C3AC75C673}">
      <dsp:nvSpPr>
        <dsp:cNvPr id="0" name=""/>
        <dsp:cNvSpPr/>
      </dsp:nvSpPr>
      <dsp:spPr>
        <a:xfrm>
          <a:off x="5797145" y="378321"/>
          <a:ext cx="676240" cy="676198"/>
        </a:xfrm>
        <a:prstGeom prst="ellipse">
          <a:avLst/>
        </a:prstGeom>
        <a:gradFill rotWithShape="0">
          <a:gsLst>
            <a:gs pos="0">
              <a:schemeClr val="accent4">
                <a:hueOff val="-3571816"/>
                <a:satOff val="21519"/>
                <a:lumOff val="1725"/>
                <a:alphaOff val="0"/>
                <a:tint val="100000"/>
                <a:shade val="100000"/>
                <a:satMod val="130000"/>
              </a:schemeClr>
            </a:gs>
            <a:gs pos="100000">
              <a:schemeClr val="accent4">
                <a:hueOff val="-3571816"/>
                <a:satOff val="21519"/>
                <a:lumOff val="1725"/>
                <a:alphaOff val="0"/>
                <a:tint val="50000"/>
                <a:shade val="100000"/>
                <a:satMod val="350000"/>
              </a:schemeClr>
            </a:gs>
          </a:gsLst>
          <a:lin ang="16200000" scaled="0"/>
        </a:gradFill>
        <a:ln w="9525" cap="flat" cmpd="sng" algn="ctr">
          <a:solidFill>
            <a:schemeClr val="accent4">
              <a:hueOff val="-3571816"/>
              <a:satOff val="21519"/>
              <a:lumOff val="1725"/>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F013171-4938-4A5F-BD43-48D42E21C2D2}">
      <dsp:nvSpPr>
        <dsp:cNvPr id="0" name=""/>
        <dsp:cNvSpPr/>
      </dsp:nvSpPr>
      <dsp:spPr>
        <a:xfrm>
          <a:off x="5836846" y="417960"/>
          <a:ext cx="596838" cy="596337"/>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0BAB04AE-0891-4DCD-B6BC-5C513A64C4C1}">
      <dsp:nvSpPr>
        <dsp:cNvPr id="0" name=""/>
        <dsp:cNvSpPr/>
      </dsp:nvSpPr>
      <dsp:spPr>
        <a:xfrm>
          <a:off x="4846305" y="4346325"/>
          <a:ext cx="1162578" cy="1162945"/>
        </a:xfrm>
        <a:prstGeom prst="ellipse">
          <a:avLst/>
        </a:prstGeom>
        <a:gradFill rotWithShape="0">
          <a:gsLst>
            <a:gs pos="0">
              <a:schemeClr val="accent4">
                <a:hueOff val="-4018293"/>
                <a:satOff val="24209"/>
                <a:lumOff val="1940"/>
                <a:alphaOff val="0"/>
                <a:tint val="100000"/>
                <a:shade val="100000"/>
                <a:satMod val="130000"/>
              </a:schemeClr>
            </a:gs>
            <a:gs pos="100000">
              <a:schemeClr val="accent4">
                <a:hueOff val="-4018293"/>
                <a:satOff val="24209"/>
                <a:lumOff val="1940"/>
                <a:alphaOff val="0"/>
                <a:tint val="50000"/>
                <a:shade val="100000"/>
                <a:satMod val="350000"/>
              </a:schemeClr>
            </a:gs>
          </a:gsLst>
          <a:lin ang="16200000" scaled="0"/>
        </a:gradFill>
        <a:ln w="9525" cap="flat" cmpd="sng" algn="ctr">
          <a:solidFill>
            <a:schemeClr val="accent4">
              <a:hueOff val="-4018293"/>
              <a:satOff val="24209"/>
              <a:lumOff val="194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8E82402-E2CE-46D4-B350-A09DF8CC388E}">
      <dsp:nvSpPr>
        <dsp:cNvPr id="0" name=""/>
        <dsp:cNvSpPr/>
      </dsp:nvSpPr>
      <dsp:spPr>
        <a:xfrm>
          <a:off x="6380088" y="3920203"/>
          <a:ext cx="255409" cy="255906"/>
        </a:xfrm>
        <a:prstGeom prst="donut">
          <a:avLst>
            <a:gd name="adj" fmla="val 7460"/>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AF89A45-5EB9-449E-98AF-BCB27BEA36AA}">
      <dsp:nvSpPr>
        <dsp:cNvPr id="0" name=""/>
        <dsp:cNvSpPr/>
      </dsp:nvSpPr>
      <dsp:spPr>
        <a:xfrm>
          <a:off x="4907842" y="4407532"/>
          <a:ext cx="1040166" cy="1039946"/>
        </a:xfrm>
        <a:prstGeom prst="ellipse">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CE17D1FF-057D-4A4F-8227-FF2C795B1624}">
      <dsp:nvSpPr>
        <dsp:cNvPr id="0" name=""/>
        <dsp:cNvSpPr/>
      </dsp:nvSpPr>
      <dsp:spPr>
        <a:xfrm>
          <a:off x="2289559" y="2040837"/>
          <a:ext cx="2301336" cy="728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 numCol="1" spcCol="1270" anchor="b" anchorCtr="0">
          <a:noAutofit/>
        </a:bodyPr>
        <a:lstStyle/>
        <a:p>
          <a:pPr marL="0" lvl="0" indent="0" algn="r" defTabSz="622300">
            <a:lnSpc>
              <a:spcPct val="90000"/>
            </a:lnSpc>
            <a:spcBef>
              <a:spcPct val="0"/>
            </a:spcBef>
            <a:spcAft>
              <a:spcPct val="35000"/>
            </a:spcAft>
            <a:buNone/>
          </a:pPr>
          <a:r>
            <a:rPr lang="ru-RU" sz="1400" b="1" kern="1200"/>
            <a:t>1. Трансформация ландшафса киберугроз</a:t>
          </a:r>
          <a:endParaRPr lang="ru-RU" sz="1400" kern="1200"/>
        </a:p>
      </dsp:txBody>
      <dsp:txXfrm>
        <a:off x="2289559" y="2040837"/>
        <a:ext cx="2301336" cy="728662"/>
      </dsp:txXfrm>
    </dsp:sp>
    <dsp:sp modelId="{04C12ED2-CD73-44C9-99E1-F84E36AC2DE1}">
      <dsp:nvSpPr>
        <dsp:cNvPr id="0" name=""/>
        <dsp:cNvSpPr/>
      </dsp:nvSpPr>
      <dsp:spPr>
        <a:xfrm>
          <a:off x="6465445" y="3178716"/>
          <a:ext cx="2301336" cy="715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ru-RU" sz="1400" b="1" kern="1200"/>
            <a:t>2. Критические уязвимости киберфизических систем (КФС)</a:t>
          </a:r>
          <a:endParaRPr lang="ru-RU" sz="1400" kern="1200"/>
        </a:p>
      </dsp:txBody>
      <dsp:txXfrm>
        <a:off x="6465445" y="3178716"/>
        <a:ext cx="2301336" cy="715837"/>
      </dsp:txXfrm>
    </dsp:sp>
    <dsp:sp modelId="{FDF53AFD-0232-4DF3-92B9-687E72686AC6}">
      <dsp:nvSpPr>
        <dsp:cNvPr id="0" name=""/>
        <dsp:cNvSpPr/>
      </dsp:nvSpPr>
      <dsp:spPr>
        <a:xfrm>
          <a:off x="6380088" y="2040837"/>
          <a:ext cx="2301336" cy="930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ru-RU" sz="1400" b="1" kern="1200" dirty="0"/>
            <a:t>3. Эффективность атак с использованием ИИ</a:t>
          </a:r>
          <a:endParaRPr lang="ru-RU" sz="1400" kern="1200" dirty="0"/>
        </a:p>
      </dsp:txBody>
      <dsp:txXfrm>
        <a:off x="6380088" y="2040837"/>
        <a:ext cx="2301336" cy="930356"/>
      </dsp:txXfrm>
    </dsp:sp>
    <dsp:sp modelId="{9231AA7D-D624-451D-AF86-7F9E6594E40E}">
      <dsp:nvSpPr>
        <dsp:cNvPr id="0" name=""/>
        <dsp:cNvSpPr/>
      </dsp:nvSpPr>
      <dsp:spPr>
        <a:xfrm>
          <a:off x="6178936" y="1102903"/>
          <a:ext cx="2301336" cy="643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ru-RU" sz="1400" b="1" kern="1200"/>
            <a:t>4. Тактико-технические особенности современных атак</a:t>
          </a:r>
          <a:endParaRPr lang="ru-RU" sz="1400" kern="1200"/>
        </a:p>
      </dsp:txBody>
      <dsp:txXfrm>
        <a:off x="6178936" y="1102903"/>
        <a:ext cx="2301336" cy="643554"/>
      </dsp:txXfrm>
    </dsp:sp>
    <dsp:sp modelId="{86EB103D-4123-469A-99AF-870716B0F039}">
      <dsp:nvSpPr>
        <dsp:cNvPr id="0" name=""/>
        <dsp:cNvSpPr/>
      </dsp:nvSpPr>
      <dsp:spPr>
        <a:xfrm>
          <a:off x="6605061" y="417960"/>
          <a:ext cx="2301336" cy="596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ru-RU" sz="1400" b="1" kern="1200"/>
            <a:t>5. Недостатки современных систем защиты</a:t>
          </a:r>
          <a:endParaRPr lang="ru-RU" sz="1400" kern="1200"/>
        </a:p>
      </dsp:txBody>
      <dsp:txXfrm>
        <a:off x="6605061" y="417960"/>
        <a:ext cx="2301336" cy="596337"/>
      </dsp:txXfrm>
    </dsp:sp>
    <dsp:sp modelId="{08A8A16C-FC06-4D6B-BB79-31307C35E602}">
      <dsp:nvSpPr>
        <dsp:cNvPr id="0" name=""/>
        <dsp:cNvSpPr/>
      </dsp:nvSpPr>
      <dsp:spPr>
        <a:xfrm>
          <a:off x="2418588" y="4407532"/>
          <a:ext cx="2301336" cy="1039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r" defTabSz="622300">
            <a:lnSpc>
              <a:spcPct val="90000"/>
            </a:lnSpc>
            <a:spcBef>
              <a:spcPct val="0"/>
            </a:spcBef>
            <a:spcAft>
              <a:spcPct val="35000"/>
            </a:spcAft>
            <a:buNone/>
          </a:pPr>
          <a:r>
            <a:rPr lang="ru-RU" sz="1400" b="1" kern="1200"/>
            <a:t>6. Экономические и регуляторные последствия</a:t>
          </a:r>
          <a:endParaRPr lang="ru-RU" sz="1400" kern="1200"/>
        </a:p>
      </dsp:txBody>
      <dsp:txXfrm>
        <a:off x="2418588" y="4407532"/>
        <a:ext cx="2301336" cy="1039946"/>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8/layout/BubblePictureList">
  <dgm:title val=""/>
  <dgm:desc val=""/>
  <dgm:catLst>
    <dgm:cat type="picture" pri="22000"/>
    <dgm:cat type="pictureconvert" pri="22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8"/>
      <dgm:chPref val="8"/>
      <dgm:dir/>
    </dgm:varLst>
    <dgm:shape xmlns:r="http://schemas.openxmlformats.org/officeDocument/2006/relationships" r:blip="">
      <dgm:adjLst/>
    </dgm:shape>
    <dgm:choose name="Name1">
      <dgm:if name="Name2" axis="ch" ptType="node" func="cnt" op="equ" val="1">
        <dgm:alg type="composite">
          <dgm:param type="ar" val="1.7423"/>
        </dgm:alg>
        <dgm:choose name="Name3">
          <dgm:if name="Name4" func="var" arg="dir" op="equ" val="norm">
            <dgm:constrLst>
              <dgm:constr type="primFontSz" for="des" ptType="node" op="equ" val="65"/>
              <dgm:constr type="l" for="ch" forName="parent_text_1" refType="w" fact="0"/>
              <dgm:constr type="t" for="ch" forName="parent_text_1" refType="h" fact="0"/>
              <dgm:constr type="w" for="ch" forName="parent_text_1" refType="w" fact="0.6457"/>
              <dgm:constr type="h" for="ch" forName="parent_text_1" refType="h" fact="0.225"/>
              <dgm:constr type="l" for="ch" forName="image_accent_1" refType="w" fact="0.4305"/>
              <dgm:constr type="t" for="ch" forName="image_accent_1" refType="h" fact="0.2417"/>
              <dgm:constr type="w" for="ch" forName="image_accent_1" refType="w" fact="0.4352"/>
              <dgm:constr type="h" for="ch" forName="image_accent_1" refType="h" fact="0.7583"/>
              <dgm:constr type="l" for="ch" forName="accent_1" refType="w" fact="0.8709"/>
              <dgm:constr type="t" for="ch" forName="accent_1" refType="h" fact="0.1491"/>
              <dgm:constr type="w" for="ch" forName="accent_1" refType="w" fact="0.1291"/>
              <dgm:constr type="h" for="ch" forName="accent_1" refType="h" fact="0.225"/>
              <dgm:constr type="l" for="ch" forName="image_1" refType="w" fact="0.4457"/>
              <dgm:constr type="t" for="ch" forName="image_1" refType="h" fact="0.2709"/>
              <dgm:constr type="w" for="ch" forName="image_1" refType="w" fact="0.4018"/>
              <dgm:constr type="h" for="ch" forName="image_1" refType="h" fact="0.7"/>
            </dgm:constrLst>
          </dgm:if>
          <dgm:else name="Name5">
            <dgm:constrLst>
              <dgm:constr type="primFontSz" for="des" ptType="node" op="equ" val="65"/>
              <dgm:constr type="l" for="ch" forName="parent_text_1" refType="w" fact="0.3543"/>
              <dgm:constr type="t" for="ch" forName="parent_text_1" refType="h" fact="0"/>
              <dgm:constr type="w" for="ch" forName="parent_text_1" refType="w" fact="0.6457"/>
              <dgm:constr type="h" for="ch" forName="parent_text_1" refType="h" fact="0.225"/>
              <dgm:constr type="l" for="ch" forName="image_accent_1" refType="w" fact="0.1344"/>
              <dgm:constr type="t" for="ch" forName="image_accent_1" refType="h" fact="0.2417"/>
              <dgm:constr type="w" for="ch" forName="image_accent_1" refType="w" fact="0.4352"/>
              <dgm:constr type="h" for="ch" forName="image_accent_1" refType="h" fact="0.7583"/>
              <dgm:constr type="l" for="ch" forName="accent_1" refType="w" fact="0"/>
              <dgm:constr type="t" for="ch" forName="accent_1" refType="h" fact="0.1491"/>
              <dgm:constr type="w" for="ch" forName="accent_1" refType="w" fact="0.1291"/>
              <dgm:constr type="h" for="ch" forName="accent_1" refType="h" fact="0.225"/>
              <dgm:constr type="l" for="ch" forName="image_1" refType="w" fact="0.1525"/>
              <dgm:constr type="t" for="ch" forName="image_1" refType="h" fact="0.2709"/>
              <dgm:constr type="w" for="ch" forName="image_1" refType="w" fact="0.4018"/>
              <dgm:constr type="h" for="ch" forName="image_1" refType="h" fact="0.7"/>
            </dgm:constrLst>
          </dgm:else>
        </dgm:choose>
      </dgm:if>
      <dgm:if name="Name6" axis="ch" ptType="node" func="cnt" op="equ" val="2">
        <dgm:alg type="composite">
          <dgm:param type="ar" val="3.193"/>
        </dgm:alg>
        <dgm:choose name="Name7">
          <dgm:if name="Name8" func="var" arg="dir" op="equ" val="norm">
            <dgm:constrLst>
              <dgm:constr type="primFontSz" for="des" ptType="node" op="equ" val="65"/>
              <dgm:constr type="l" for="ch" forName="image_accent_1" refType="w" fact="0.2342"/>
              <dgm:constr type="t" for="ch" forName="image_accent_1" refType="h" fact="0.2354"/>
              <dgm:constr type="w" for="ch" forName="image_accent_1" refType="w" fact="0.2394"/>
              <dgm:constr type="h" for="ch" forName="image_accent_1" refType="h" fact="0.7646"/>
              <dgm:constr type="l" for="ch" forName="image_1" refType="w" fact="0.2434"/>
              <dgm:constr type="t" for="ch" forName="image_1" refType="h" fact="0.2648"/>
              <dgm:constr type="w" for="ch" forName="image_1" refType="w" fact="0.2211"/>
              <dgm:constr type="h" for="ch" forName="image_1" refType="h" fact="0.7058"/>
              <dgm:constr type="l" for="ch" forName="parent_text_1" refType="w" fact="0"/>
              <dgm:constr type="t" for="ch" forName="parent_text_1" refType="h" fact="0"/>
              <dgm:constr type="w" for="ch" forName="parent_text_1" refType="w" fact="0.3553"/>
              <dgm:constr type="h" for="ch" forName="parent_text_1" refType="h" fact="0.215"/>
              <dgm:constr type="l" for="ch" forName="image_accent_2" refType="w" fact="0.5"/>
              <dgm:constr type="t" for="ch" forName="image_accent_2" refType="h" fact="0.3883"/>
              <dgm:constr type="w" for="ch" forName="image_accent_2" refType="w" fact="0.1253"/>
              <dgm:constr type="h" for="ch" forName="image_accent_2" refType="h" fact="0.4"/>
              <dgm:constr type="l" for="ch" forName="image_2" refType="w" fact="0.5074"/>
              <dgm:constr type="t" for="ch" forName="image_2" refType="h" fact="0.4118"/>
              <dgm:constr type="w" for="ch" forName="image_2" refType="w" fact="0.1105"/>
              <dgm:constr type="h" for="ch" forName="image_2" refType="h" fact="0.3529"/>
              <dgm:constr type="l" for="ch" forName="parent_text_2" refType="w" fact="0.6447"/>
              <dgm:constr type="t" for="ch" forName="parent_text_2" refType="h" fact="0.4118"/>
              <dgm:constr type="w" for="ch" forName="parent_text_2" refType="w" fact="0.3553"/>
              <dgm:constr type="h" for="ch" forName="parent_text_2" refType="h" fact="0.3529"/>
              <dgm:constr type="l" for="ch" forName="accent_1" refType="w" fact="0.6316"/>
              <dgm:constr type="t" for="ch" forName="accent_1" refType="h" fact="0.7899"/>
              <dgm:constr type="w" for="ch" forName="accent_1" refType="w" fact="0.0395"/>
              <dgm:constr type="h" for="ch" forName="accent_1" refType="h" fact="0.126"/>
            </dgm:constrLst>
          </dgm:if>
          <dgm:else name="Name9">
            <dgm:constrLst>
              <dgm:constr type="primFontSz" for="des" ptType="node" op="equ" val="65"/>
              <dgm:constr type="l" for="ch" forName="image_accent_2" refType="w" fact="0.3747"/>
              <dgm:constr type="t" for="ch" forName="image_accent_2" refType="h" fact="0.3883"/>
              <dgm:constr type="w" for="ch" forName="image_accent_2" refType="w" fact="0.1253"/>
              <dgm:constr type="h" for="ch" forName="image_accent_2" refType="h" fact="0.4"/>
              <dgm:constr type="l" for="ch" forName="image_2" refType="w" fact="0.3821"/>
              <dgm:constr type="t" for="ch" forName="image_2" refType="h" fact="0.4118"/>
              <dgm:constr type="w" for="ch" forName="image_2" refType="w" fact="0.1105"/>
              <dgm:constr type="h" for="ch" forName="image_2" refType="h" fact="0.3529"/>
              <dgm:constr type="l" for="ch" forName="parent_text_1" refType="w" fact="0.6447"/>
              <dgm:constr type="t" for="ch" forName="parent_text_1" refType="h" fact="0"/>
              <dgm:constr type="w" for="ch" forName="parent_text_1" refType="w" fact="0.3553"/>
              <dgm:constr type="h" for="ch" forName="parent_text_1" refType="h" fact="0.215"/>
              <dgm:constr type="l" for="ch" forName="parent_text_2" refType="w" fact="0"/>
              <dgm:constr type="t" for="ch" forName="parent_text_2" refType="h" fact="0.4118"/>
              <dgm:constr type="w" for="ch" forName="parent_text_2" refType="w" fact="0.3553"/>
              <dgm:constr type="h" for="ch" forName="parent_text_2" refType="h" fact="0.3529"/>
              <dgm:constr type="l" for="ch" forName="image_accent_1" refType="w" fact="0.5263"/>
              <dgm:constr type="t" for="ch" forName="image_accent_1" refType="h" fact="0.2354"/>
              <dgm:constr type="w" for="ch" forName="image_accent_1" refType="w" fact="0.2394"/>
              <dgm:constr type="h" for="ch" forName="image_accent_1" refType="h" fact="0.7646"/>
              <dgm:constr type="l" for="ch" forName="image_1" refType="w" fact="0.5355"/>
              <dgm:constr type="t" for="ch" forName="image_1" refType="h" fact="0.2648"/>
              <dgm:constr type="w" for="ch" forName="image_1" refType="w" fact="0.2211"/>
              <dgm:constr type="h" for="ch" forName="image_1" refType="h" fact="0.7058"/>
              <dgm:constr type="l" for="ch" forName="accent_1" refType="w" fact="0.3289"/>
              <dgm:constr type="t" for="ch" forName="accent_1" refType="h" fact="0.7899"/>
              <dgm:constr type="w" for="ch" forName="accent_1" refType="w" fact="0.0395"/>
              <dgm:constr type="h" for="ch" forName="accent_1" refType="h" fact="0.126"/>
            </dgm:constrLst>
          </dgm:else>
        </dgm:choose>
      </dgm:if>
      <dgm:if name="Name10" axis="ch" ptType="node" func="cnt" op="equ" val="3">
        <dgm:alg type="composite">
          <dgm:param type="ar" val="2.4052"/>
        </dgm:alg>
        <dgm:choose name="Name11">
          <dgm:if name="Name12" func="var" arg="dir" op="equ" val="norm">
            <dgm:constrLst>
              <dgm:constr type="primFontSz" for="des" ptType="node" op="equ" val="65"/>
              <dgm:constr type="l" for="ch" forName="accent_3" refType="w" fact="0.6316"/>
              <dgm:constr type="t" for="ch" forName="accent_3" refType="h" fact="0.8355"/>
              <dgm:constr type="w" for="ch" forName="accent_3" refType="w" fact="0.0395"/>
              <dgm:constr type="h" for="ch" forName="accent_3" refType="h" fact="0.0949"/>
              <dgm:constr type="l" for="ch" forName="image_accent_2" refType="w" fact="0.4936"/>
              <dgm:constr type="t" for="ch" forName="image_accent_2" refType="h" fact="0.5329"/>
              <dgm:constr type="w" for="ch" forName="image_accent_2" refType="w" fact="0.1253"/>
              <dgm:constr type="h" for="ch" forName="image_accent_2" refType="h" fact="0.3013"/>
              <dgm:constr type="l" for="ch" forName="image_2" refType="w" fact="0.501"/>
              <dgm:constr type="t" for="ch" forName="image_2" refType="h" fact="0.5507"/>
              <dgm:constr type="w" for="ch" forName="image_2" refType="w" fact="0.1105"/>
              <dgm:constr type="h" for="ch" forName="image_2" refType="h" fact="0.2658"/>
              <dgm:constr type="l" for="ch" forName="image_accent_3" refType="w" fact="0.4446"/>
              <dgm:constr type="t" for="ch" forName="image_accent_3" refType="h" fact="0.1076"/>
              <dgm:constr type="w" for="ch" forName="image_accent_3" refType="w" fact="0.1606"/>
              <dgm:constr type="h" for="ch" forName="image_accent_3" refType="h" fact="0.3864"/>
              <dgm:constr type="l" for="ch" forName="image_3" refType="w" fact="0.4531"/>
              <dgm:constr type="t" for="ch" forName="image_3" refType="h" fact="0.128"/>
              <dgm:constr type="w" for="ch" forName="image_3" refType="w" fact="0.1437"/>
              <dgm:constr type="h" for="ch" forName="image_3" refType="h" fact="0.3456"/>
              <dgm:constr type="l" for="ch" forName="image_accent_1" refType="w" fact="0.2368"/>
              <dgm:constr type="t" for="ch" forName="image_accent_1" refType="h" fact="0.4241"/>
              <dgm:constr type="w" for="ch" forName="image_accent_1" refType="w" fact="0.2394"/>
              <dgm:constr type="h" for="ch" forName="image_accent_1" refType="h" fact="0.5759"/>
              <dgm:constr type="l" for="ch" forName="image_1" refType="w" fact="0.246"/>
              <dgm:constr type="t" for="ch" forName="image_1" refType="h" fact="0.4462"/>
              <dgm:constr type="w" for="ch" forName="image_1" refType="w" fact="0.2211"/>
              <dgm:constr type="h" for="ch" forName="image_1" refType="h" fact="0.5317"/>
              <dgm:constr type="l" for="ch" forName="parent_text_1" refType="w" fact="0"/>
              <dgm:constr type="t" for="ch" forName="parent_text_1" refType="h" fact="0.128"/>
              <dgm:constr type="w" for="ch" forName="parent_text_1" refType="w" fact="0.3553"/>
              <dgm:constr type="h" for="ch" forName="parent_text_1" refType="h" fact="0.2775"/>
              <dgm:constr type="l" for="ch" forName="accent_1" refType="w" fact="0.3895"/>
              <dgm:constr type="t" for="ch" forName="accent_1" refType="h" fact="0"/>
              <dgm:constr type="w" for="ch" forName="accent_1" refType="w" fact="0.0711"/>
              <dgm:constr type="h" for="ch" forName="accent_1" refType="h" fact="0.1709"/>
              <dgm:constr type="l" for="ch" forName="parent_text_2" refType="w" fact="0.6447"/>
              <dgm:constr type="t" for="ch" forName="parent_text_2" refType="h" fact="0.5507"/>
              <dgm:constr type="w" for="ch" forName="parent_text_2" refType="w" fact="0.3553"/>
              <dgm:constr type="h" for="ch" forName="parent_text_2" refType="h" fact="0.2658"/>
              <dgm:constr type="l" for="ch" forName="parent_text_3" refType="w" fact="0.6316"/>
              <dgm:constr type="t" for="ch" forName="parent_text_3" refType="h" fact="0.128"/>
              <dgm:constr type="w" for="ch" forName="parent_text_3" refType="w" fact="0.3553"/>
              <dgm:constr type="h" for="ch" forName="parent_text_3" refType="h" fact="0.3456"/>
              <dgm:constr type="l" for="ch" forName="accent_2" refType="w" fact="0.5789"/>
              <dgm:constr type="t" for="ch" forName="accent_2" refType="h" fact="0.0127"/>
              <dgm:constr type="w" for="ch" forName="accent_2" refType="w" fact="0.0526"/>
              <dgm:constr type="h" for="ch" forName="accent_2" refType="h" fact="0.1266"/>
            </dgm:constrLst>
          </dgm:if>
          <dgm:else name="Name13">
            <dgm:constrLst>
              <dgm:constr type="primFontSz" for="des" ptType="node" op="equ" val="65"/>
              <dgm:constr type="l" for="ch" forName="accent_1" refType="w" fact="0.3289"/>
              <dgm:constr type="t" for="ch" forName="accent_1" refType="h" fact="0.8355"/>
              <dgm:constr type="w" for="ch" forName="accent_1" refType="w" fact="0.0395"/>
              <dgm:constr type="h" for="ch" forName="accent_1" refType="h" fact="0.0949"/>
              <dgm:constr type="l" for="ch" forName="image_accent_2" refType="w" fact="0.3811"/>
              <dgm:constr type="t" for="ch" forName="image_accent_2" refType="h" fact="0.5329"/>
              <dgm:constr type="w" for="ch" forName="image_accent_2" refType="w" fact="0.1253"/>
              <dgm:constr type="h" for="ch" forName="image_accent_2" refType="h" fact="0.3013"/>
              <dgm:constr type="l" for="ch" forName="image_2" refType="w" fact="0.3885"/>
              <dgm:constr type="t" for="ch" forName="image_2" refType="h" fact="0.5507"/>
              <dgm:constr type="w" for="ch" forName="image_2" refType="w" fact="0.1105"/>
              <dgm:constr type="h" for="ch" forName="image_2" refType="h" fact="0.2658"/>
              <dgm:constr type="l" for="ch" forName="image_accent_3" refType="w" fact="0.3947"/>
              <dgm:constr type="t" for="ch" forName="image_accent_3" refType="h" fact="0.1076"/>
              <dgm:constr type="w" for="ch" forName="image_accent_3" refType="w" fact="0.1606"/>
              <dgm:constr type="h" for="ch" forName="image_accent_3" refType="h" fact="0.3864"/>
              <dgm:constr type="l" for="ch" forName="image_3" refType="w" fact="0.4032"/>
              <dgm:constr type="t" for="ch" forName="image_3" refType="h" fact="0.128"/>
              <dgm:constr type="w" for="ch" forName="image_3" refType="w" fact="0.1437"/>
              <dgm:constr type="h" for="ch" forName="image_3" refType="h" fact="0.3456"/>
              <dgm:constr type="l" for="ch" forName="image_accent_1" refType="w" fact="0.5237"/>
              <dgm:constr type="t" for="ch" forName="image_accent_1" refType="h" fact="0.4241"/>
              <dgm:constr type="w" for="ch" forName="image_accent_1" refType="w" fact="0.2394"/>
              <dgm:constr type="h" for="ch" forName="image_accent_1" refType="h" fact="0.5759"/>
              <dgm:constr type="l" for="ch" forName="image_1" refType="w" fact="0.5329"/>
              <dgm:constr type="t" for="ch" forName="image_1" refType="h" fact="0.4462"/>
              <dgm:constr type="w" for="ch" forName="image_1" refType="w" fact="0.2211"/>
              <dgm:constr type="h" for="ch" forName="image_1" refType="h" fact="0.5317"/>
              <dgm:constr type="l" for="ch" forName="parent_text_1" refType="w" fact="0.6447"/>
              <dgm:constr type="t" for="ch" forName="parent_text_1" refType="h" fact="0.128"/>
              <dgm:constr type="w" for="ch" forName="parent_text_1" refType="w" fact="0.3553"/>
              <dgm:constr type="h" for="ch" forName="parent_text_1" refType="h" fact="0.2775"/>
              <dgm:constr type="l" for="ch" forName="accent_2" refType="w" fact="0.5395"/>
              <dgm:constr type="t" for="ch" forName="accent_2" refType="h" fact="0"/>
              <dgm:constr type="w" for="ch" forName="accent_2" refType="w" fact="0.0711"/>
              <dgm:constr type="h" for="ch" forName="accent_2" refType="h" fact="0.1709"/>
              <dgm:constr type="l" for="ch" forName="parent_text_3" refType="w" fact="0.0132"/>
              <dgm:constr type="t" for="ch" forName="parent_text_3" refType="h" fact="0.128"/>
              <dgm:constr type="w" for="ch" forName="parent_text_3" refType="w" fact="0.3553"/>
              <dgm:constr type="h" for="ch" forName="parent_text_3" refType="h" fact="0.3456"/>
              <dgm:constr type="l" for="ch" forName="parent_text_2" refType="w" fact="0"/>
              <dgm:constr type="t" for="ch" forName="parent_text_2" refType="h" fact="0.5507"/>
              <dgm:constr type="w" for="ch" forName="parent_text_2" refType="w" fact="0.3553"/>
              <dgm:constr type="h" for="ch" forName="parent_text_2" refType="h" fact="0.2658"/>
              <dgm:constr type="l" for="ch" forName="accent_3" refType="w" fact="0.3684"/>
              <dgm:constr type="t" for="ch" forName="accent_3" refType="h" fact="0.0127"/>
              <dgm:constr type="w" for="ch" forName="accent_3" refType="w" fact="0.0526"/>
              <dgm:constr type="h" for="ch" forName="accent_3" refType="h" fact="0.1266"/>
            </dgm:constrLst>
          </dgm:else>
        </dgm:choose>
      </dgm:if>
      <dgm:if name="Name14" axis="ch" ptType="node" func="cnt" op="equ" val="4">
        <dgm:alg type="composite">
          <dgm:param type="ar" val="1.6704"/>
        </dgm:alg>
        <dgm:choose name="Name15">
          <dgm:if name="Name16" func="var" arg="dir" op="equ" val="norm">
            <dgm:constrLst>
              <dgm:constr type="primFontSz" for="des" ptType="node" op="equ" val="65"/>
              <dgm:constr type="l" for="ch" forName="image_accent_4" refType="w" fact="0.4626"/>
              <dgm:constr type="t" for="ch" forName="image_accent_4" refType="h" fact="0.1415"/>
              <dgm:constr type="w" for="ch" forName="image_accent_4" refType="w" fact="0.1126"/>
              <dgm:constr type="h" for="ch" forName="image_accent_4" refType="h" fact="0.1881"/>
              <dgm:constr type="l" for="ch" forName="image_4" refType="w" fact="0.4692"/>
              <dgm:constr type="t" for="ch" forName="image_4" refType="h" fact="0.1526"/>
              <dgm:constr type="w" for="ch" forName="image_4" refType="w" fact="0.0994"/>
              <dgm:constr type="h" for="ch" forName="image_4" refType="h" fact="0.166"/>
              <dgm:constr type="l" for="ch" forName="image_accent_2" refType="w" fact="0.4936"/>
              <dgm:constr type="t" for="ch" forName="image_accent_2" refType="h" fact="0.6756"/>
              <dgm:constr type="w" for="ch" forName="image_accent_2" refType="w" fact="0.1253"/>
              <dgm:constr type="h" for="ch" forName="image_accent_2" refType="h" fact="0.2092"/>
              <dgm:constr type="l" for="ch" forName="image_2" refType="w" fact="0.501"/>
              <dgm:constr type="t" for="ch" forName="image_2" refType="h" fact="0.6879"/>
              <dgm:constr type="w" for="ch" forName="image_2" refType="w" fact="0.1105"/>
              <dgm:constr type="h" for="ch" forName="image_2" refType="h" fact="0.1846"/>
              <dgm:constr type="l" for="ch" forName="image_accent_3" refType="w" fact="0.4446"/>
              <dgm:constr type="t" for="ch" forName="image_accent_3" refType="h" fact="0.3802"/>
              <dgm:constr type="w" for="ch" forName="image_accent_3" refType="w" fact="0.1606"/>
              <dgm:constr type="h" for="ch" forName="image_accent_3" refType="h" fact="0.2683"/>
              <dgm:constr type="l" for="ch" forName="image_3" refType="w" fact="0.4531"/>
              <dgm:constr type="t" for="ch" forName="image_3" refType="h" fact="0.3944"/>
              <dgm:constr type="w" for="ch" forName="image_3" refType="w" fact="0.1437"/>
              <dgm:constr type="h" for="ch" forName="image_3" refType="h" fact="0.24"/>
              <dgm:constr type="l" for="ch" forName="image_accent_1" refType="w" fact="0.2368"/>
              <dgm:constr type="t" for="ch" forName="image_accent_1" refType="h" fact="0.6"/>
              <dgm:constr type="w" for="ch" forName="image_accent_1" refType="w" fact="0.2394"/>
              <dgm:constr type="h" for="ch" forName="image_accent_1" refType="h" fact="0.4"/>
              <dgm:constr type="l" for="ch" forName="image_1" refType="w" fact="0.246"/>
              <dgm:constr type="t" for="ch" forName="image_1" refType="h" fact="0.6154"/>
              <dgm:constr type="w" for="ch" forName="image_1" refType="w" fact="0.2211"/>
              <dgm:constr type="h" for="ch" forName="image_1" refType="h" fact="0.3692"/>
              <dgm:constr type="l" for="ch" forName="parent_text_1" refType="w" fact="0"/>
              <dgm:constr type="t" for="ch" forName="parent_text_1" refType="h" fact="0.3944"/>
              <dgm:constr type="w" for="ch" forName="parent_text_1" refType="w" fact="0.3553"/>
              <dgm:constr type="h" for="ch" forName="parent_text_1" refType="h" fact="0.1931"/>
              <dgm:constr type="l" for="ch" forName="accent_1" refType="w" fact="0.3895"/>
              <dgm:constr type="t" for="ch" forName="accent_1" refType="h" fact="0.3055"/>
              <dgm:constr type="w" for="ch" forName="accent_1" refType="w" fact="0.0711"/>
              <dgm:constr type="h" for="ch" forName="accent_1" refType="h" fact="0.1187"/>
              <dgm:constr type="l" for="ch" forName="parent_text_3" refType="w" fact="0.6316"/>
              <dgm:constr type="t" for="ch" forName="parent_text_3" refType="h" fact="0.3944"/>
              <dgm:constr type="w" for="ch" forName="parent_text_3" refType="w" fact="0.3553"/>
              <dgm:constr type="h" for="ch" forName="parent_text_3" refType="h" fact="0.24"/>
              <dgm:constr type="l" for="ch" forName="parent_text_2" refType="w" fact="0.6447"/>
              <dgm:constr type="t" for="ch" forName="parent_text_2" refType="h" fact="0.6879"/>
              <dgm:constr type="w" for="ch" forName="parent_text_2" refType="w" fact="0.3553"/>
              <dgm:constr type="h" for="ch" forName="parent_text_2" refType="h" fact="0.1846"/>
              <dgm:constr type="l" for="ch" forName="accent_2" refType="w" fact="0.5347"/>
              <dgm:constr type="t" for="ch" forName="accent_2" refType="h" fact="0.044"/>
              <dgm:constr type="w" for="ch" forName="accent_2" refType="w" fact="0.0526"/>
              <dgm:constr type="h" for="ch" forName="accent_2" refType="h" fact="0.0879"/>
              <dgm:constr type="l" for="ch" forName="accent_3" refType="w" fact="0.6005"/>
              <dgm:constr type="t" for="ch" forName="accent_3" refType="h" fact="0"/>
              <dgm:constr type="w" for="ch" forName="accent_3" refType="w" fact="0.0263"/>
              <dgm:constr type="h" for="ch" forName="accent_3" refType="h" fact="0.044"/>
              <dgm:constr type="l" for="ch" forName="parent_text_4" refType="w" fact="0.6005"/>
              <dgm:constr type="t" for="ch" forName="parent_text_4" refType="h" fact="0.1526"/>
              <dgm:constr type="w" for="ch" forName="parent_text_4" refType="w" fact="0.3553"/>
              <dgm:constr type="h" for="ch" forName="parent_text_4" refType="h" fact="0.166"/>
              <dgm:constr type="l" for="ch" forName="accent_4" refType="w" fact="0.6268"/>
              <dgm:constr type="t" for="ch" forName="accent_4" refType="h" fact="0.8791"/>
              <dgm:constr type="w" for="ch" forName="accent_4" refType="w" fact="0.0395"/>
              <dgm:constr type="h" for="ch" forName="accent_4" refType="h" fact="0.0659"/>
            </dgm:constrLst>
          </dgm:if>
          <dgm:else name="Name17">
            <dgm:constrLst>
              <dgm:constr type="primFontSz" for="des" ptType="node" op="equ" val="65"/>
              <dgm:constr type="l" for="ch" forName="image_accent_4" refType="w" fact="0.4248"/>
              <dgm:constr type="t" for="ch" forName="image_accent_4" refType="h" fact="0.1415"/>
              <dgm:constr type="w" for="ch" forName="image_accent_4" refType="w" fact="0.1126"/>
              <dgm:constr type="h" for="ch" forName="image_accent_4" refType="h" fact="0.1881"/>
              <dgm:constr type="l" for="ch" forName="image_4" refType="w" fact="0.4314"/>
              <dgm:constr type="t" for="ch" forName="image_4" refType="h" fact="0.1526"/>
              <dgm:constr type="w" for="ch" forName="image_4" refType="w" fact="0.0994"/>
              <dgm:constr type="h" for="ch" forName="image_4" refType="h" fact="0.166"/>
              <dgm:constr type="l" for="ch" forName="image_accent_2" refType="w" fact="0.3811"/>
              <dgm:constr type="t" for="ch" forName="image_accent_2" refType="h" fact="0.6756"/>
              <dgm:constr type="w" for="ch" forName="image_accent_2" refType="w" fact="0.1253"/>
              <dgm:constr type="h" for="ch" forName="image_accent_2" refType="h" fact="0.2092"/>
              <dgm:constr type="l" for="ch" forName="image_2" refType="w" fact="0.3885"/>
              <dgm:constr type="t" for="ch" forName="image_2" refType="h" fact="0.6879"/>
              <dgm:constr type="w" for="ch" forName="image_2" refType="w" fact="0.1105"/>
              <dgm:constr type="h" for="ch" forName="image_2" refType="h" fact="0.1846"/>
              <dgm:constr type="l" for="ch" forName="image_accent_3" refType="w" fact="0.3947"/>
              <dgm:constr type="t" for="ch" forName="image_accent_3" refType="h" fact="0.3802"/>
              <dgm:constr type="w" for="ch" forName="image_accent_3" refType="w" fact="0.1606"/>
              <dgm:constr type="h" for="ch" forName="image_accent_3" refType="h" fact="0.2683"/>
              <dgm:constr type="l" for="ch" forName="image_3" refType="w" fact="0.4032"/>
              <dgm:constr type="t" for="ch" forName="image_3" refType="h" fact="0.3944"/>
              <dgm:constr type="w" for="ch" forName="image_3" refType="w" fact="0.1437"/>
              <dgm:constr type="h" for="ch" forName="image_3" refType="h" fact="0.24"/>
              <dgm:constr type="l" for="ch" forName="image_accent_1" refType="w" fact="0.5237"/>
              <dgm:constr type="t" for="ch" forName="image_accent_1" refType="h" fact="0.6"/>
              <dgm:constr type="w" for="ch" forName="image_accent_1" refType="w" fact="0.2394"/>
              <dgm:constr type="h" for="ch" forName="image_accent_1" refType="h" fact="0.4"/>
              <dgm:constr type="l" for="ch" forName="image_1" refType="w" fact="0.5329"/>
              <dgm:constr type="t" for="ch" forName="image_1" refType="h" fact="0.6154"/>
              <dgm:constr type="w" for="ch" forName="image_1" refType="w" fact="0.2211"/>
              <dgm:constr type="h" for="ch" forName="image_1" refType="h" fact="0.3692"/>
              <dgm:constr type="l" for="ch" forName="parent_text_1" refType="w" fact="0.6447"/>
              <dgm:constr type="t" for="ch" forName="parent_text_1" refType="h" fact="0.3944"/>
              <dgm:constr type="w" for="ch" forName="parent_text_1" refType="w" fact="0.3553"/>
              <dgm:constr type="h" for="ch" forName="parent_text_1" refType="h" fact="0.1931"/>
              <dgm:constr type="l" for="ch" forName="accent_1" refType="w" fact="0.5395"/>
              <dgm:constr type="t" for="ch" forName="accent_1" refType="h" fact="0.3055"/>
              <dgm:constr type="w" for="ch" forName="accent_1" refType="w" fact="0.0711"/>
              <dgm:constr type="h" for="ch" forName="accent_1" refType="h" fact="0.1187"/>
              <dgm:constr type="l" for="ch" forName="parent_text_3" refType="w" fact="0.0132"/>
              <dgm:constr type="t" for="ch" forName="parent_text_3" refType="h" fact="0.3944"/>
              <dgm:constr type="w" for="ch" forName="parent_text_3" refType="w" fact="0.3553"/>
              <dgm:constr type="h" for="ch" forName="parent_text_3" refType="h" fact="0.24"/>
              <dgm:constr type="l" for="ch" forName="parent_text_2" refType="w" fact="0"/>
              <dgm:constr type="t" for="ch" forName="parent_text_2" refType="h" fact="0.6879"/>
              <dgm:constr type="w" for="ch" forName="parent_text_2" refType="w" fact="0.3553"/>
              <dgm:constr type="h" for="ch" forName="parent_text_2" refType="h" fact="0.1846"/>
              <dgm:constr type="l" for="ch" forName="accent_2" refType="w" fact="0.4126"/>
              <dgm:constr type="t" for="ch" forName="accent_2" refType="h" fact="0.044"/>
              <dgm:constr type="w" for="ch" forName="accent_2" refType="w" fact="0.0526"/>
              <dgm:constr type="h" for="ch" forName="accent_2" refType="h" fact="0.0879"/>
              <dgm:constr type="l" for="ch" forName="accent_3" refType="w" fact="0.3732"/>
              <dgm:constr type="t" for="ch" forName="accent_3" refType="h" fact="0"/>
              <dgm:constr type="w" for="ch" forName="accent_3" refType="w" fact="0.0263"/>
              <dgm:constr type="h" for="ch" forName="accent_3" refType="h" fact="0.044"/>
              <dgm:constr type="l" for="ch" forName="parent_text_4" refType="w" fact="0.0442"/>
              <dgm:constr type="t" for="ch" forName="parent_text_4" refType="h" fact="0.1526"/>
              <dgm:constr type="w" for="ch" forName="parent_text_4" refType="w" fact="0.3553"/>
              <dgm:constr type="h" for="ch" forName="parent_text_4" refType="h" fact="0.166"/>
              <dgm:constr type="l" for="ch" forName="accent_4" refType="w" fact="0.3337"/>
              <dgm:constr type="t" for="ch" forName="accent_4" refType="h" fact="0.8791"/>
              <dgm:constr type="w" for="ch" forName="accent_4" refType="w" fact="0.0395"/>
              <dgm:constr type="h" for="ch" forName="accent_4" refType="h" fact="0.0659"/>
            </dgm:constrLst>
          </dgm:else>
        </dgm:choose>
      </dgm:if>
      <dgm:if name="Name18" axis="ch" ptType="node" func="cnt" op="equ" val="5">
        <dgm:alg type="composite">
          <dgm:param type="ar" val="1.5076"/>
        </dgm:alg>
        <dgm:choose name="Name19">
          <dgm:if name="Name20" func="var" arg="dir" op="equ" val="norm">
            <dgm:constrLst>
              <dgm:constr type="primFontSz" for="des" ptType="node" op="equ" val="65"/>
              <dgm:constr type="l" for="ch" forName="image_accent_5" refType="w" fact="0.5301"/>
              <dgm:constr type="t" for="ch" forName="image_accent_5" refType="h" fact="0.0862"/>
              <dgm:constr type="w" for="ch" forName="image_accent_5" refType="w" fact="0.1022"/>
              <dgm:constr type="h" for="ch" forName="image_accent_5" refType="h" fact="0.1541"/>
              <dgm:constr type="l" for="ch" forName="image_5" refType="w" fact="0.5361"/>
              <dgm:constr type="t" for="ch" forName="image_5" refType="h" fact="0.0953"/>
              <dgm:constr type="w" for="ch" forName="image_5" refType="w" fact="0.0902"/>
              <dgm:constr type="h" for="ch" forName="image_5" refType="h" fact="0.1359"/>
              <dgm:constr type="l" for="ch" forName="image_accent_4" refType="w" fact="0.4528"/>
              <dgm:constr type="t" for="ch" forName="image_accent_4" refType="h" fact="0.2416"/>
              <dgm:constr type="w" for="ch" forName="image_accent_4" refType="w" fact="0.1103"/>
              <dgm:constr type="h" for="ch" forName="image_accent_4" refType="h" fact="0.1662"/>
              <dgm:constr type="l" for="ch" forName="image_4" refType="w" fact="0.4593"/>
              <dgm:constr type="t" for="ch" forName="image_4" refType="h" fact="0.2513"/>
              <dgm:constr type="w" for="ch" forName="image_4" refType="w" fact="0.0973"/>
              <dgm:constr type="h" for="ch" forName="image_4" refType="h" fact="0.1467"/>
              <dgm:constr type="l" for="ch" forName="image_accent_2" refType="w" fact="0.4832"/>
              <dgm:constr type="t" for="ch" forName="image_accent_2" refType="h" fact="0.7134"/>
              <dgm:constr type="w" for="ch" forName="image_accent_2" refType="w" fact="0.1226"/>
              <dgm:constr type="h" for="ch" forName="image_accent_2" refType="h" fact="0.1849"/>
              <dgm:constr type="l" for="ch" forName="image_2" refType="w" fact="0.4904"/>
              <dgm:constr type="t" for="ch" forName="image_2" refType="h" fact="0.7243"/>
              <dgm:constr type="w" for="ch" forName="image_2" refType="w" fact="0.1082"/>
              <dgm:constr type="h" for="ch" forName="image_2" refType="h" fact="0.1631"/>
              <dgm:constr type="l" for="ch" forName="image_accent_3" refType="w" fact="0.4352"/>
              <dgm:constr type="t" for="ch" forName="image_accent_3" refType="h" fact="0.4525"/>
              <dgm:constr type="w" for="ch" forName="image_accent_3" refType="w" fact="0.1573"/>
              <dgm:constr type="h" for="ch" forName="image_accent_3" refType="h" fact="0.2371"/>
              <dgm:constr type="l" for="ch" forName="image_3" refType="w" fact="0.4435"/>
              <dgm:constr type="t" for="ch" forName="image_3" refType="h" fact="0.465"/>
              <dgm:constr type="w" for="ch" forName="image_3" refType="w" fact="0.1407"/>
              <dgm:constr type="h" for="ch" forName="image_3" refType="h" fact="0.212"/>
              <dgm:constr type="l" for="ch" forName="image_accent_1" refType="w" fact="0.2318"/>
              <dgm:constr type="t" for="ch" forName="image_accent_1" refType="h" fact="0.6466"/>
              <dgm:constr type="w" for="ch" forName="image_accent_1" refType="w" fact="0.2344"/>
              <dgm:constr type="h" for="ch" forName="image_accent_1" refType="h" fact="0.3534"/>
              <dgm:constr type="l" for="ch" forName="image_1" refType="w" fact="0.2408"/>
              <dgm:constr type="t" for="ch" forName="image_1" refType="h" fact="0.6602"/>
              <dgm:constr type="w" for="ch" forName="image_1" refType="w" fact="0.2164"/>
              <dgm:constr type="h" for="ch" forName="image_1" refType="h" fact="0.3262"/>
              <dgm:constr type="l" for="ch" forName="parent_text_1" refType="w" fact="0"/>
              <dgm:constr type="t" for="ch" forName="parent_text_1" refType="h" fact="0.465"/>
              <dgm:constr type="w" for="ch" forName="parent_text_1" refType="w" fact="0.3478"/>
              <dgm:constr type="h" for="ch" forName="parent_text_1" refType="h" fact="0.165"/>
              <dgm:constr type="l" for="ch" forName="accent_1" refType="w" fact="0.3813"/>
              <dgm:constr type="t" for="ch" forName="accent_1" refType="h" fact="0.3864"/>
              <dgm:constr type="w" for="ch" forName="accent_1" refType="w" fact="0.0696"/>
              <dgm:constr type="h" for="ch" forName="accent_1" refType="h" fact="0.1049"/>
              <dgm:constr type="l" for="ch" forName="parent_text_3" refType="w" fact="0.6182"/>
              <dgm:constr type="t" for="ch" forName="parent_text_3" refType="h" fact="0.465"/>
              <dgm:constr type="w" for="ch" forName="parent_text_3" refType="w" fact="0.3478"/>
              <dgm:constr type="h" for="ch" forName="parent_text_3" refType="h" fact="0.212"/>
              <dgm:constr type="l" for="ch" forName="parent_text_2" refType="w" fact="0.6311"/>
              <dgm:constr type="t" for="ch" forName="parent_text_2" refType="h" fact="0.7243"/>
              <dgm:constr type="w" for="ch" forName="parent_text_2" refType="w" fact="0.3478"/>
              <dgm:constr type="h" for="ch" forName="parent_text_2" refType="h" fact="0.1631"/>
              <dgm:constr type="l" for="ch" forName="parent_text_4" refType="w" fact="0.5878"/>
              <dgm:constr type="t" for="ch" forName="parent_text_4" refType="h" fact="0.2513"/>
              <dgm:constr type="w" for="ch" forName="parent_text_4" refType="w" fact="0.3478"/>
              <dgm:constr type="h" for="ch" forName="parent_text_4" refType="h" fact="0.1467"/>
              <dgm:constr type="l" for="ch" forName="accent_2" refType="w" fact="0.6265"/>
              <dgm:constr type="t" for="ch" forName="accent_2" refType="h" fact="0.0194"/>
              <dgm:constr type="w" for="ch" forName="accent_2" refType="w" fact="0.0515"/>
              <dgm:constr type="h" for="ch" forName="accent_2" refType="h" fact="0.0777"/>
              <dgm:constr type="l" for="ch" forName="accent_3" refType="w" fact="0.7038"/>
              <dgm:constr type="t" for="ch" forName="accent_3" refType="h" fact="0"/>
              <dgm:constr type="w" for="ch" forName="accent_3" refType="w" fact="0.0258"/>
              <dgm:constr type="h" for="ch" forName="accent_3" refType="h" fact="0.0388"/>
              <dgm:constr type="l" for="ch" forName="parent_text_5" refType="w" fact="0.6522"/>
              <dgm:constr type="t" for="ch" forName="parent_text_5" refType="h" fact="0.0953"/>
              <dgm:constr type="w" for="ch" forName="parent_text_5" refType="w" fact="0.3478"/>
              <dgm:constr type="h" for="ch" forName="parent_text_5" refType="h" fact="0.1359"/>
              <dgm:constr type="l" for="ch" forName="accent_4" refType="w" fact="0.6136"/>
              <dgm:constr type="t" for="ch" forName="accent_4" refType="h" fact="0.8932"/>
              <dgm:constr type="w" for="ch" forName="accent_4" refType="w" fact="0.0386"/>
              <dgm:constr type="h" for="ch" forName="accent_4" refType="h" fact="0.0583"/>
            </dgm:constrLst>
          </dgm:if>
          <dgm:else name="Name21">
            <dgm:constrLst>
              <dgm:constr type="primFontSz" for="des" ptType="node" op="equ" val="65"/>
              <dgm:constr type="l" for="ch" forName="image_accent_5" refType="w" fact="0.3677"/>
              <dgm:constr type="t" for="ch" forName="image_accent_5" refType="h" fact="0.0862"/>
              <dgm:constr type="w" for="ch" forName="image_accent_5" refType="w" fact="0.1022"/>
              <dgm:constr type="h" for="ch" forName="image_accent_5" refType="h" fact="0.1541"/>
              <dgm:constr type="l" for="ch" forName="image_5" refType="w" fact="0.3738"/>
              <dgm:constr type="t" for="ch" forName="image_5" refType="h" fact="0.0953"/>
              <dgm:constr type="w" for="ch" forName="image_5" refType="w" fact="0.0902"/>
              <dgm:constr type="h" for="ch" forName="image_5" refType="h" fact="0.1359"/>
              <dgm:constr type="l" for="ch" forName="image_accent_4" refType="w" fact="0.437"/>
              <dgm:constr type="t" for="ch" forName="image_accent_4" refType="h" fact="0.2416"/>
              <dgm:constr type="w" for="ch" forName="image_accent_4" refType="w" fact="0.1103"/>
              <dgm:constr type="h" for="ch" forName="image_accent_4" refType="h" fact="0.1662"/>
              <dgm:constr type="l" for="ch" forName="image_4" refType="w" fact="0.4434"/>
              <dgm:constr type="t" for="ch" forName="image_4" refType="h" fact="0.2513"/>
              <dgm:constr type="w" for="ch" forName="image_4" refType="w" fact="0.0973"/>
              <dgm:constr type="h" for="ch" forName="image_4" refType="h" fact="0.1467"/>
              <dgm:constr type="l" for="ch" forName="image_accent_2" refType="w" fact="0.3942"/>
              <dgm:constr type="t" for="ch" forName="image_accent_2" refType="h" fact="0.7134"/>
              <dgm:constr type="w" for="ch" forName="image_accent_2" refType="w" fact="0.1226"/>
              <dgm:constr type="h" for="ch" forName="image_accent_2" refType="h" fact="0.1849"/>
              <dgm:constr type="l" for="ch" forName="image_2" refType="w" fact="0.4014"/>
              <dgm:constr type="t" for="ch" forName="image_2" refType="h" fact="0.7243"/>
              <dgm:constr type="w" for="ch" forName="image_2" refType="w" fact="0.1082"/>
              <dgm:constr type="h" for="ch" forName="image_2" refType="h" fact="0.1631"/>
              <dgm:constr type="l" for="ch" forName="image_accent_3" refType="w" fact="0.4075"/>
              <dgm:constr type="t" for="ch" forName="image_accent_3" refType="h" fact="0.4525"/>
              <dgm:constr type="w" for="ch" forName="image_accent_3" refType="w" fact="0.1573"/>
              <dgm:constr type="h" for="ch" forName="image_accent_3" refType="h" fact="0.2371"/>
              <dgm:constr type="l" for="ch" forName="image_3" refType="w" fact="0.4158"/>
              <dgm:constr type="t" for="ch" forName="image_3" refType="h" fact="0.465"/>
              <dgm:constr type="w" for="ch" forName="image_3" refType="w" fact="0.1407"/>
              <dgm:constr type="h" for="ch" forName="image_3" refType="h" fact="0.212"/>
              <dgm:constr type="l" for="ch" forName="image_accent_1" refType="w" fact="0.5338"/>
              <dgm:constr type="t" for="ch" forName="image_accent_1" refType="h" fact="0.6466"/>
              <dgm:constr type="w" for="ch" forName="image_accent_1" refType="w" fact="0.2344"/>
              <dgm:constr type="h" for="ch" forName="image_accent_1" refType="h" fact="0.3534"/>
              <dgm:constr type="l" for="ch" forName="image_1" refType="w" fact="0.5428"/>
              <dgm:constr type="t" for="ch" forName="image_1" refType="h" fact="0.6602"/>
              <dgm:constr type="w" for="ch" forName="image_1" refType="w" fact="0.2164"/>
              <dgm:constr type="h" for="ch" forName="image_1" refType="h" fact="0.3262"/>
              <dgm:constr type="l" for="ch" forName="parent_text_1" refType="w" fact="0.6522"/>
              <dgm:constr type="t" for="ch" forName="parent_text_1" refType="h" fact="0.465"/>
              <dgm:constr type="w" for="ch" forName="parent_text_1" refType="w" fact="0.3478"/>
              <dgm:constr type="h" for="ch" forName="parent_text_1" refType="h" fact="0.165"/>
              <dgm:constr type="l" for="ch" forName="accent_1" refType="w" fact="0.5492"/>
              <dgm:constr type="t" for="ch" forName="accent_1" refType="h" fact="0.3864"/>
              <dgm:constr type="w" for="ch" forName="accent_1" refType="w" fact="0.0696"/>
              <dgm:constr type="h" for="ch" forName="accent_1" refType="h" fact="0.1049"/>
              <dgm:constr type="l" for="ch" forName="parent_text_3" refType="w" fact="0.034"/>
              <dgm:constr type="t" for="ch" forName="parent_text_3" refType="h" fact="0.465"/>
              <dgm:constr type="w" for="ch" forName="parent_text_3" refType="w" fact="0.3478"/>
              <dgm:constr type="h" for="ch" forName="parent_text_3" refType="h" fact="0.212"/>
              <dgm:constr type="l" for="ch" forName="parent_text_2" refType="w" fact="0.0211"/>
              <dgm:constr type="t" for="ch" forName="parent_text_2" refType="h" fact="0.7243"/>
              <dgm:constr type="w" for="ch" forName="parent_text_2" refType="w" fact="0.3478"/>
              <dgm:constr type="h" for="ch" forName="parent_text_2" refType="h" fact="0.1631"/>
              <dgm:constr type="l" for="ch" forName="parent_text_4" refType="w" fact="0.0644"/>
              <dgm:constr type="t" for="ch" forName="parent_text_4" refType="h" fact="0.2513"/>
              <dgm:constr type="w" for="ch" forName="parent_text_4" refType="w" fact="0.3478"/>
              <dgm:constr type="h" for="ch" forName="parent_text_4" refType="h" fact="0.1467"/>
              <dgm:constr type="l" for="ch" forName="accent_2" refType="w" fact="0.322"/>
              <dgm:constr type="t" for="ch" forName="accent_2" refType="h" fact="0.0194"/>
              <dgm:constr type="w" for="ch" forName="accent_2" refType="w" fact="0.0515"/>
              <dgm:constr type="h" for="ch" forName="accent_2" refType="h" fact="0.0777"/>
              <dgm:constr type="l" for="ch" forName="accent_3" refType="w" fact="0.2705"/>
              <dgm:constr type="t" for="ch" forName="accent_3" refType="h" fact="0"/>
              <dgm:constr type="w" for="ch" forName="accent_3" refType="w" fact="0.0258"/>
              <dgm:constr type="h" for="ch" forName="accent_3" refType="h" fact="0.0388"/>
              <dgm:constr type="l" for="ch" forName="parent_text_5" refType="w" fact="0"/>
              <dgm:constr type="t" for="ch" forName="parent_text_5" refType="h" fact="0.0953"/>
              <dgm:constr type="w" for="ch" forName="parent_text_5" refType="w" fact="0.3478"/>
              <dgm:constr type="h" for="ch" forName="parent_text_5" refType="h" fact="0.1359"/>
              <dgm:constr type="l" for="ch" forName="accent_4" refType="w" fact="0.3478"/>
              <dgm:constr type="t" for="ch" forName="accent_4" refType="h" fact="0.8932"/>
              <dgm:constr type="w" for="ch" forName="accent_4" refType="w" fact="0.0386"/>
              <dgm:constr type="h" for="ch" forName="accent_4" refType="h" fact="0.0583"/>
            </dgm:constrLst>
          </dgm:else>
        </dgm:choose>
      </dgm:if>
      <dgm:if name="Name22" axis="ch" ptType="node" func="cnt" op="equ" val="6">
        <dgm:alg type="composite">
          <dgm:param type="ar" val="1.1351"/>
        </dgm:alg>
        <dgm:choose name="Name23">
          <dgm:if name="Name24" func="var" arg="dir" op="equ" val="norm">
            <dgm:constrLst>
              <dgm:constr type="primFontSz" for="des" ptType="node" op="equ" val="65"/>
              <dgm:constr type="l" for="ch" forName="image_accent_6" refType="w" fact="0.3864"/>
              <dgm:constr type="t" for="ch" forName="image_accent_6" refType="h" fact="0.7456"/>
              <dgm:constr type="w" for="ch" forName="image_accent_6" refType="w" fact="0.1757"/>
              <dgm:constr type="h" for="ch" forName="image_accent_6" refType="h" fact="0.1995"/>
              <dgm:constr type="l" for="ch" forName="image_6" refType="w" fact="0.3957"/>
              <dgm:constr type="t" for="ch" forName="image_6" refType="h" fact="0.7561"/>
              <dgm:constr type="w" for="ch" forName="image_6" refType="w" fact="0.1572"/>
              <dgm:constr type="h" for="ch" forName="image_6" refType="h" fact="0.1784"/>
              <dgm:constr type="l" for="ch" forName="image_accent_5" refType="w" fact="0.5301"/>
              <dgm:constr type="t" for="ch" forName="image_accent_5" refType="h" fact="0.0649"/>
              <dgm:constr type="w" for="ch" forName="image_accent_5" refType="w" fact="0.1022"/>
              <dgm:constr type="h" for="ch" forName="image_accent_5" refType="h" fact="0.116"/>
              <dgm:constr type="l" for="ch" forName="image_5" refType="w" fact="0.5361"/>
              <dgm:constr type="t" for="ch" forName="image_5" refType="h" fact="0.0717"/>
              <dgm:constr type="w" for="ch" forName="image_5" refType="w" fact="0.0902"/>
              <dgm:constr type="h" for="ch" forName="image_5" refType="h" fact="0.1023"/>
              <dgm:constr type="l" for="ch" forName="image_accent_4" refType="w" fact="0.4528"/>
              <dgm:constr type="t" for="ch" forName="image_accent_4" refType="h" fact="0.1819"/>
              <dgm:constr type="w" for="ch" forName="image_accent_4" refType="w" fact="0.1103"/>
              <dgm:constr type="h" for="ch" forName="image_accent_4" refType="h" fact="0.1251"/>
              <dgm:constr type="l" for="ch" forName="image_4" refType="w" fact="0.4593"/>
              <dgm:constr type="t" for="ch" forName="image_4" refType="h" fact="0.1892"/>
              <dgm:constr type="w" for="ch" forName="image_4" refType="w" fact="0.0973"/>
              <dgm:constr type="h" for="ch" forName="image_4" refType="h" fact="0.1104"/>
              <dgm:constr type="l" for="ch" forName="image_accent_2" refType="w" fact="0.4832"/>
              <dgm:constr type="t" for="ch" forName="image_accent_2" refType="h" fact="0.5371"/>
              <dgm:constr type="w" for="ch" forName="image_accent_2" refType="w" fact="0.1226"/>
              <dgm:constr type="h" for="ch" forName="image_accent_2" refType="h" fact="0.1392"/>
              <dgm:constr type="l" for="ch" forName="image_2" refType="w" fact="0.4904"/>
              <dgm:constr type="t" for="ch" forName="image_2" refType="h" fact="0.5453"/>
              <dgm:constr type="w" for="ch" forName="image_2" refType="w" fact="0.1082"/>
              <dgm:constr type="h" for="ch" forName="image_2" refType="h" fact="0.1228"/>
              <dgm:constr type="l" for="ch" forName="image_accent_3" refType="w" fact="0.4352"/>
              <dgm:constr type="t" for="ch" forName="image_accent_3" refType="h" fact="0.3407"/>
              <dgm:constr type="w" for="ch" forName="image_accent_3" refType="w" fact="0.1573"/>
              <dgm:constr type="h" for="ch" forName="image_accent_3" refType="h" fact="0.1785"/>
              <dgm:constr type="l" for="ch" forName="image_3" refType="w" fact="0.4435"/>
              <dgm:constr type="t" for="ch" forName="image_3" refType="h" fact="0.3501"/>
              <dgm:constr type="w" for="ch" forName="image_3" refType="w" fact="0.1407"/>
              <dgm:constr type="h" for="ch" forName="image_3" refType="h" fact="0.1596"/>
              <dgm:constr type="l" for="ch" forName="image_accent_1" refType="w" fact="0.2318"/>
              <dgm:constr type="t" for="ch" forName="image_accent_1" refType="h" fact="0.4869"/>
              <dgm:constr type="w" for="ch" forName="image_accent_1" refType="w" fact="0.2344"/>
              <dgm:constr type="h" for="ch" forName="image_accent_1" refType="h" fact="0.2661"/>
              <dgm:constr type="l" for="ch" forName="image_1" refType="w" fact="0.2401"/>
              <dgm:constr type="t" for="ch" forName="image_1" refType="h" fact="0.4971"/>
              <dgm:constr type="w" for="ch" forName="image_1" refType="w" fact="0.2164"/>
              <dgm:constr type="h" for="ch" forName="image_1" refType="h" fact="0.2456"/>
              <dgm:constr type="l" for="ch" forName="parent_text_1" refType="w" fact="0"/>
              <dgm:constr type="t" for="ch" forName="parent_text_1" refType="h" fact="0.3501"/>
              <dgm:constr type="w" for="ch" forName="parent_text_1" refType="w" fact="0.3478"/>
              <dgm:constr type="h" for="ch" forName="parent_text_1" refType="h" fact="0.125"/>
              <dgm:constr type="l" for="ch" forName="accent_1" refType="w" fact="0.3813"/>
              <dgm:constr type="t" for="ch" forName="accent_1" refType="h" fact="0.2909"/>
              <dgm:constr type="w" for="ch" forName="accent_1" refType="w" fact="0.0696"/>
              <dgm:constr type="h" for="ch" forName="accent_1" refType="h" fact="0.0789"/>
              <dgm:constr type="l" for="ch" forName="parent_text_2" refType="w" fact="0.6311"/>
              <dgm:constr type="t" for="ch" forName="parent_text_2" refType="h" fact="0.5453"/>
              <dgm:constr type="w" for="ch" forName="parent_text_2" refType="w" fact="0.3478"/>
              <dgm:constr type="h" for="ch" forName="parent_text_2" refType="h" fact="0.1228"/>
              <dgm:constr type="l" for="ch" forName="parent_text_4" refType="w" fact="0.5878"/>
              <dgm:constr type="t" for="ch" forName="parent_text_4" refType="h" fact="0.1892"/>
              <dgm:constr type="w" for="ch" forName="parent_text_4" refType="w" fact="0.3478"/>
              <dgm:constr type="h" for="ch" forName="parent_text_4" refType="h" fact="0.1104"/>
              <dgm:constr type="l" for="ch" forName="accent_2" refType="w" fact="0.6265"/>
              <dgm:constr type="t" for="ch" forName="accent_2" refType="h" fact="0.0146"/>
              <dgm:constr type="w" for="ch" forName="accent_2" refType="w" fact="0.0515"/>
              <dgm:constr type="h" for="ch" forName="accent_2" refType="h" fact="0.0585"/>
              <dgm:constr type="l" for="ch" forName="accent_3" refType="w" fact="0.7038"/>
              <dgm:constr type="t" for="ch" forName="accent_3" refType="h" fact="0"/>
              <dgm:constr type="w" for="ch" forName="accent_3" refType="w" fact="0.0258"/>
              <dgm:constr type="h" for="ch" forName="accent_3" refType="h" fact="0.0292"/>
              <dgm:constr type="l" for="ch" forName="parent_text_5" refType="w" fact="0.6522"/>
              <dgm:constr type="t" for="ch" forName="parent_text_5" refType="h" fact="0.0717"/>
              <dgm:constr type="w" for="ch" forName="parent_text_5" refType="w" fact="0.3478"/>
              <dgm:constr type="h" for="ch" forName="parent_text_5" refType="h" fact="0.1023"/>
              <dgm:constr type="l" for="ch" forName="parent_text_3" refType="w" fact="0.6182"/>
              <dgm:constr type="t" for="ch" forName="parent_text_3" refType="h" fact="0.3501"/>
              <dgm:constr type="w" for="ch" forName="parent_text_3" refType="w" fact="0.3478"/>
              <dgm:constr type="h" for="ch" forName="parent_text_3" refType="h" fact="0.1596"/>
              <dgm:constr type="l" for="ch" forName="accent_4" refType="w" fact="0.5538"/>
              <dgm:constr type="t" for="ch" forName="accent_4" refType="h" fact="0.9211"/>
              <dgm:constr type="w" for="ch" forName="accent_4" refType="w" fact="0.0696"/>
              <dgm:constr type="h" for="ch" forName="accent_4" refType="h" fact="0.0789"/>
              <dgm:constr type="l" for="ch" forName="parent_text_6" refType="w" fact="0.0195"/>
              <dgm:constr type="t" for="ch" forName="parent_text_6" refType="h" fact="0.7561"/>
              <dgm:constr type="w" for="ch" forName="parent_text_6" refType="w" fact="0.3478"/>
              <dgm:constr type="h" for="ch" forName="parent_text_6" refType="h" fact="0.1784"/>
              <dgm:constr type="l" for="ch" forName="accent_5" refType="w" fact="0.6182"/>
              <dgm:constr type="t" for="ch" forName="accent_5" refType="h" fact="0.6725"/>
              <dgm:constr type="w" for="ch" forName="accent_5" refType="w" fact="0.0386"/>
              <dgm:constr type="h" for="ch" forName="accent_5" refType="h" fact="0.0439"/>
            </dgm:constrLst>
          </dgm:if>
          <dgm:else name="Name25">
            <dgm:constrLst>
              <dgm:constr type="primFontSz" for="des" ptType="node" op="equ" val="65"/>
              <dgm:constr type="l" for="ch" forName="image_accent_6" refType="w" fact="0.4379"/>
              <dgm:constr type="t" for="ch" forName="image_accent_6" refType="h" fact="0.7456"/>
              <dgm:constr type="w" for="ch" forName="image_accent_6" refType="w" fact="0.1757"/>
              <dgm:constr type="h" for="ch" forName="image_accent_6" refType="h" fact="0.1995"/>
              <dgm:constr type="l" for="ch" forName="image_6" refType="w" fact="0.4471"/>
              <dgm:constr type="t" for="ch" forName="image_6" refType="h" fact="0.7561"/>
              <dgm:constr type="w" for="ch" forName="image_6" refType="w" fact="0.1572"/>
              <dgm:constr type="h" for="ch" forName="image_6" refType="h" fact="0.1784"/>
              <dgm:constr type="l" for="ch" forName="image_accent_5" refType="w" fact="0.3677"/>
              <dgm:constr type="t" for="ch" forName="image_accent_5" refType="h" fact="0.0649"/>
              <dgm:constr type="w" for="ch" forName="image_accent_5" refType="w" fact="0.1022"/>
              <dgm:constr type="h" for="ch" forName="image_accent_5" refType="h" fact="0.116"/>
              <dgm:constr type="l" for="ch" forName="image_5" refType="w" fact="0.3738"/>
              <dgm:constr type="t" for="ch" forName="image_5" refType="h" fact="0.0717"/>
              <dgm:constr type="w" for="ch" forName="image_5" refType="w" fact="0.0902"/>
              <dgm:constr type="h" for="ch" forName="image_5" refType="h" fact="0.1023"/>
              <dgm:constr type="l" for="ch" forName="image_accent_4" refType="w" fact="0.437"/>
              <dgm:constr type="t" for="ch" forName="image_accent_4" refType="h" fact="0.1819"/>
              <dgm:constr type="w" for="ch" forName="image_accent_4" refType="w" fact="0.1103"/>
              <dgm:constr type="h" for="ch" forName="image_accent_4" refType="h" fact="0.1251"/>
              <dgm:constr type="l" for="ch" forName="image_4" refType="w" fact="0.4434"/>
              <dgm:constr type="t" for="ch" forName="image_4" refType="h" fact="0.1892"/>
              <dgm:constr type="w" for="ch" forName="image_4" refType="w" fact="0.0973"/>
              <dgm:constr type="h" for="ch" forName="image_4" refType="h" fact="0.1104"/>
              <dgm:constr type="l" for="ch" forName="image_accent_2" refType="w" fact="0.3942"/>
              <dgm:constr type="t" for="ch" forName="image_accent_2" refType="h" fact="0.5371"/>
              <dgm:constr type="w" for="ch" forName="image_accent_2" refType="w" fact="0.1226"/>
              <dgm:constr type="h" for="ch" forName="image_accent_2" refType="h" fact="0.1392"/>
              <dgm:constr type="l" for="ch" forName="image_2" refType="w" fact="0.4014"/>
              <dgm:constr type="t" for="ch" forName="image_2" refType="h" fact="0.5453"/>
              <dgm:constr type="w" for="ch" forName="image_2" refType="w" fact="0.1082"/>
              <dgm:constr type="h" for="ch" forName="image_2" refType="h" fact="0.1228"/>
              <dgm:constr type="l" for="ch" forName="image_accent_3" refType="w" fact="0.4075"/>
              <dgm:constr type="t" for="ch" forName="image_accent_3" refType="h" fact="0.3407"/>
              <dgm:constr type="w" for="ch" forName="image_accent_3" refType="w" fact="0.1573"/>
              <dgm:constr type="h" for="ch" forName="image_accent_3" refType="h" fact="0.1785"/>
              <dgm:constr type="l" for="ch" forName="image_3" refType="w" fact="0.4158"/>
              <dgm:constr type="t" for="ch" forName="image_3" refType="h" fact="0.3501"/>
              <dgm:constr type="w" for="ch" forName="image_3" refType="w" fact="0.1407"/>
              <dgm:constr type="h" for="ch" forName="image_3" refType="h" fact="0.1596"/>
              <dgm:constr type="l" for="ch" forName="image_accent_1" refType="w" fact="0.5338"/>
              <dgm:constr type="t" for="ch" forName="image_accent_1" refType="h" fact="0.4869"/>
              <dgm:constr type="w" for="ch" forName="image_accent_1" refType="w" fact="0.2344"/>
              <dgm:constr type="h" for="ch" forName="image_accent_1" refType="h" fact="0.2661"/>
              <dgm:constr type="l" for="ch" forName="image_1" refType="w" fact="0.5435"/>
              <dgm:constr type="t" for="ch" forName="image_1" refType="h" fact="0.4971"/>
              <dgm:constr type="w" for="ch" forName="image_1" refType="w" fact="0.2164"/>
              <dgm:constr type="h" for="ch" forName="image_1" refType="h" fact="0.2456"/>
              <dgm:constr type="l" for="ch" forName="parent_text_1" refType="w" fact="0.6522"/>
              <dgm:constr type="t" for="ch" forName="parent_text_1" refType="h" fact="0.3501"/>
              <dgm:constr type="w" for="ch" forName="parent_text_1" refType="w" fact="0.3478"/>
              <dgm:constr type="h" for="ch" forName="parent_text_1" refType="h" fact="0.125"/>
              <dgm:constr type="l" for="ch" forName="accent_1" refType="w" fact="0.5492"/>
              <dgm:constr type="t" for="ch" forName="accent_1" refType="h" fact="0.2909"/>
              <dgm:constr type="w" for="ch" forName="accent_1" refType="w" fact="0.0696"/>
              <dgm:constr type="h" for="ch" forName="accent_1" refType="h" fact="0.0789"/>
              <dgm:constr type="l" for="ch" forName="parent_text_2" refType="w" fact="0.0211"/>
              <dgm:constr type="t" for="ch" forName="parent_text_2" refType="h" fact="0.5453"/>
              <dgm:constr type="w" for="ch" forName="parent_text_2" refType="w" fact="0.3478"/>
              <dgm:constr type="h" for="ch" forName="parent_text_2" refType="h" fact="0.1228"/>
              <dgm:constr type="l" for="ch" forName="parent_text_4" refType="w" fact="0.0644"/>
              <dgm:constr type="t" for="ch" forName="parent_text_4" refType="h" fact="0.1892"/>
              <dgm:constr type="w" for="ch" forName="parent_text_4" refType="w" fact="0.3478"/>
              <dgm:constr type="h" for="ch" forName="parent_text_4" refType="h" fact="0.1104"/>
              <dgm:constr type="l" for="ch" forName="accent_2" refType="w" fact="0.322"/>
              <dgm:constr type="t" for="ch" forName="accent_2" refType="h" fact="0.0146"/>
              <dgm:constr type="w" for="ch" forName="accent_2" refType="w" fact="0.0515"/>
              <dgm:constr type="h" for="ch" forName="accent_2" refType="h" fact="0.0585"/>
              <dgm:constr type="l" for="ch" forName="accent_3" refType="w" fact="0.2705"/>
              <dgm:constr type="t" for="ch" forName="accent_3" refType="h" fact="0"/>
              <dgm:constr type="w" for="ch" forName="accent_3" refType="w" fact="0.0258"/>
              <dgm:constr type="h" for="ch" forName="accent_3" refType="h" fact="0.0292"/>
              <dgm:constr type="l" for="ch" forName="parent_text_5" refType="w" fact="0"/>
              <dgm:constr type="t" for="ch" forName="parent_text_5" refType="h" fact="0.0717"/>
              <dgm:constr type="w" for="ch" forName="parent_text_5" refType="w" fact="0.3478"/>
              <dgm:constr type="h" for="ch" forName="parent_text_5" refType="h" fact="0.1023"/>
              <dgm:constr type="l" for="ch" forName="parent_text_3" refType="w" fact="0.034"/>
              <dgm:constr type="t" for="ch" forName="parent_text_3" refType="h" fact="0.3501"/>
              <dgm:constr type="w" for="ch" forName="parent_text_3" refType="w" fact="0.3478"/>
              <dgm:constr type="h" for="ch" forName="parent_text_3" refType="h" fact="0.1596"/>
              <dgm:constr type="l" for="ch" forName="accent_4" refType="w" fact="0.3766"/>
              <dgm:constr type="t" for="ch" forName="accent_4" refType="h" fact="0.9211"/>
              <dgm:constr type="w" for="ch" forName="accent_4" refType="w" fact="0.0696"/>
              <dgm:constr type="h" for="ch" forName="accent_4" refType="h" fact="0.0789"/>
              <dgm:constr type="l" for="ch" forName="parent_text_6" refType="w" fact="0.6328"/>
              <dgm:constr type="t" for="ch" forName="parent_text_6" refType="h" fact="0.7561"/>
              <dgm:constr type="w" for="ch" forName="parent_text_6" refType="w" fact="0.3478"/>
              <dgm:constr type="h" for="ch" forName="parent_text_6" refType="h" fact="0.1784"/>
              <dgm:constr type="l" for="ch" forName="accent_5" refType="w" fact="0.3431"/>
              <dgm:constr type="t" for="ch" forName="accent_5" refType="h" fact="0.6725"/>
              <dgm:constr type="w" for="ch" forName="accent_5" refType="w" fact="0.0386"/>
              <dgm:constr type="h" for="ch" forName="accent_5" refType="h" fact="0.0439"/>
            </dgm:constrLst>
          </dgm:else>
        </dgm:choose>
      </dgm:if>
      <dgm:if name="Name26" axis="ch" ptType="node" func="cnt" op="equ" val="7">
        <dgm:alg type="composite">
          <dgm:param type="ar" val="1.0352"/>
        </dgm:alg>
        <dgm:choose name="Name27">
          <dgm:if name="Name28" func="var" arg="dir" op="equ" val="norm">
            <dgm:constrLst>
              <dgm:constr type="primFontSz" for="des" ptType="node" op="equ" val="65"/>
              <dgm:constr type="l" for="ch" forName="accent_1" refType="w" fact="0.7553"/>
              <dgm:constr type="t" for="ch" forName="accent_1" refType="h" fact="0.96"/>
              <dgm:constr type="w" for="ch" forName="accent_1" refType="w" fact="0.0386"/>
              <dgm:constr type="h" for="ch" forName="accent_1" refType="h" fact="0.04"/>
              <dgm:constr type="l" for="ch" forName="image_accent_2" refType="w" fact="0.4832"/>
              <dgm:constr type="t" for="ch" forName="image_accent_2" refType="h" fact="0.4899"/>
              <dgm:constr type="w" for="ch" forName="image_accent_2" refType="w" fact="0.1226"/>
              <dgm:constr type="h" for="ch" forName="image_accent_2" refType="h" fact="0.1269"/>
              <dgm:constr type="l" for="ch" forName="image_2" refType="w" fact="0.4904"/>
              <dgm:constr type="t" for="ch" forName="image_2" refType="h" fact="0.4973"/>
              <dgm:constr type="w" for="ch" forName="image_2" refType="w" fact="0.1082"/>
              <dgm:constr type="h" for="ch" forName="image_2" refType="h" fact="0.112"/>
              <dgm:constr type="l" for="ch" forName="image_accent_3" refType="w" fact="0.4352"/>
              <dgm:constr type="t" for="ch" forName="image_accent_3" refType="h" fact="0.3107"/>
              <dgm:constr type="w" for="ch" forName="image_accent_3" refType="w" fact="0.1573"/>
              <dgm:constr type="h" for="ch" forName="image_accent_3" refType="h" fact="0.1628"/>
              <dgm:constr type="l" for="ch" forName="image_3" refType="w" fact="0.4435"/>
              <dgm:constr type="t" for="ch" forName="image_3" refType="h" fact="0.3193"/>
              <dgm:constr type="w" for="ch" forName="image_3" refType="w" fact="0.1407"/>
              <dgm:constr type="h" for="ch" forName="image_3" refType="h" fact="0.1456"/>
              <dgm:constr type="l" for="ch" forName="image_accent_4" refType="w" fact="0.4528"/>
              <dgm:constr type="t" for="ch" forName="image_accent_4" refType="h" fact="0.1659"/>
              <dgm:constr type="w" for="ch" forName="image_accent_4" refType="w" fact="0.1103"/>
              <dgm:constr type="h" for="ch" forName="image_accent_4" refType="h" fact="0.1141"/>
              <dgm:constr type="l" for="ch" forName="image_4" refType="w" fact="0.4593"/>
              <dgm:constr type="t" for="ch" forName="image_4" refType="h" fact="0.1726"/>
              <dgm:constr type="w" for="ch" forName="image_4" refType="w" fact="0.0973"/>
              <dgm:constr type="h" for="ch" forName="image_4" refType="h" fact="0.1007"/>
              <dgm:constr type="l" for="ch" forName="image_accent_5" refType="w" fact="0.5301"/>
              <dgm:constr type="t" for="ch" forName="image_accent_5" refType="h" fact="0.0592"/>
              <dgm:constr type="w" for="ch" forName="image_accent_5" refType="w" fact="0.1022"/>
              <dgm:constr type="h" for="ch" forName="image_accent_5" refType="h" fact="0.1058"/>
              <dgm:constr type="l" for="ch" forName="image_5" refType="w" fact="0.5361"/>
              <dgm:constr type="t" for="ch" forName="image_5" refType="h" fact="0.0654"/>
              <dgm:constr type="w" for="ch" forName="image_5" refType="w" fact="0.0902"/>
              <dgm:constr type="h" for="ch" forName="image_5" refType="h" fact="0.0933"/>
              <dgm:constr type="l" for="ch" forName="image_accent_6" refType="w" fact="0.3864"/>
              <dgm:constr type="t" for="ch" forName="image_accent_6" refType="h" fact="0.68"/>
              <dgm:constr type="w" for="ch" forName="image_accent_6" refType="w" fact="0.1757"/>
              <dgm:constr type="h" for="ch" forName="image_accent_6" refType="h" fact="0.1819"/>
              <dgm:constr type="l" for="ch" forName="image_6" refType="w" fact="0.3957"/>
              <dgm:constr type="t" for="ch" forName="image_6" refType="h" fact="0.6896"/>
              <dgm:constr type="w" for="ch" forName="image_6" refType="w" fact="0.1572"/>
              <dgm:constr type="h" for="ch" forName="image_6" refType="h" fact="0.1627"/>
              <dgm:constr type="l" for="ch" forName="image_accent_7" refType="w" fact="0.5291"/>
              <dgm:constr type="t" for="ch" forName="image_accent_7" refType="h" fact="0.8325"/>
              <dgm:constr type="w" for="ch" forName="image_accent_7" refType="w" fact="0.1103"/>
              <dgm:constr type="h" for="ch" forName="image_accent_7" refType="h" fact="0.1141"/>
              <dgm:constr type="l" for="ch" forName="image_7" refType="w" fact="0.5356"/>
              <dgm:constr type="t" for="ch" forName="image_7" refType="h" fact="0.8392"/>
              <dgm:constr type="w" for="ch" forName="image_7" refType="w" fact="0.0973"/>
              <dgm:constr type="h" for="ch" forName="image_7" refType="h" fact="0.1007"/>
              <dgm:constr type="l" for="ch" forName="image_accent_1" refType="w" fact="0.2318"/>
              <dgm:constr type="t" for="ch" forName="image_accent_1" refType="h" fact="0.444"/>
              <dgm:constr type="w" for="ch" forName="image_accent_1" refType="w" fact="0.2344"/>
              <dgm:constr type="h" for="ch" forName="image_accent_1" refType="h" fact="0.2426"/>
              <dgm:constr type="l" for="ch" forName="image_1" refType="w" fact="0.2408"/>
              <dgm:constr type="t" for="ch" forName="image_1" refType="h" fact="0.4533"/>
              <dgm:constr type="w" for="ch" forName="image_1" refType="w" fact="0.2164"/>
              <dgm:constr type="h" for="ch" forName="image_1" refType="h" fact="0.224"/>
              <dgm:constr type="l" for="ch" forName="parent_text_1" refType="w" fact="0"/>
              <dgm:constr type="t" for="ch" forName="parent_text_1" refType="h" fact="0.3193"/>
              <dgm:constr type="w" for="ch" forName="parent_text_1" refType="w" fact="0.3478"/>
              <dgm:constr type="h" for="ch" forName="parent_text_1" refType="h" fact="0.115"/>
              <dgm:constr type="l" for="ch" forName="accent_2" refType="w" fact="0.3813"/>
              <dgm:constr type="t" for="ch" forName="accent_2" refType="h" fact="0.2653"/>
              <dgm:constr type="w" for="ch" forName="accent_2" refType="w" fact="0.0696"/>
              <dgm:constr type="h" for="ch" forName="accent_2" refType="h" fact="0.072"/>
              <dgm:constr type="l" for="ch" forName="parent_text_2" refType="w" fact="0.6311"/>
              <dgm:constr type="t" for="ch" forName="parent_text_2" refType="h" fact="0.4973"/>
              <dgm:constr type="w" for="ch" forName="parent_text_2" refType="w" fact="0.3478"/>
              <dgm:constr type="h" for="ch" forName="parent_text_2" refType="h" fact="0.112"/>
              <dgm:constr type="l" for="ch" forName="parent_text_4" refType="w" fact="0.5878"/>
              <dgm:constr type="t" for="ch" forName="parent_text_4" refType="h" fact="0.1726"/>
              <dgm:constr type="w" for="ch" forName="parent_text_4" refType="w" fact="0.3478"/>
              <dgm:constr type="h" for="ch" forName="parent_text_4" refType="h" fact="0.1007"/>
              <dgm:constr type="l" for="ch" forName="accent_3" refType="w" fact="0.7038"/>
              <dgm:constr type="t" for="ch" forName="accent_3" refType="h" fact="0"/>
              <dgm:constr type="w" for="ch" forName="accent_3" refType="w" fact="0.0258"/>
              <dgm:constr type="h" for="ch" forName="accent_3" refType="h" fact="0.0267"/>
              <dgm:constr type="l" for="ch" forName="parent_text_5" refType="w" fact="0.6522"/>
              <dgm:constr type="t" for="ch" forName="parent_text_5" refType="h" fact="0.0654"/>
              <dgm:constr type="w" for="ch" forName="parent_text_5" refType="w" fact="0.3478"/>
              <dgm:constr type="h" for="ch" forName="parent_text_5" refType="h" fact="0.0933"/>
              <dgm:constr type="l" for="ch" forName="parent_text_3" refType="w" fact="0.6182"/>
              <dgm:constr type="t" for="ch" forName="parent_text_3" refType="h" fact="0.3193"/>
              <dgm:constr type="w" for="ch" forName="parent_text_3" refType="w" fact="0.3478"/>
              <dgm:constr type="h" for="ch" forName="parent_text_3" refType="h" fact="0.1456"/>
              <dgm:constr type="l" for="ch" forName="parent_text_6" refType="w" fact="0.02"/>
              <dgm:constr type="t" for="ch" forName="parent_text_6" refType="h" fact="0.6896"/>
              <dgm:constr type="w" for="ch" forName="parent_text_6" refType="w" fact="0.3478"/>
              <dgm:constr type="h" for="ch" forName="parent_text_6" refType="h" fact="0.1627"/>
              <dgm:constr type="l" for="ch" forName="accent_4" refType="w" fact="0.6265"/>
              <dgm:constr type="t" for="ch" forName="accent_4" refType="h" fact="0.0213"/>
              <dgm:constr type="w" for="ch" forName="accent_4" refType="w" fact="0.0515"/>
              <dgm:constr type="h" for="ch" forName="accent_4" refType="h" fact="0.0533"/>
              <dgm:constr type="l" for="ch" forName="accent_5" refType="w" fact="0.6522"/>
              <dgm:constr type="t" for="ch" forName="accent_5" refType="h" fact="0.92"/>
              <dgm:constr type="w" for="ch" forName="accent_5" refType="w" fact="0.0696"/>
              <dgm:constr type="h" for="ch" forName="accent_5" refType="h" fact="0.072"/>
              <dgm:constr type="l" for="ch" forName="parent_text_7" refType="w" fact="0.105"/>
              <dgm:constr type="t" for="ch" forName="parent_text_7" refType="h" fact="0.87"/>
              <dgm:constr type="w" for="ch" forName="parent_text_7" refType="w" fact="0.407"/>
              <dgm:constr type="h" for="ch" forName="parent_text_7" refType="h" fact="0.13"/>
              <dgm:constr type="l" for="ch" forName="accent_6" refType="w" fact="0.6136"/>
              <dgm:constr type="t" for="ch" forName="accent_6" refType="h" fact="0.6133"/>
              <dgm:constr type="w" for="ch" forName="accent_6" refType="w" fact="0.0386"/>
              <dgm:constr type="h" for="ch" forName="accent_6" refType="h" fact="0.04"/>
            </dgm:constrLst>
          </dgm:if>
          <dgm:else name="Name29">
            <dgm:constrLst>
              <dgm:constr type="primFontSz" for="des" ptType="node" op="equ" val="65"/>
              <dgm:constr type="l" for="ch" forName="accent_1" refType="w" fact="0.2061"/>
              <dgm:constr type="t" for="ch" forName="accent_1" refType="h" fact="0.96"/>
              <dgm:constr type="w" for="ch" forName="accent_1" refType="w" fact="0.0386"/>
              <dgm:constr type="h" for="ch" forName="accent_1" refType="h" fact="0.04"/>
              <dgm:constr type="l" for="ch" forName="image_accent_7" refType="w" fact="0.3606"/>
              <dgm:constr type="t" for="ch" forName="image_accent_7" refType="h" fact="0.8325"/>
              <dgm:constr type="w" for="ch" forName="image_accent_7" refType="w" fact="0.1103"/>
              <dgm:constr type="h" for="ch" forName="image_accent_7" refType="h" fact="0.1141"/>
              <dgm:constr type="l" for="ch" forName="image_7" refType="w" fact="0.3671"/>
              <dgm:constr type="t" for="ch" forName="image_7" refType="h" fact="0.8392"/>
              <dgm:constr type="w" for="ch" forName="image_7" refType="w" fact="0.0973"/>
              <dgm:constr type="h" for="ch" forName="image_7" refType="h" fact="0.1007"/>
              <dgm:constr type="l" for="ch" forName="image_accent_6" refType="w" fact="0.4379"/>
              <dgm:constr type="t" for="ch" forName="image_accent_6" refType="h" fact="0.68"/>
              <dgm:constr type="w" for="ch" forName="image_accent_6" refType="w" fact="0.1757"/>
              <dgm:constr type="h" for="ch" forName="image_accent_6" refType="h" fact="0.1819"/>
              <dgm:constr type="l" for="ch" forName="image_6" refType="w" fact="0.4471"/>
              <dgm:constr type="t" for="ch" forName="image_6" refType="h" fact="0.6896"/>
              <dgm:constr type="w" for="ch" forName="image_6" refType="w" fact="0.1572"/>
              <dgm:constr type="h" for="ch" forName="image_6" refType="h" fact="0.1627"/>
              <dgm:constr type="l" for="ch" forName="image_accent_5" refType="w" fact="0.3677"/>
              <dgm:constr type="t" for="ch" forName="image_accent_5" refType="h" fact="0.0592"/>
              <dgm:constr type="w" for="ch" forName="image_accent_5" refType="w" fact="0.1022"/>
              <dgm:constr type="h" for="ch" forName="image_accent_5" refType="h" fact="0.1058"/>
              <dgm:constr type="l" for="ch" forName="image_5" refType="w" fact="0.3738"/>
              <dgm:constr type="t" for="ch" forName="image_5" refType="h" fact="0.0654"/>
              <dgm:constr type="w" for="ch" forName="image_5" refType="w" fact="0.0902"/>
              <dgm:constr type="h" for="ch" forName="image_5" refType="h" fact="0.0933"/>
              <dgm:constr type="l" for="ch" forName="image_accent_4" refType="w" fact="0.437"/>
              <dgm:constr type="t" for="ch" forName="image_accent_4" refType="h" fact="0.1659"/>
              <dgm:constr type="w" for="ch" forName="image_accent_4" refType="w" fact="0.1103"/>
              <dgm:constr type="h" for="ch" forName="image_accent_4" refType="h" fact="0.1141"/>
              <dgm:constr type="l" for="ch" forName="image_4" refType="w" fact="0.4434"/>
              <dgm:constr type="t" for="ch" forName="image_4" refType="h" fact="0.1726"/>
              <dgm:constr type="w" for="ch" forName="image_4" refType="w" fact="0.0973"/>
              <dgm:constr type="h" for="ch" forName="image_4" refType="h" fact="0.1007"/>
              <dgm:constr type="l" for="ch" forName="image_accent_2" refType="w" fact="0.3942"/>
              <dgm:constr type="t" for="ch" forName="image_accent_2" refType="h" fact="0.4899"/>
              <dgm:constr type="w" for="ch" forName="image_accent_2" refType="w" fact="0.1226"/>
              <dgm:constr type="h" for="ch" forName="image_accent_2" refType="h" fact="0.1269"/>
              <dgm:constr type="l" for="ch" forName="image_2" refType="w" fact="0.4014"/>
              <dgm:constr type="t" for="ch" forName="image_2" refType="h" fact="0.4973"/>
              <dgm:constr type="w" for="ch" forName="image_2" refType="w" fact="0.1082"/>
              <dgm:constr type="h" for="ch" forName="image_2" refType="h" fact="0.112"/>
              <dgm:constr type="l" for="ch" forName="image_accent_3" refType="w" fact="0.4075"/>
              <dgm:constr type="t" for="ch" forName="image_accent_3" refType="h" fact="0.3107"/>
              <dgm:constr type="w" for="ch" forName="image_accent_3" refType="w" fact="0.1573"/>
              <dgm:constr type="h" for="ch" forName="image_accent_3" refType="h" fact="0.1628"/>
              <dgm:constr type="l" for="ch" forName="image_3" refType="w" fact="0.4158"/>
              <dgm:constr type="t" for="ch" forName="image_3" refType="h" fact="0.3193"/>
              <dgm:constr type="w" for="ch" forName="image_3" refType="w" fact="0.1407"/>
              <dgm:constr type="h" for="ch" forName="image_3" refType="h" fact="0.1456"/>
              <dgm:constr type="l" for="ch" forName="image_accent_1" refType="w" fact="0.5338"/>
              <dgm:constr type="t" for="ch" forName="image_accent_1" refType="h" fact="0.444"/>
              <dgm:constr type="w" for="ch" forName="image_accent_1" refType="w" fact="0.2344"/>
              <dgm:constr type="h" for="ch" forName="image_accent_1" refType="h" fact="0.2426"/>
              <dgm:constr type="l" for="ch" forName="image_1" refType="w" fact="0.5428"/>
              <dgm:constr type="t" for="ch" forName="image_1" refType="h" fact="0.4533"/>
              <dgm:constr type="w" for="ch" forName="image_1" refType="w" fact="0.2164"/>
              <dgm:constr type="h" for="ch" forName="image_1" refType="h" fact="0.224"/>
              <dgm:constr type="l" for="ch" forName="parent_text_1" refType="w" fact="0.6522"/>
              <dgm:constr type="t" for="ch" forName="parent_text_1" refType="h" fact="0.3193"/>
              <dgm:constr type="w" for="ch" forName="parent_text_1" refType="w" fact="0.3478"/>
              <dgm:constr type="h" for="ch" forName="parent_text_1" refType="h" fact="0.115"/>
              <dgm:constr type="l" for="ch" forName="accent_2" refType="w" fact="0.5492"/>
              <dgm:constr type="t" for="ch" forName="accent_2" refType="h" fact="0.2653"/>
              <dgm:constr type="w" for="ch" forName="accent_2" refType="w" fact="0.0696"/>
              <dgm:constr type="h" for="ch" forName="accent_2" refType="h" fact="0.072"/>
              <dgm:constr type="l" for="ch" forName="parent_text_2" refType="w" fact="0.0211"/>
              <dgm:constr type="t" for="ch" forName="parent_text_2" refType="h" fact="0.4973"/>
              <dgm:constr type="w" for="ch" forName="parent_text_2" refType="w" fact="0.3478"/>
              <dgm:constr type="h" for="ch" forName="parent_text_2" refType="h" fact="0.112"/>
              <dgm:constr type="l" for="ch" forName="parent_text_4" refType="w" fact="0.0644"/>
              <dgm:constr type="t" for="ch" forName="parent_text_4" refType="h" fact="0.1726"/>
              <dgm:constr type="w" for="ch" forName="parent_text_4" refType="w" fact="0.3478"/>
              <dgm:constr type="h" for="ch" forName="parent_text_4" refType="h" fact="0.1007"/>
              <dgm:constr type="l" for="ch" forName="accent_3" refType="w" fact="0.2705"/>
              <dgm:constr type="t" for="ch" forName="accent_3" refType="h" fact="0"/>
              <dgm:constr type="w" for="ch" forName="accent_3" refType="w" fact="0.0258"/>
              <dgm:constr type="h" for="ch" forName="accent_3" refType="h" fact="0.0267"/>
              <dgm:constr type="l" for="ch" forName="parent_text_5" refType="w" fact="0"/>
              <dgm:constr type="t" for="ch" forName="parent_text_5" refType="h" fact="0.0654"/>
              <dgm:constr type="w" for="ch" forName="parent_text_5" refType="w" fact="0.3478"/>
              <dgm:constr type="h" for="ch" forName="parent_text_5" refType="h" fact="0.0933"/>
              <dgm:constr type="l" for="ch" forName="parent_text_3" refType="w" fact="0.034"/>
              <dgm:constr type="t" for="ch" forName="parent_text_3" refType="h" fact="0.3193"/>
              <dgm:constr type="w" for="ch" forName="parent_text_3" refType="w" fact="0.3478"/>
              <dgm:constr type="h" for="ch" forName="parent_text_3" refType="h" fact="0.1456"/>
              <dgm:constr type="l" for="ch" forName="parent_text_6" refType="w" fact="0.63"/>
              <dgm:constr type="t" for="ch" forName="parent_text_6" refType="h" fact="0.6896"/>
              <dgm:constr type="w" for="ch" forName="parent_text_6" refType="w" fact="0.3478"/>
              <dgm:constr type="h" for="ch" forName="parent_text_6" refType="h" fact="0.1627"/>
              <dgm:constr type="l" for="ch" forName="accent_4" refType="w" fact="0.322"/>
              <dgm:constr type="t" for="ch" forName="accent_4" refType="h" fact="0.0213"/>
              <dgm:constr type="w" for="ch" forName="accent_4" refType="w" fact="0.0515"/>
              <dgm:constr type="h" for="ch" forName="accent_4" refType="h" fact="0.0533"/>
              <dgm:constr type="l" for="ch" forName="accent_5" refType="w" fact="0.2782"/>
              <dgm:constr type="t" for="ch" forName="accent_5" refType="h" fact="0.92"/>
              <dgm:constr type="w" for="ch" forName="accent_5" refType="w" fact="0.0696"/>
              <dgm:constr type="h" for="ch" forName="accent_5" refType="h" fact="0.072"/>
              <dgm:constr type="l" for="ch" forName="parent_text_7" refType="w" fact="0.485"/>
              <dgm:constr type="t" for="ch" forName="parent_text_7" refType="h" fact="0.87"/>
              <dgm:constr type="w" for="ch" forName="parent_text_7" refType="w" fact="0.347"/>
              <dgm:constr type="h" for="ch" forName="parent_text_7" refType="h" fact="0.13"/>
              <dgm:constr type="l" for="ch" forName="accent_6" refType="w" fact="0.3478"/>
              <dgm:constr type="t" for="ch" forName="accent_6" refType="h" fact="0.6133"/>
              <dgm:constr type="w" for="ch" forName="accent_6" refType="w" fact="0.0386"/>
              <dgm:constr type="h" for="ch" forName="accent_6" refType="h" fact="0.04"/>
            </dgm:constrLst>
          </dgm:else>
        </dgm:choose>
        <dgm:layoutNode name="accent_6" styleLbl="alignNode1">
          <dgm:alg type="sp"/>
          <dgm:shape xmlns:r="http://schemas.openxmlformats.org/officeDocument/2006/relationships" type="donut" r:blip="">
            <dgm:adjLst>
              <dgm:adj idx="1" val="0.0746"/>
            </dgm:adjLst>
          </dgm:shape>
          <dgm:presOf/>
        </dgm:layoutNode>
      </dgm:if>
      <dgm:else name="Name30">
        <dgm:alg type="composite">
          <dgm:param type="ar" val="0.9705"/>
        </dgm:alg>
        <dgm:choose name="Name31">
          <dgm:if name="Name32" func="var" arg="dir" op="equ" val="norm">
            <dgm:constrLst>
              <dgm:constr type="primFontSz" for="des" ptType="node" op="equ" val="65"/>
              <dgm:constr type="l" for="ch" forName="accent_1" refType="w" fact="0.7599"/>
              <dgm:constr type="t" for="ch" forName="accent_1" refType="h" fact="0.925"/>
              <dgm:constr type="w" for="ch" forName="accent_1" refType="w" fact="0.0386"/>
              <dgm:constr type="h" for="ch" forName="accent_1" refType="h" fact="0.0375"/>
              <dgm:constr type="l" for="ch" forName="accent_2" refType="w" fact="0.6182"/>
              <dgm:constr type="t" for="ch" forName="accent_2" refType="h" fact="0.575"/>
              <dgm:constr type="w" for="ch" forName="accent_2" refType="w" fact="0.0386"/>
              <dgm:constr type="h" for="ch" forName="accent_2" refType="h" fact="0.0375"/>
              <dgm:constr type="l" for="ch" forName="image_accent_8" refType="w" fact="0.6449"/>
              <dgm:constr type="t" for="ch" forName="image_accent_8" refType="h" fact="0.8508"/>
              <dgm:constr type="w" for="ch" forName="image_accent_8" refType="w" fact="0.1022"/>
              <dgm:constr type="h" for="ch" forName="image_accent_8" refType="h" fact="0.0992"/>
              <dgm:constr type="l" for="ch" forName="image_8" refType="w" fact="0.6538"/>
              <dgm:constr type="t" for="ch" forName="image_8" refType="h" fact="0.8595"/>
              <dgm:constr type="w" for="ch" forName="image_8" refType="w" fact="0.0844"/>
              <dgm:constr type="h" for="ch" forName="image_8" refType="h" fact="0.0819"/>
              <dgm:constr type="l" for="ch" forName="image_accent_7" refType="w" fact="0.5291"/>
              <dgm:constr type="t" for="ch" forName="image_accent_7" refType="h" fact="0.7805"/>
              <dgm:constr type="w" for="ch" forName="image_accent_7" refType="w" fact="0.1103"/>
              <dgm:constr type="h" for="ch" forName="image_accent_7" refType="h" fact="0.107"/>
              <dgm:constr type="l" for="ch" forName="image_7" refType="w" fact="0.5356"/>
              <dgm:constr type="t" for="ch" forName="image_7" refType="h" fact="0.7868"/>
              <dgm:constr type="w" for="ch" forName="image_7" refType="w" fact="0.0973"/>
              <dgm:constr type="h" for="ch" forName="image_7" refType="h" fact="0.0944"/>
              <dgm:constr type="l" for="ch" forName="image_accent_6" refType="w" fact="0.3864"/>
              <dgm:constr type="t" for="ch" forName="image_accent_6" refType="h" fact="0.6375"/>
              <dgm:constr type="w" for="ch" forName="image_accent_6" refType="w" fact="0.1757"/>
              <dgm:constr type="h" for="ch" forName="image_accent_6" refType="h" fact="0.1706"/>
              <dgm:constr type="l" for="ch" forName="image_6" refType="w" fact="0.3957"/>
              <dgm:constr type="t" for="ch" forName="image_6" refType="h" fact="0.6465"/>
              <dgm:constr type="w" for="ch" forName="image_6" refType="w" fact="0.1572"/>
              <dgm:constr type="h" for="ch" forName="image_6" refType="h" fact="0.1525"/>
              <dgm:constr type="l" for="ch" forName="image_accent_5" refType="w" fact="0.5301"/>
              <dgm:constr type="t" for="ch" forName="image_accent_5" refType="h" fact="0.0555"/>
              <dgm:constr type="w" for="ch" forName="image_accent_5" refType="w" fact="0.1022"/>
              <dgm:constr type="h" for="ch" forName="image_accent_5" refType="h" fact="0.0992"/>
              <dgm:constr type="l" for="ch" forName="image_5" refType="w" fact="0.5361"/>
              <dgm:constr type="t" for="ch" forName="image_5" refType="h" fact="0.0613"/>
              <dgm:constr type="w" for="ch" forName="image_5" refType="w" fact="0.0902"/>
              <dgm:constr type="h" for="ch" forName="image_5" refType="h" fact="0.0875"/>
              <dgm:constr type="l" for="ch" forName="image_accent_4" refType="w" fact="0.4528"/>
              <dgm:constr type="t" for="ch" forName="image_accent_4" refType="h" fact="0.1555"/>
              <dgm:constr type="w" for="ch" forName="image_accent_4" refType="w" fact="0.1103"/>
              <dgm:constr type="h" for="ch" forName="image_accent_4" refType="h" fact="0.107"/>
              <dgm:constr type="l" for="ch" forName="image_4" refType="w" fact="0.4593"/>
              <dgm:constr type="t" for="ch" forName="image_4" refType="h" fact="0.1618"/>
              <dgm:constr type="w" for="ch" forName="image_4" refType="w" fact="0.0973"/>
              <dgm:constr type="h" for="ch" forName="image_4" refType="h" fact="0.0944"/>
              <dgm:constr type="l" for="ch" forName="image_accent_2" refType="w" fact="0.4832"/>
              <dgm:constr type="t" for="ch" forName="image_accent_2" refType="h" fact="0.4593"/>
              <dgm:constr type="w" for="ch" forName="image_accent_2" refType="w" fact="0.1226"/>
              <dgm:constr type="h" for="ch" forName="image_accent_2" refType="h" fact="0.119"/>
              <dgm:constr type="l" for="ch" forName="image_2" refType="w" fact="0.4904"/>
              <dgm:constr type="t" for="ch" forName="image_2" refType="h" fact="0.4663"/>
              <dgm:constr type="w" for="ch" forName="image_2" refType="w" fact="0.1082"/>
              <dgm:constr type="h" for="ch" forName="image_2" refType="h" fact="0.105"/>
              <dgm:constr type="l" for="ch" forName="image_accent_3" refType="w" fact="0.4352"/>
              <dgm:constr type="t" for="ch" forName="image_accent_3" refType="h" fact="0.2913"/>
              <dgm:constr type="w" for="ch" forName="image_accent_3" refType="w" fact="0.1573"/>
              <dgm:constr type="h" for="ch" forName="image_accent_3" refType="h" fact="0.1526"/>
              <dgm:constr type="l" for="ch" forName="image_3" refType="w" fact="0.4435"/>
              <dgm:constr type="t" for="ch" forName="image_3" refType="h" fact="0.2993"/>
              <dgm:constr type="w" for="ch" forName="image_3" refType="w" fact="0.1407"/>
              <dgm:constr type="h" for="ch" forName="image_3" refType="h" fact="0.1365"/>
              <dgm:constr type="l" for="ch" forName="image_accent_1" refType="w" fact="0.2318"/>
              <dgm:constr type="t" for="ch" forName="image_accent_1" refType="h" fact="0.4163"/>
              <dgm:constr type="w" for="ch" forName="image_accent_1" refType="w" fact="0.2344"/>
              <dgm:constr type="h" for="ch" forName="image_accent_1" refType="h" fact="0.2275"/>
              <dgm:constr type="l" for="ch" forName="image_1" refType="w" fact="0.2408"/>
              <dgm:constr type="t" for="ch" forName="image_1" refType="h" fact="0.425"/>
              <dgm:constr type="w" for="ch" forName="image_1" refType="w" fact="0.2164"/>
              <dgm:constr type="h" for="ch" forName="image_1" refType="h" fact="0.21"/>
              <dgm:constr type="l" for="ch" forName="parent_text_1" refType="w" fact="0"/>
              <dgm:constr type="t" for="ch" forName="parent_text_1" refType="h" fact="0.2993"/>
              <dgm:constr type="w" for="ch" forName="parent_text_1" refType="w" fact="0.3478"/>
              <dgm:constr type="h" for="ch" forName="parent_text_1" refType="h" fact="0.11"/>
              <dgm:constr type="l" for="ch" forName="accent_3" refType="w" fact="0.3813"/>
              <dgm:constr type="t" for="ch" forName="accent_3" refType="h" fact="0.2488"/>
              <dgm:constr type="w" for="ch" forName="accent_3" refType="w" fact="0.0696"/>
              <dgm:constr type="h" for="ch" forName="accent_3" refType="h" fact="0.0675"/>
              <dgm:constr type="l" for="ch" forName="parent_text_2" refType="w" fact="0.6311"/>
              <dgm:constr type="t" for="ch" forName="parent_text_2" refType="h" fact="0.4663"/>
              <dgm:constr type="w" for="ch" forName="parent_text_2" refType="w" fact="0.3478"/>
              <dgm:constr type="h" for="ch" forName="parent_text_2" refType="h" fact="0.105"/>
              <dgm:constr type="l" for="ch" forName="parent_text_4" refType="w" fact="0.5878"/>
              <dgm:constr type="t" for="ch" forName="parent_text_4" refType="h" fact="0.1618"/>
              <dgm:constr type="w" for="ch" forName="parent_text_4" refType="w" fact="0.3478"/>
              <dgm:constr type="h" for="ch" forName="parent_text_4" refType="h" fact="0.0944"/>
              <dgm:constr type="l" for="ch" forName="accent_4" refType="w" fact="0.7038"/>
              <dgm:constr type="t" for="ch" forName="accent_4" refType="h" fact="0"/>
              <dgm:constr type="w" for="ch" forName="accent_4" refType="w" fact="0.0258"/>
              <dgm:constr type="h" for="ch" forName="accent_4" refType="h" fact="0.025"/>
              <dgm:constr type="l" for="ch" forName="parent_text_5" refType="w" fact="0.6522"/>
              <dgm:constr type="t" for="ch" forName="parent_text_5" refType="h" fact="0.0625"/>
              <dgm:constr type="w" for="ch" forName="parent_text_5" refType="w" fact="0.3478"/>
              <dgm:constr type="h" for="ch" forName="parent_text_5" refType="h" fact="0.0863"/>
              <dgm:constr type="l" for="ch" forName="parent_text_3" refType="w" fact="0.6182"/>
              <dgm:constr type="t" for="ch" forName="parent_text_3" refType="h" fact="0.2993"/>
              <dgm:constr type="w" for="ch" forName="parent_text_3" refType="w" fact="0.3478"/>
              <dgm:constr type="h" for="ch" forName="parent_text_3" refType="h" fact="0.1365"/>
              <dgm:constr type="l" for="ch" forName="parent_text_6" refType="w" fact="0.02"/>
              <dgm:constr type="t" for="ch" forName="parent_text_6" refType="h" fact="0.6465"/>
              <dgm:constr type="w" for="ch" forName="parent_text_6" refType="w" fact="0.3478"/>
              <dgm:constr type="h" for="ch" forName="parent_text_6" refType="h" fact="0.1525"/>
              <dgm:constr type="l" for="ch" forName="accent_5" refType="w" fact="0.6265"/>
              <dgm:constr type="t" for="ch" forName="accent_5" refType="h" fact="0.02"/>
              <dgm:constr type="w" for="ch" forName="accent_5" refType="w" fact="0.0515"/>
              <dgm:constr type="h" for="ch" forName="accent_5" refType="h" fact="0.05"/>
              <dgm:constr type="l" for="ch" forName="parent_text_7" refType="w" fact="0.165"/>
              <dgm:constr type="t" for="ch" forName="parent_text_7" refType="h" fact="0.81"/>
              <dgm:constr type="w" for="ch" forName="parent_text_7" refType="w" fact="0.3478"/>
              <dgm:constr type="h" for="ch" forName="parent_text_7" refType="h" fact="0.077"/>
              <dgm:constr type="l" for="ch" forName="parent_text_8" refType="w" fact="0.275"/>
              <dgm:constr type="t" for="ch" forName="parent_text_8" refType="h" fact="0.89"/>
              <dgm:constr type="w" for="ch" forName="parent_text_8" refType="w" fact="0.3478"/>
              <dgm:constr type="h" for="ch" forName="parent_text_8" refType="h" fact="0.11"/>
            </dgm:constrLst>
          </dgm:if>
          <dgm:else name="Name33">
            <dgm:constrLst>
              <dgm:constr type="primFontSz" for="des" ptType="node" op="equ" val="65"/>
              <dgm:constr type="l" for="ch" forName="accent_1" refType="w" fact="0.2014"/>
              <dgm:constr type="t" for="ch" forName="accent_1" refType="h" fact="0.925"/>
              <dgm:constr type="w" for="ch" forName="accent_1" refType="w" fact="0.0386"/>
              <dgm:constr type="h" for="ch" forName="accent_1" refType="h" fact="0.0375"/>
              <dgm:constr type="l" for="ch" forName="accent_2" refType="w" fact="0.3431"/>
              <dgm:constr type="t" for="ch" forName="accent_2" refType="h" fact="0.575"/>
              <dgm:constr type="w" for="ch" forName="accent_2" refType="w" fact="0.0386"/>
              <dgm:constr type="h" for="ch" forName="accent_2" refType="h" fact="0.0375"/>
              <dgm:constr type="l" for="ch" forName="image_accent_8" refType="w" fact="0.253"/>
              <dgm:constr type="t" for="ch" forName="image_accent_8" refType="h" fact="0.8508"/>
              <dgm:constr type="w" for="ch" forName="image_accent_8" refType="w" fact="0.1022"/>
              <dgm:constr type="h" for="ch" forName="image_accent_8" refType="h" fact="0.0992"/>
              <dgm:constr type="l" for="ch" forName="image_8" refType="w" fact="0.2619"/>
              <dgm:constr type="t" for="ch" forName="image_8" refType="h" fact="0.8595"/>
              <dgm:constr type="w" for="ch" forName="image_8" refType="w" fact="0.0844"/>
              <dgm:constr type="h" for="ch" forName="image_8" refType="h" fact="0.0819"/>
              <dgm:constr type="l" for="ch" forName="image_accent_7" refType="w" fact="0.3606"/>
              <dgm:constr type="t" for="ch" forName="image_accent_7" refType="h" fact="0.7805"/>
              <dgm:constr type="w" for="ch" forName="image_accent_7" refType="w" fact="0.1103"/>
              <dgm:constr type="h" for="ch" forName="image_accent_7" refType="h" fact="0.107"/>
              <dgm:constr type="l" for="ch" forName="image_7" refType="w" fact="0.3671"/>
              <dgm:constr type="t" for="ch" forName="image_7" refType="h" fact="0.7868"/>
              <dgm:constr type="w" for="ch" forName="image_7" refType="w" fact="0.0973"/>
              <dgm:constr type="h" for="ch" forName="image_7" refType="h" fact="0.0944"/>
              <dgm:constr type="l" for="ch" forName="image_accent_6" refType="w" fact="0.4379"/>
              <dgm:constr type="t" for="ch" forName="image_accent_6" refType="h" fact="0.6375"/>
              <dgm:constr type="w" for="ch" forName="image_accent_6" refType="w" fact="0.1757"/>
              <dgm:constr type="h" for="ch" forName="image_accent_6" refType="h" fact="0.1706"/>
              <dgm:constr type="l" for="ch" forName="image_6" refType="w" fact="0.4471"/>
              <dgm:constr type="t" for="ch" forName="image_6" refType="h" fact="0.6465"/>
              <dgm:constr type="w" for="ch" forName="image_6" refType="w" fact="0.1572"/>
              <dgm:constr type="h" for="ch" forName="image_6" refType="h" fact="0.1525"/>
              <dgm:constr type="l" for="ch" forName="image_accent_5" refType="w" fact="0.3677"/>
              <dgm:constr type="t" for="ch" forName="image_accent_5" refType="h" fact="0.0555"/>
              <dgm:constr type="w" for="ch" forName="image_accent_5" refType="w" fact="0.1022"/>
              <dgm:constr type="h" for="ch" forName="image_accent_5" refType="h" fact="0.0992"/>
              <dgm:constr type="l" for="ch" forName="image_5" refType="w" fact="0.3738"/>
              <dgm:constr type="t" for="ch" forName="image_5" refType="h" fact="0.0613"/>
              <dgm:constr type="w" for="ch" forName="image_5" refType="w" fact="0.0902"/>
              <dgm:constr type="h" for="ch" forName="image_5" refType="h" fact="0.0875"/>
              <dgm:constr type="l" for="ch" forName="image_accent_4" refType="w" fact="0.437"/>
              <dgm:constr type="t" for="ch" forName="image_accent_4" refType="h" fact="0.1555"/>
              <dgm:constr type="w" for="ch" forName="image_accent_4" refType="w" fact="0.1103"/>
              <dgm:constr type="h" for="ch" forName="image_accent_4" refType="h" fact="0.107"/>
              <dgm:constr type="l" for="ch" forName="image_4" refType="w" fact="0.4434"/>
              <dgm:constr type="t" for="ch" forName="image_4" refType="h" fact="0.1618"/>
              <dgm:constr type="w" for="ch" forName="image_4" refType="w" fact="0.0973"/>
              <dgm:constr type="h" for="ch" forName="image_4" refType="h" fact="0.0944"/>
              <dgm:constr type="l" for="ch" forName="image_accent_2" refType="w" fact="0.3942"/>
              <dgm:constr type="t" for="ch" forName="image_accent_2" refType="h" fact="0.4593"/>
              <dgm:constr type="w" for="ch" forName="image_accent_2" refType="w" fact="0.1226"/>
              <dgm:constr type="h" for="ch" forName="image_accent_2" refType="h" fact="0.119"/>
              <dgm:constr type="l" for="ch" forName="image_2" refType="w" fact="0.4014"/>
              <dgm:constr type="t" for="ch" forName="image_2" refType="h" fact="0.4663"/>
              <dgm:constr type="w" for="ch" forName="image_2" refType="w" fact="0.1082"/>
              <dgm:constr type="h" for="ch" forName="image_2" refType="h" fact="0.105"/>
              <dgm:constr type="l" for="ch" forName="image_accent_3" refType="w" fact="0.4075"/>
              <dgm:constr type="t" for="ch" forName="image_accent_3" refType="h" fact="0.2913"/>
              <dgm:constr type="w" for="ch" forName="image_accent_3" refType="w" fact="0.1573"/>
              <dgm:constr type="h" for="ch" forName="image_accent_3" refType="h" fact="0.1526"/>
              <dgm:constr type="l" for="ch" forName="image_3" refType="w" fact="0.4158"/>
              <dgm:constr type="t" for="ch" forName="image_3" refType="h" fact="0.2993"/>
              <dgm:constr type="w" for="ch" forName="image_3" refType="w" fact="0.1407"/>
              <dgm:constr type="h" for="ch" forName="image_3" refType="h" fact="0.1365"/>
              <dgm:constr type="l" for="ch" forName="image_accent_1" refType="w" fact="0.5338"/>
              <dgm:constr type="t" for="ch" forName="image_accent_1" refType="h" fact="0.4163"/>
              <dgm:constr type="w" for="ch" forName="image_accent_1" refType="w" fact="0.2344"/>
              <dgm:constr type="h" for="ch" forName="image_accent_1" refType="h" fact="0.2275"/>
              <dgm:constr type="l" for="ch" forName="image_1" refType="w" fact="0.5428"/>
              <dgm:constr type="t" for="ch" forName="image_1" refType="h" fact="0.425"/>
              <dgm:constr type="w" for="ch" forName="image_1" refType="w" fact="0.2164"/>
              <dgm:constr type="h" for="ch" forName="image_1" refType="h" fact="0.21"/>
              <dgm:constr type="l" for="ch" forName="parent_text_1" refType="w" fact="0.6522"/>
              <dgm:constr type="t" for="ch" forName="parent_text_1" refType="h" fact="0.2993"/>
              <dgm:constr type="w" for="ch" forName="parent_text_1" refType="w" fact="0.3478"/>
              <dgm:constr type="h" for="ch" forName="parent_text_1" refType="h" fact="0.11"/>
              <dgm:constr type="l" for="ch" forName="accent_3" refType="w" fact="0.5492"/>
              <dgm:constr type="t" for="ch" forName="accent_3" refType="h" fact="0.2488"/>
              <dgm:constr type="w" for="ch" forName="accent_3" refType="w" fact="0.0696"/>
              <dgm:constr type="h" for="ch" forName="accent_3" refType="h" fact="0.0675"/>
              <dgm:constr type="l" for="ch" forName="parent_text_2" refType="w" fact="0.0211"/>
              <dgm:constr type="t" for="ch" forName="parent_text_2" refType="h" fact="0.4663"/>
              <dgm:constr type="w" for="ch" forName="parent_text_2" refType="w" fact="0.3478"/>
              <dgm:constr type="h" for="ch" forName="parent_text_2" refType="h" fact="0.105"/>
              <dgm:constr type="l" for="ch" forName="parent_text_4" refType="w" fact="0.0635"/>
              <dgm:constr type="t" for="ch" forName="parent_text_4" refType="h" fact="0.1618"/>
              <dgm:constr type="w" for="ch" forName="parent_text_4" refType="w" fact="0.3478"/>
              <dgm:constr type="h" for="ch" forName="parent_text_4" refType="h" fact="0.0944"/>
              <dgm:constr type="l" for="ch" forName="accent_4" refType="w" fact="0.2705"/>
              <dgm:constr type="t" for="ch" forName="accent_4" refType="h" fact="0"/>
              <dgm:constr type="w" for="ch" forName="accent_4" refType="w" fact="0.0258"/>
              <dgm:constr type="h" for="ch" forName="accent_4" refType="h" fact="0.025"/>
              <dgm:constr type="l" for="ch" forName="parent_text_5" refType="w" fact="0"/>
              <dgm:constr type="t" for="ch" forName="parent_text_5" refType="h" fact="0.0625"/>
              <dgm:constr type="w" for="ch" forName="parent_text_5" refType="w" fact="0.3478"/>
              <dgm:constr type="h" for="ch" forName="parent_text_5" refType="h" fact="0.0863"/>
              <dgm:constr type="l" for="ch" forName="parent_text_3" refType="w" fact="0.034"/>
              <dgm:constr type="t" for="ch" forName="parent_text_3" refType="h" fact="0.2993"/>
              <dgm:constr type="w" for="ch" forName="parent_text_3" refType="w" fact="0.3478"/>
              <dgm:constr type="h" for="ch" forName="parent_text_3" refType="h" fact="0.1365"/>
              <dgm:constr type="l" for="ch" forName="parent_text_6" refType="w" fact="0.635"/>
              <dgm:constr type="t" for="ch" forName="parent_text_6" refType="h" fact="0.6465"/>
              <dgm:constr type="w" for="ch" forName="parent_text_6" refType="w" fact="0.3478"/>
              <dgm:constr type="h" for="ch" forName="parent_text_6" refType="h" fact="0.1525"/>
              <dgm:constr type="l" for="ch" forName="accent_5" refType="w" fact="0.322"/>
              <dgm:constr type="t" for="ch" forName="accent_5" refType="h" fact="0.02"/>
              <dgm:constr type="w" for="ch" forName="accent_5" refType="w" fact="0.0515"/>
              <dgm:constr type="h" for="ch" forName="accent_5" refType="h" fact="0.05"/>
              <dgm:constr type="l" for="ch" forName="parent_text_7" refType="w" fact="0.49"/>
              <dgm:constr type="t" for="ch" forName="parent_text_7" refType="h" fact="0.81"/>
              <dgm:constr type="w" for="ch" forName="parent_text_7" refType="w" fact="0.3478"/>
              <dgm:constr type="h" for="ch" forName="parent_text_7" refType="h" fact="0.077"/>
              <dgm:constr type="l" for="ch" forName="parent_text_8" refType="w" fact="0.375"/>
              <dgm:constr type="t" for="ch" forName="parent_text_8" refType="h" fact="0.89"/>
              <dgm:constr type="w" for="ch" forName="parent_text_8" refType="w" fact="0.3478"/>
              <dgm:constr type="h" for="ch" forName="parent_text_8" refType="h" fact="0.11"/>
            </dgm:constrLst>
          </dgm:else>
        </dgm:choose>
      </dgm:else>
    </dgm:choose>
    <dgm:forEach name="wrapper" axis="self" ptType="parTrans">
      <dgm:forEach name="wrapper2" axis="self" ptType="sibTrans" st="2">
        <dgm:forEach name="imageAccentRepeat" axis="self">
          <dgm:layoutNode name="imageAccentRepeatNode" styleLbl="alignNode1">
            <dgm:alg type="sp"/>
            <dgm:shape xmlns:r="http://schemas.openxmlformats.org/officeDocument/2006/relationships" type="ellipse" r:blip="">
              <dgm:adjLst/>
            </dgm:shape>
            <dgm:presOf/>
          </dgm:layoutNode>
        </dgm:forEach>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forEach name="Name34" axis="ch" ptType="node" cnt="1">
      <dgm:layoutNode name="parent_text_1" styleLbl="revTx">
        <dgm:varLst>
          <dgm:chMax val="0"/>
          <dgm:chPref val="0"/>
          <dgm:bulletEnabled val="1"/>
        </dgm:varLst>
        <dgm:choose name="Name35">
          <dgm:if name="Name36" func="var" arg="dir" op="equ" val="norm">
            <dgm:alg type="tx">
              <dgm:param type="parTxLTRAlign" val="r"/>
              <dgm:param type="shpTxLTRAlignCh" val="r"/>
              <dgm:param type="txAnchorVert" val="b"/>
              <dgm:param type="lnSpCh" val="15"/>
            </dgm:alg>
          </dgm:if>
          <dgm:else name="Name37">
            <dgm:alg type="tx">
              <dgm:param type="parTxLTRAlign" val="l"/>
              <dgm:param type="shpTxLTRAlignCh" val="l"/>
              <dgm:param type="txAnchorVert" val="b"/>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01"/>
        </dgm:constrLst>
        <dgm:ruleLst>
          <dgm:rule type="primFontSz" val="5" fact="NaN" max="NaN"/>
        </dgm:ruleLst>
      </dgm:layoutNode>
      <dgm:layoutNode name="image_accent_1">
        <dgm:alg type="sp"/>
        <dgm:shape xmlns:r="http://schemas.openxmlformats.org/officeDocument/2006/relationships" r:blip="">
          <dgm:adjLst/>
        </dgm:shape>
        <dgm:presOf/>
        <dgm:constrLst/>
        <dgm:forEach name="Name38" ref="imageAccentRepeat"/>
      </dgm:layoutNode>
      <dgm:layoutNode name="accent_1" styleLbl="alignNode1">
        <dgm:alg type="sp"/>
        <dgm:shape xmlns:r="http://schemas.openxmlformats.org/officeDocument/2006/relationships" type="donut" r:blip="">
          <dgm:adjLst>
            <dgm:adj idx="1" val="0.0746"/>
          </dgm:adjLst>
        </dgm:shape>
        <dgm:presOf/>
      </dgm:layoutNode>
    </dgm:forEach>
    <dgm:forEach name="Name39" axis="ch" ptType="sibTrans" hideLastTrans="0" cnt="1">
      <dgm:layoutNode name="image_1">
        <dgm:alg type="sp"/>
        <dgm:shape xmlns:r="http://schemas.openxmlformats.org/officeDocument/2006/relationships" r:blip="">
          <dgm:adjLst/>
        </dgm:shape>
        <dgm:presOf/>
        <dgm:constrLst/>
        <dgm:forEach name="Name40" ref="imageRepeat"/>
      </dgm:layoutNode>
    </dgm:forEach>
    <dgm:forEach name="Name41" axis="ch" ptType="node" st="2" cnt="1">
      <dgm:layoutNode name="parent_text_2" styleLbl="revTx">
        <dgm:varLst>
          <dgm:chMax val="0"/>
          <dgm:chPref val="0"/>
          <dgm:bulletEnabled val="1"/>
        </dgm:varLst>
        <dgm:choose name="Name42">
          <dgm:if name="Name43" func="var" arg="dir" op="equ" val="norm">
            <dgm:alg type="tx">
              <dgm:param type="parTxLTRAlign" val="l"/>
              <dgm:param type="lnSpCh" val="15"/>
            </dgm:alg>
          </dgm:if>
          <dgm:else name="Name44">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2">
        <dgm:alg type="sp"/>
        <dgm:shape xmlns:r="http://schemas.openxmlformats.org/officeDocument/2006/relationships" r:blip="">
          <dgm:adjLst/>
        </dgm:shape>
        <dgm:presOf/>
        <dgm:constrLst/>
        <dgm:forEach name="Name45" ref="imageAccentRepeat"/>
      </dgm:layoutNode>
    </dgm:forEach>
    <dgm:forEach name="Name46" axis="ch" ptType="sibTrans" hideLastTrans="0" st="2" cnt="1">
      <dgm:layoutNode name="image_2">
        <dgm:alg type="sp"/>
        <dgm:shape xmlns:r="http://schemas.openxmlformats.org/officeDocument/2006/relationships" r:blip="">
          <dgm:adjLst/>
        </dgm:shape>
        <dgm:presOf/>
        <dgm:constrLst/>
        <dgm:forEach name="Name47" ref="imageRepeat"/>
      </dgm:layoutNode>
    </dgm:forEach>
    <dgm:forEach name="Name48" axis="ch" ptType="node" st="3" cnt="1">
      <dgm:layoutNode name="image_accent_3">
        <dgm:alg type="sp"/>
        <dgm:shape xmlns:r="http://schemas.openxmlformats.org/officeDocument/2006/relationships" r:blip="">
          <dgm:adjLst/>
        </dgm:shape>
        <dgm:presOf/>
        <dgm:constrLst/>
        <dgm:forEach name="Name49" ref="imageAccentRepeat"/>
      </dgm:layoutNode>
      <dgm:layoutNode name="parent_text_3" styleLbl="revTx">
        <dgm:varLst>
          <dgm:chMax val="0"/>
          <dgm:chPref val="0"/>
          <dgm:bulletEnabled val="1"/>
        </dgm:varLst>
        <dgm:choose name="Name50">
          <dgm:if name="Name51" func="var" arg="dir" op="equ" val="norm">
            <dgm:alg type="tx">
              <dgm:param type="parTxLTRAlign" val="l"/>
              <dgm:param type="lnSpCh" val="15"/>
            </dgm:alg>
          </dgm:if>
          <dgm:else name="Name52">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2" styleLbl="alignNode1">
        <dgm:alg type="sp"/>
        <dgm:shape xmlns:r="http://schemas.openxmlformats.org/officeDocument/2006/relationships" type="donut" r:blip="">
          <dgm:adjLst>
            <dgm:adj idx="1" val="0.0746"/>
          </dgm:adjLst>
        </dgm:shape>
        <dgm:presOf/>
      </dgm:layoutNode>
      <dgm:layoutNode name="accent_3" styleLbl="alignNode1">
        <dgm:alg type="sp"/>
        <dgm:shape xmlns:r="http://schemas.openxmlformats.org/officeDocument/2006/relationships" type="donut" r:blip="">
          <dgm:adjLst>
            <dgm:adj idx="1" val="0.0746"/>
          </dgm:adjLst>
        </dgm:shape>
        <dgm:presOf/>
      </dgm:layoutNode>
    </dgm:forEach>
    <dgm:forEach name="Name53" axis="ch" ptType="sibTrans" hideLastTrans="0" st="3" cnt="1">
      <dgm:layoutNode name="image_3">
        <dgm:alg type="sp"/>
        <dgm:shape xmlns:r="http://schemas.openxmlformats.org/officeDocument/2006/relationships" r:blip="">
          <dgm:adjLst/>
        </dgm:shape>
        <dgm:presOf/>
        <dgm:constrLst/>
        <dgm:forEach name="Name54" ref="imageRepeat"/>
      </dgm:layoutNode>
    </dgm:forEach>
    <dgm:forEach name="Name55" axis="ch" ptType="node" st="4" cnt="1">
      <dgm:layoutNode name="image_accent_4">
        <dgm:alg type="sp"/>
        <dgm:shape xmlns:r="http://schemas.openxmlformats.org/officeDocument/2006/relationships" r:blip="">
          <dgm:adjLst/>
        </dgm:shape>
        <dgm:presOf/>
        <dgm:constrLst/>
        <dgm:forEach name="Name56" ref="imageAccentRepeat"/>
      </dgm:layoutNode>
      <dgm:layoutNode name="parent_text_4" styleLbl="revTx">
        <dgm:varLst>
          <dgm:chMax val="0"/>
          <dgm:chPref val="0"/>
          <dgm:bulletEnabled val="1"/>
        </dgm:varLst>
        <dgm:choose name="Name57">
          <dgm:if name="Name58" func="var" arg="dir" op="equ" val="norm">
            <dgm:alg type="tx">
              <dgm:param type="parTxLTRAlign" val="l"/>
              <dgm:param type="lnSpCh" val="15"/>
            </dgm:alg>
          </dgm:if>
          <dgm:else name="Name59">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4" styleLbl="alignNode1">
        <dgm:alg type="sp"/>
        <dgm:shape xmlns:r="http://schemas.openxmlformats.org/officeDocument/2006/relationships" type="donut" r:blip="">
          <dgm:adjLst>
            <dgm:adj idx="1" val="0.0746"/>
          </dgm:adjLst>
        </dgm:shape>
        <dgm:presOf/>
      </dgm:layoutNode>
    </dgm:forEach>
    <dgm:forEach name="Name60" axis="ch" ptType="sibTrans" hideLastTrans="0" st="4" cnt="1">
      <dgm:layoutNode name="image_4">
        <dgm:alg type="sp"/>
        <dgm:shape xmlns:r="http://schemas.openxmlformats.org/officeDocument/2006/relationships" r:blip="">
          <dgm:adjLst/>
        </dgm:shape>
        <dgm:presOf/>
        <dgm:constrLst/>
        <dgm:forEach name="Name61" ref="imageRepeat"/>
      </dgm:layoutNode>
    </dgm:forEach>
    <dgm:forEach name="Name62" axis="ch" ptType="node" st="5" cnt="1">
      <dgm:layoutNode name="image_accent_5">
        <dgm:alg type="sp"/>
        <dgm:shape xmlns:r="http://schemas.openxmlformats.org/officeDocument/2006/relationships" r:blip="">
          <dgm:adjLst/>
        </dgm:shape>
        <dgm:presOf/>
        <dgm:constrLst/>
        <dgm:forEach name="Name63" ref="imageAccentRepeat"/>
      </dgm:layoutNode>
      <dgm:layoutNode name="parent_text_5" styleLbl="revTx">
        <dgm:varLst>
          <dgm:chMax val="0"/>
          <dgm:chPref val="0"/>
          <dgm:bulletEnabled val="1"/>
        </dgm:varLst>
        <dgm:choose name="Name64">
          <dgm:if name="Name65" func="var" arg="dir" op="equ" val="norm">
            <dgm:alg type="tx">
              <dgm:param type="parTxLTRAlign" val="l"/>
              <dgm:param type="lnSpCh" val="15"/>
            </dgm:alg>
          </dgm:if>
          <dgm:else name="Name66">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sibTrans" hideLastTrans="0" st="5" cnt="1">
      <dgm:layoutNode name="image_5">
        <dgm:alg type="sp"/>
        <dgm:shape xmlns:r="http://schemas.openxmlformats.org/officeDocument/2006/relationships" r:blip="">
          <dgm:adjLst/>
        </dgm:shape>
        <dgm:presOf/>
        <dgm:constrLst/>
        <dgm:forEach name="Name68" ref="imageRepeat"/>
      </dgm:layoutNode>
    </dgm:forEach>
    <dgm:forEach name="Name69" axis="ch" ptType="node" st="6" cnt="1">
      <dgm:layoutNode name="parent_text_6" styleLbl="revTx">
        <dgm:varLst>
          <dgm:chMax val="0"/>
          <dgm:chPref val="0"/>
          <dgm:bulletEnabled val="1"/>
        </dgm:varLst>
        <dgm:choose name="Name70">
          <dgm:if name="Name71" func="var" arg="dir" op="equ" val="norm">
            <dgm:alg type="tx">
              <dgm:param type="parTxLTRAlign" val="r"/>
              <dgm:param type="shpTxLTRAlignCh" val="r"/>
              <dgm:param type="lnSpCh" val="15"/>
            </dgm:alg>
          </dgm:if>
          <dgm:else name="Name72">
            <dgm:alg type="tx">
              <dgm:param type="parTxLTRAlign" val="l"/>
              <dgm:param type="shpTxLTRAlignCh" val="l"/>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6">
        <dgm:alg type="sp"/>
        <dgm:shape xmlns:r="http://schemas.openxmlformats.org/officeDocument/2006/relationships" r:blip="">
          <dgm:adjLst/>
        </dgm:shape>
        <dgm:presOf/>
        <dgm:constrLst/>
        <dgm:forEach name="Name73" ref="imageAccentRepeat"/>
      </dgm:layoutNode>
      <dgm:layoutNode name="accent_5" styleLbl="alignNode1">
        <dgm:alg type="sp"/>
        <dgm:shape xmlns:r="http://schemas.openxmlformats.org/officeDocument/2006/relationships" type="donut" r:blip="">
          <dgm:adjLst>
            <dgm:adj idx="1" val="0.0746"/>
          </dgm:adjLst>
        </dgm:shape>
        <dgm:presOf/>
      </dgm:layoutNode>
    </dgm:forEach>
    <dgm:forEach name="Name74" axis="ch" ptType="sibTrans" hideLastTrans="0" st="6" cnt="1">
      <dgm:layoutNode name="image_6">
        <dgm:alg type="sp"/>
        <dgm:shape xmlns:r="http://schemas.openxmlformats.org/officeDocument/2006/relationships" r:blip="">
          <dgm:adjLst/>
        </dgm:shape>
        <dgm:presOf/>
        <dgm:constrLst/>
        <dgm:forEach name="Name75" ref="imageRepeat"/>
      </dgm:layoutNode>
    </dgm:forEach>
    <dgm:forEach name="Name76" axis="ch" ptType="node" st="7" cnt="1">
      <dgm:layoutNode name="parent_text_7" styleLbl="revTx">
        <dgm:varLst>
          <dgm:chMax val="0"/>
          <dgm:chPref val="0"/>
          <dgm:bulletEnabled val="1"/>
        </dgm:varLst>
        <dgm:choose name="Name77">
          <dgm:if name="Name78" func="var" arg="dir" op="equ" val="norm">
            <dgm:alg type="tx">
              <dgm:param type="parTxLTRAlign" val="r"/>
              <dgm:param type="shpTxLTRAlignCh" val="r"/>
              <dgm:param type="txAnchorVert" val="t"/>
              <dgm:param type="lnSpCh" val="15"/>
            </dgm:alg>
          </dgm:if>
          <dgm:else name="Name79">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7">
        <dgm:alg type="sp"/>
        <dgm:shape xmlns:r="http://schemas.openxmlformats.org/officeDocument/2006/relationships" r:blip="">
          <dgm:adjLst/>
        </dgm:shape>
        <dgm:presOf/>
        <dgm:constrLst/>
        <dgm:forEach name="Name80" ref="imageAccentRepeat"/>
      </dgm:layoutNode>
    </dgm:forEach>
    <dgm:forEach name="Name81" axis="ch" ptType="sibTrans" hideLastTrans="0" st="7" cnt="1">
      <dgm:layoutNode name="image_7">
        <dgm:alg type="sp"/>
        <dgm:shape xmlns:r="http://schemas.openxmlformats.org/officeDocument/2006/relationships" r:blip="">
          <dgm:adjLst/>
        </dgm:shape>
        <dgm:presOf/>
        <dgm:constrLst/>
        <dgm:forEach name="Name82" ref="imageRepeat"/>
      </dgm:layoutNode>
    </dgm:forEach>
    <dgm:forEach name="Name83" axis="ch" ptType="node" st="8" cnt="1">
      <dgm:layoutNode name="parent_text_8" styleLbl="revTx">
        <dgm:varLst>
          <dgm:chMax val="0"/>
          <dgm:chPref val="0"/>
          <dgm:bulletEnabled val="1"/>
        </dgm:varLst>
        <dgm:choose name="Name84">
          <dgm:if name="Name85" func="var" arg="dir" op="equ" val="norm">
            <dgm:alg type="tx">
              <dgm:param type="parTxLTRAlign" val="r"/>
              <dgm:param type="shpTxLTRAlignCh" val="r"/>
              <dgm:param type="txAnchorVert" val="t"/>
              <dgm:param type="lnSpCh" val="15"/>
            </dgm:alg>
          </dgm:if>
          <dgm:else name="Name86">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8">
        <dgm:alg type="sp"/>
        <dgm:shape xmlns:r="http://schemas.openxmlformats.org/officeDocument/2006/relationships" r:blip="">
          <dgm:adjLst/>
        </dgm:shape>
        <dgm:presOf/>
        <dgm:constrLst/>
        <dgm:forEach name="Name87" ref="imageAccentRepeat"/>
      </dgm:layoutNode>
    </dgm:forEach>
    <dgm:forEach name="Name88" axis="ch" ptType="sibTrans" hideLastTrans="0" st="8" cnt="1">
      <dgm:layoutNode name="image_8">
        <dgm:alg type="sp"/>
        <dgm:shape xmlns:r="http://schemas.openxmlformats.org/officeDocument/2006/relationships" r:blip="">
          <dgm:adjLst/>
        </dgm:shape>
        <dgm:presOf/>
        <dgm:constrLst/>
        <dgm:forEach name="Name8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C0339-E13D-4C52-B985-A6E1DA61089E}" type="datetimeFigureOut">
              <a:rPr lang="ru-RU" smtClean="0"/>
              <a:t>24.11.2025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31B7BB-A9A1-40FA-ABB3-45C29D47E728}" type="slidenum">
              <a:rPr lang="ru-RU" smtClean="0"/>
              <a:t>‹#›</a:t>
            </a:fld>
            <a:endParaRPr lang="ru-RU"/>
          </a:p>
        </p:txBody>
      </p:sp>
    </p:spTree>
    <p:extLst>
      <p:ext uri="{BB962C8B-B14F-4D97-AF65-F5344CB8AC3E}">
        <p14:creationId xmlns:p14="http://schemas.microsoft.com/office/powerpoint/2010/main" val="1989182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mitre-atlas.github.io/atlas-navigator/#layerURL=https://raw.githubusercontent.com/mitre-atlas/atlas-navigator-data/main/dist/default-navigator-layers/atlas_layer_matrix.json"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8" Type="http://schemas.openxmlformats.org/officeDocument/2006/relationships/hyperlink" Target="https://atlas.mitre.org/techniques/AML.T0088" TargetMode="External"/><Relationship Id="rId3" Type="http://schemas.openxmlformats.org/officeDocument/2006/relationships/hyperlink" Target="https://atlas.mitre.org/techniques/AML.T0003" TargetMode="External"/><Relationship Id="rId7" Type="http://schemas.openxmlformats.org/officeDocument/2006/relationships/hyperlink" Target="https://atlas.mitre.org/techniques/AML.T0043"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atlas.mitre.org/tactics/AML.TA0001" TargetMode="External"/><Relationship Id="rId5" Type="http://schemas.openxmlformats.org/officeDocument/2006/relationships/hyperlink" Target="https://atlas.mitre.org/techniques/AML.T0052" TargetMode="External"/><Relationship Id="rId4" Type="http://schemas.openxmlformats.org/officeDocument/2006/relationships/hyperlink" Target="https://atlas.mitre.org/techniques/AML.T0021"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Киберфизическая система (КФС)</a:t>
            </a:r>
            <a:r>
              <a:rPr lang="ru-RU" sz="1200" b="0" i="0" kern="1200" dirty="0">
                <a:solidFill>
                  <a:schemeClr val="tx1"/>
                </a:solidFill>
                <a:effectLst/>
                <a:latin typeface="+mn-lt"/>
                <a:ea typeface="+mn-ea"/>
                <a:cs typeface="+mn-cs"/>
              </a:rPr>
              <a:t> — это сложная, интегрированная система, объединяющая вычислительные (кибер-) и физические компоненты в единый управляемый комплекс. Ключевая характеристика КФС — тесная взаимосвязь и взаимовлияние между киберпространством (алгоритмы, данные, сети) и физическими процессами (механика, электричество, кинематика).</a:t>
            </a:r>
          </a:p>
          <a:p>
            <a:r>
              <a:rPr lang="ru-RU" sz="1200" b="1" i="0" kern="1200" dirty="0">
                <a:solidFill>
                  <a:schemeClr val="tx1"/>
                </a:solidFill>
                <a:effectLst/>
                <a:latin typeface="+mn-lt"/>
                <a:ea typeface="+mn-ea"/>
                <a:cs typeface="+mn-cs"/>
              </a:rPr>
              <a:t>Киберфизическая система (КФС)</a:t>
            </a:r>
            <a:r>
              <a:rPr lang="ru-RU" sz="1200" b="0" i="0" kern="1200" dirty="0">
                <a:solidFill>
                  <a:schemeClr val="tx1"/>
                </a:solidFill>
                <a:effectLst/>
                <a:latin typeface="+mn-lt"/>
                <a:ea typeface="+mn-ea"/>
                <a:cs typeface="+mn-cs"/>
              </a:rPr>
              <a:t> — это не просто устройство с процессором; это комплексная, интегрированная экосистема, в которой вычислительные (кибер-) алгоритмы и физические процессы глубоко переплетены и постоянно взаимодействуют в режиме реального времени.</a:t>
            </a:r>
          </a:p>
          <a:p>
            <a:r>
              <a:rPr lang="ru-RU" sz="1200" b="1" i="0" kern="1200" dirty="0">
                <a:solidFill>
                  <a:schemeClr val="tx1"/>
                </a:solidFill>
                <a:effectLst/>
                <a:latin typeface="+mn-lt"/>
                <a:ea typeface="+mn-ea"/>
                <a:cs typeface="+mn-cs"/>
              </a:rPr>
              <a:t>Базовые компоненты КФС включают:</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Сенсорика (</a:t>
            </a:r>
            <a:r>
              <a:rPr lang="ru-RU" sz="1200" b="1" i="0" kern="1200" dirty="0" err="1">
                <a:solidFill>
                  <a:schemeClr val="tx1"/>
                </a:solidFill>
                <a:effectLst/>
                <a:latin typeface="+mn-lt"/>
                <a:ea typeface="+mn-ea"/>
                <a:cs typeface="+mn-cs"/>
              </a:rPr>
              <a:t>Sensing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Физические датчики, которые собирают данные из окружающего мира (температура, давление, положение, скорость, видео).</a:t>
            </a:r>
          </a:p>
          <a:p>
            <a:r>
              <a:rPr lang="ru-RU" sz="1200" b="1" i="0" kern="1200" dirty="0">
                <a:solidFill>
                  <a:schemeClr val="tx1"/>
                </a:solidFill>
                <a:effectLst/>
                <a:latin typeface="+mn-lt"/>
                <a:ea typeface="+mn-ea"/>
                <a:cs typeface="+mn-cs"/>
              </a:rPr>
              <a:t>Вычисления (</a:t>
            </a:r>
            <a:r>
              <a:rPr lang="ru-RU" sz="1200" b="1" i="0" kern="1200" dirty="0" err="1">
                <a:solidFill>
                  <a:schemeClr val="tx1"/>
                </a:solidFill>
                <a:effectLst/>
                <a:latin typeface="+mn-lt"/>
                <a:ea typeface="+mn-ea"/>
                <a:cs typeface="+mn-cs"/>
              </a:rPr>
              <a:t>Computation</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Процессоры и алгоритмы, которые обрабатывают данные с датчиков, анализируют их и принимают решения.</a:t>
            </a:r>
          </a:p>
          <a:p>
            <a:r>
              <a:rPr lang="ru-RU" sz="1200" b="1" i="0" kern="1200" dirty="0">
                <a:solidFill>
                  <a:schemeClr val="tx1"/>
                </a:solidFill>
                <a:effectLst/>
                <a:latin typeface="+mn-lt"/>
                <a:ea typeface="+mn-ea"/>
                <a:cs typeface="+mn-cs"/>
              </a:rPr>
              <a:t>Приводы (</a:t>
            </a:r>
            <a:r>
              <a:rPr lang="ru-RU" sz="1200" b="1" i="0" kern="1200" dirty="0" err="1">
                <a:solidFill>
                  <a:schemeClr val="tx1"/>
                </a:solidFill>
                <a:effectLst/>
                <a:latin typeface="+mn-lt"/>
                <a:ea typeface="+mn-ea"/>
                <a:cs typeface="+mn-cs"/>
              </a:rPr>
              <a:t>Actuation</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Физические компоненты, которые выполняют команды, полученные от вычислительной части (двигатели, клапаны, сервоприводы, дисплеи).</a:t>
            </a:r>
          </a:p>
          <a:p>
            <a:r>
              <a:rPr lang="ru-RU" sz="1200" b="1" i="0" kern="1200" dirty="0">
                <a:solidFill>
                  <a:schemeClr val="tx1"/>
                </a:solidFill>
                <a:effectLst/>
                <a:latin typeface="+mn-lt"/>
                <a:ea typeface="+mn-ea"/>
                <a:cs typeface="+mn-cs"/>
              </a:rPr>
              <a:t>Сетевые коммуникации (</a:t>
            </a:r>
            <a:r>
              <a:rPr lang="ru-RU" sz="1200" b="1" i="0" kern="1200" dirty="0" err="1">
                <a:solidFill>
                  <a:schemeClr val="tx1"/>
                </a:solidFill>
                <a:effectLst/>
                <a:latin typeface="+mn-lt"/>
                <a:ea typeface="+mn-ea"/>
                <a:cs typeface="+mn-cs"/>
              </a:rPr>
              <a:t>Networking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Связующая ткань (проводные и беспроводные сети, включая </a:t>
            </a:r>
            <a:r>
              <a:rPr lang="ru-RU" sz="1200" b="0" i="0" kern="1200" dirty="0" err="1">
                <a:solidFill>
                  <a:schemeClr val="tx1"/>
                </a:solidFill>
                <a:effectLst/>
                <a:latin typeface="+mn-lt"/>
                <a:ea typeface="+mn-ea"/>
                <a:cs typeface="+mn-cs"/>
              </a:rPr>
              <a:t>IoT</a:t>
            </a:r>
            <a:r>
              <a:rPr lang="ru-RU" sz="1200" b="0" i="0" kern="1200" dirty="0">
                <a:solidFill>
                  <a:schemeClr val="tx1"/>
                </a:solidFill>
                <a:effectLst/>
                <a:latin typeface="+mn-lt"/>
                <a:ea typeface="+mn-ea"/>
                <a:cs typeface="+mn-cs"/>
              </a:rPr>
              <a:t>), которая позволяет компонентам обмениваться данными друг с другом и с внешними системами.</a:t>
            </a:r>
          </a:p>
          <a:p>
            <a:r>
              <a:rPr lang="ru-RU" sz="1200" b="0" i="0" kern="1200" dirty="0">
                <a:solidFill>
                  <a:schemeClr val="tx1"/>
                </a:solidFill>
                <a:effectLst/>
                <a:latin typeface="+mn-lt"/>
                <a:ea typeface="+mn-ea"/>
                <a:cs typeface="+mn-cs"/>
              </a:rPr>
              <a:t>Интеграция этих компонентов осуществляется через </a:t>
            </a:r>
            <a:r>
              <a:rPr lang="ru-RU" sz="1200" b="1" i="0" kern="1200" dirty="0">
                <a:solidFill>
                  <a:schemeClr val="tx1"/>
                </a:solidFill>
                <a:effectLst/>
                <a:latin typeface="+mn-lt"/>
                <a:ea typeface="+mn-ea"/>
                <a:cs typeface="+mn-cs"/>
              </a:rPr>
              <a:t>Информационно-коммуникационные технологии (ICT)</a:t>
            </a:r>
            <a:r>
              <a:rPr lang="ru-RU" sz="1200" b="0" i="0" kern="1200" dirty="0">
                <a:solidFill>
                  <a:schemeClr val="tx1"/>
                </a:solidFill>
                <a:effectLst/>
                <a:latin typeface="+mn-lt"/>
                <a:ea typeface="+mn-ea"/>
                <a:cs typeface="+mn-cs"/>
              </a:rPr>
              <a:t>, создавая непрерывный цикл: </a:t>
            </a:r>
            <a:r>
              <a:rPr lang="ru-RU" sz="1200" b="1" i="0" kern="1200" dirty="0">
                <a:solidFill>
                  <a:schemeClr val="tx1"/>
                </a:solidFill>
                <a:effectLst/>
                <a:latin typeface="+mn-lt"/>
                <a:ea typeface="+mn-ea"/>
                <a:cs typeface="+mn-cs"/>
              </a:rPr>
              <a:t>Физический мир → Данные → Кибер-анализ → Решение → Воздействие на физический мир.</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2. Роль КФС в критической инфраструктуре</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КФС являются технологическим ядром современных критических инфраструктур, преобразуя их в "интеллектуальные" системы:</a:t>
            </a:r>
          </a:p>
          <a:p>
            <a:r>
              <a:rPr lang="ru-RU" sz="1200" b="1" i="0" kern="1200" dirty="0">
                <a:solidFill>
                  <a:schemeClr val="tx1"/>
                </a:solidFill>
                <a:effectLst/>
                <a:latin typeface="+mn-lt"/>
                <a:ea typeface="+mn-ea"/>
                <a:cs typeface="+mn-cs"/>
              </a:rPr>
              <a:t>Умные энергосети (Smart </a:t>
            </a:r>
            <a:r>
              <a:rPr lang="ru-RU" sz="1200" b="1" i="0" kern="1200" dirty="0" err="1">
                <a:solidFill>
                  <a:schemeClr val="tx1"/>
                </a:solidFill>
                <a:effectLst/>
                <a:latin typeface="+mn-lt"/>
                <a:ea typeface="+mn-ea"/>
                <a:cs typeface="+mn-cs"/>
              </a:rPr>
              <a:t>Grids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КФС балансируют генерацию, распределение и потребление электроэнергии в реальном времени, интегрируя возобновляемые источники, предсказывая нагрузки и автоматически локализуя сбои.</a:t>
            </a:r>
          </a:p>
          <a:p>
            <a:r>
              <a:rPr lang="ru-RU" sz="1200" b="1" i="0" kern="1200" dirty="0">
                <a:solidFill>
                  <a:schemeClr val="tx1"/>
                </a:solidFill>
                <a:effectLst/>
                <a:latin typeface="+mn-lt"/>
                <a:ea typeface="+mn-ea"/>
                <a:cs typeface="+mn-cs"/>
              </a:rPr>
              <a:t>Интеллектуальные транспортные системы (Intelligent Transportation Systems - ITS):</a:t>
            </a:r>
            <a:r>
              <a:rPr lang="ru-RU" sz="1200" b="0" i="0" kern="1200" dirty="0">
                <a:solidFill>
                  <a:schemeClr val="tx1"/>
                </a:solidFill>
                <a:effectLst/>
                <a:latin typeface="+mn-lt"/>
                <a:ea typeface="+mn-ea"/>
                <a:cs typeface="+mn-cs"/>
              </a:rPr>
              <a:t> Беспилотные автомобили, адаптивное управление дорожным движением, системы предотвращения столкновений — все это КФС, где данные с тысяч датчиков и GPS-трекеров используются для оптимизации потоков и повышения безопасности.</a:t>
            </a:r>
          </a:p>
          <a:p>
            <a:r>
              <a:rPr lang="ru-RU" sz="1200" b="1" i="0" kern="1200" dirty="0">
                <a:solidFill>
                  <a:schemeClr val="tx1"/>
                </a:solidFill>
                <a:effectLst/>
                <a:latin typeface="+mn-lt"/>
                <a:ea typeface="+mn-ea"/>
                <a:cs typeface="+mn-cs"/>
              </a:rPr>
              <a:t>"Умное" производство (Индустрия 4.0):</a:t>
            </a:r>
            <a:r>
              <a:rPr lang="ru-RU" sz="1200" b="0" i="0" kern="1200" dirty="0">
                <a:solidFill>
                  <a:schemeClr val="tx1"/>
                </a:solidFill>
                <a:effectLst/>
                <a:latin typeface="+mn-lt"/>
                <a:ea typeface="+mn-ea"/>
                <a:cs typeface="+mn-cs"/>
              </a:rPr>
              <a:t> Станки с ЧПУ, роботы-манипуляторы и логистические системы, которые </a:t>
            </a:r>
            <a:r>
              <a:rPr lang="ru-RU" sz="1200" b="0" i="0" kern="1200" dirty="0" err="1">
                <a:solidFill>
                  <a:schemeClr val="tx1"/>
                </a:solidFill>
                <a:effectLst/>
                <a:latin typeface="+mn-lt"/>
                <a:ea typeface="+mn-ea"/>
                <a:cs typeface="+mn-cs"/>
              </a:rPr>
              <a:t>autonomously</a:t>
            </a:r>
            <a:r>
              <a:rPr lang="ru-RU" sz="1200" b="0" i="0" kern="1200" dirty="0">
                <a:solidFill>
                  <a:schemeClr val="tx1"/>
                </a:solidFill>
                <a:effectLst/>
                <a:latin typeface="+mn-lt"/>
                <a:ea typeface="+mn-ea"/>
                <a:cs typeface="+mn-cs"/>
              </a:rPr>
              <a:t> координируют свои действия для гибкого производства.</a:t>
            </a:r>
          </a:p>
          <a:p>
            <a:r>
              <a:rPr lang="ru-RU" sz="1200" b="1" i="0" kern="1200" dirty="0">
                <a:solidFill>
                  <a:schemeClr val="tx1"/>
                </a:solidFill>
                <a:effectLst/>
                <a:latin typeface="+mn-lt"/>
                <a:ea typeface="+mn-ea"/>
                <a:cs typeface="+mn-cs"/>
              </a:rPr>
              <a:t>Медицинские системы:</a:t>
            </a:r>
            <a:r>
              <a:rPr lang="ru-RU" sz="1200" b="0" i="0" kern="1200" dirty="0">
                <a:solidFill>
                  <a:schemeClr val="tx1"/>
                </a:solidFill>
                <a:effectLst/>
                <a:latin typeface="+mn-lt"/>
                <a:ea typeface="+mn-ea"/>
                <a:cs typeface="+mn-cs"/>
              </a:rPr>
              <a:t> Умные имплантаты (например, кардиостимуляторы), системы дистанционного мониторинга пациентов и автоматизированные хирургические комплексы.</a:t>
            </a:r>
          </a:p>
          <a:p>
            <a:r>
              <a:rPr lang="ru-RU" sz="1200" b="1" i="0" kern="1200" dirty="0">
                <a:solidFill>
                  <a:schemeClr val="tx1"/>
                </a:solidFill>
                <a:effectLst/>
                <a:latin typeface="+mn-lt"/>
                <a:ea typeface="+mn-ea"/>
                <a:cs typeface="+mn-cs"/>
              </a:rPr>
              <a:t>Результат:</a:t>
            </a:r>
            <a:r>
              <a:rPr lang="ru-RU" sz="1200" b="0" i="0" kern="1200" dirty="0">
                <a:solidFill>
                  <a:schemeClr val="tx1"/>
                </a:solidFill>
                <a:effectLst/>
                <a:latin typeface="+mn-lt"/>
                <a:ea typeface="+mn-ea"/>
                <a:cs typeface="+mn-cs"/>
              </a:rPr>
              <a:t> Такая интеграция приводит к беспрецедентным уровням </a:t>
            </a:r>
            <a:r>
              <a:rPr lang="ru-RU" sz="1200" b="1" i="0" kern="1200" dirty="0">
                <a:solidFill>
                  <a:schemeClr val="tx1"/>
                </a:solidFill>
                <a:effectLst/>
                <a:latin typeface="+mn-lt"/>
                <a:ea typeface="+mn-ea"/>
                <a:cs typeface="+mn-cs"/>
              </a:rPr>
              <a:t>эффективности, надежности, точности и скорости реакции</a:t>
            </a:r>
            <a:r>
              <a:rPr lang="ru-RU" sz="1200" b="0" i="0" kern="1200" dirty="0">
                <a:solidFill>
                  <a:schemeClr val="tx1"/>
                </a:solidFill>
                <a:effectLst/>
                <a:latin typeface="+mn-lt"/>
                <a:ea typeface="+mn-ea"/>
                <a:cs typeface="+mn-cs"/>
              </a:rPr>
              <a:t> систем на изменяющиеся условия.</a:t>
            </a:r>
          </a:p>
          <a:p>
            <a:r>
              <a:rPr lang="ru-RU" sz="1200" b="1" i="0" kern="1200" dirty="0">
                <a:solidFill>
                  <a:schemeClr val="tx1"/>
                </a:solidFill>
                <a:effectLst/>
                <a:latin typeface="+mn-lt"/>
                <a:ea typeface="+mn-ea"/>
                <a:cs typeface="+mn-cs"/>
              </a:rPr>
              <a:t>3. Парадокс уязвимости: Сила КФС как их ахиллесова пята</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Мощь КФС проистекает из их связанности, но именно это создает критически важные точки отказа.</a:t>
            </a:r>
          </a:p>
          <a:p>
            <a:r>
              <a:rPr lang="ru-RU" sz="1200" b="1" i="0" kern="1200" dirty="0">
                <a:solidFill>
                  <a:schemeClr val="tx1"/>
                </a:solidFill>
                <a:effectLst/>
                <a:latin typeface="+mn-lt"/>
                <a:ea typeface="+mn-ea"/>
                <a:cs typeface="+mn-cs"/>
              </a:rPr>
              <a:t>Уязвимость ICT:</a:t>
            </a:r>
            <a:r>
              <a:rPr lang="ru-RU" sz="1200" b="0" i="0" kern="1200" dirty="0">
                <a:solidFill>
                  <a:schemeClr val="tx1"/>
                </a:solidFill>
                <a:effectLst/>
                <a:latin typeface="+mn-lt"/>
                <a:ea typeface="+mn-ea"/>
                <a:cs typeface="+mn-cs"/>
              </a:rPr>
              <a:t> Каналы связи (сети), которые интегрируют кибер- и физические компоненты, сами по себе уязвимы для широкого спектра кибератак.</a:t>
            </a:r>
          </a:p>
          <a:p>
            <a:r>
              <a:rPr lang="ru-RU" sz="1200" b="1" i="0" kern="1200" dirty="0">
                <a:solidFill>
                  <a:schemeClr val="tx1"/>
                </a:solidFill>
                <a:effectLst/>
                <a:latin typeface="+mn-lt"/>
                <a:ea typeface="+mn-ea"/>
                <a:cs typeface="+mn-cs"/>
              </a:rPr>
              <a:t>Взаимозависимость кибер- и физических компонентов:</a:t>
            </a:r>
            <a:r>
              <a:rPr lang="ru-RU" sz="1200" b="0" i="0" kern="1200" dirty="0">
                <a:solidFill>
                  <a:schemeClr val="tx1"/>
                </a:solidFill>
                <a:effectLst/>
                <a:latin typeface="+mn-lt"/>
                <a:ea typeface="+mn-ea"/>
                <a:cs typeface="+mn-cs"/>
              </a:rPr>
              <a:t> Атака на кибернетическую часть имеет прямые и немедленные последствия в физическом мире, и наоборот. Это качественно новый уровень риска по сравнению с традиционными ИТ-системами.</a:t>
            </a:r>
          </a:p>
          <a:p>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a:t>
            </a:fld>
            <a:endParaRPr lang="ru-RU"/>
          </a:p>
        </p:txBody>
      </p:sp>
    </p:spTree>
    <p:extLst>
      <p:ext uri="{BB962C8B-B14F-4D97-AF65-F5344CB8AC3E}">
        <p14:creationId xmlns:p14="http://schemas.microsoft.com/office/powerpoint/2010/main" val="1885654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Структура КФС включает в себя: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Физические компоненты:</a:t>
            </a:r>
            <a:r>
              <a:rPr lang="ru-RU" sz="1200" b="0" i="0" kern="1200" dirty="0">
                <a:solidFill>
                  <a:schemeClr val="tx1"/>
                </a:solidFill>
                <a:effectLst/>
                <a:latin typeface="+mn-lt"/>
                <a:ea typeface="+mn-ea"/>
                <a:cs typeface="+mn-cs"/>
              </a:rPr>
              <a:t> Исполнительные механизмы, датчики, приводы, объекты управления (например, двигатель автомобиля, турбина электростанции, светофор).</a:t>
            </a:r>
          </a:p>
          <a:p>
            <a:r>
              <a:rPr lang="ru-RU" sz="1200" b="1" i="0" kern="1200" dirty="0">
                <a:solidFill>
                  <a:schemeClr val="tx1"/>
                </a:solidFill>
                <a:effectLst/>
                <a:latin typeface="+mn-lt"/>
                <a:ea typeface="+mn-ea"/>
                <a:cs typeface="+mn-cs"/>
              </a:rPr>
              <a:t>Кибернетические (вычислительные) компоненты:</a:t>
            </a:r>
            <a:r>
              <a:rPr lang="ru-RU" sz="1200" b="0" i="0" kern="1200" dirty="0">
                <a:solidFill>
                  <a:schemeClr val="tx1"/>
                </a:solidFill>
                <a:effectLst/>
                <a:latin typeface="+mn-lt"/>
                <a:ea typeface="+mn-ea"/>
                <a:cs typeface="+mn-cs"/>
              </a:rPr>
              <a:t> Контроллеры, процессоры, программное обеспечение для обработки данных, принятия решений и управления.</a:t>
            </a:r>
          </a:p>
          <a:p>
            <a:r>
              <a:rPr lang="ru-RU" sz="1200" b="1" i="0" kern="1200" dirty="0">
                <a:solidFill>
                  <a:schemeClr val="tx1"/>
                </a:solidFill>
                <a:effectLst/>
                <a:latin typeface="+mn-lt"/>
                <a:ea typeface="+mn-ea"/>
                <a:cs typeface="+mn-cs"/>
              </a:rPr>
              <a:t>Сетевые интерфейсы:</a:t>
            </a:r>
            <a:r>
              <a:rPr lang="ru-RU" sz="1200" b="0" i="0" kern="1200" dirty="0">
                <a:solidFill>
                  <a:schemeClr val="tx1"/>
                </a:solidFill>
                <a:effectLst/>
                <a:latin typeface="+mn-lt"/>
                <a:ea typeface="+mn-ea"/>
                <a:cs typeface="+mn-cs"/>
              </a:rPr>
              <a:t> Средства коммуникации (проводные и беспроводные сети), обеспечивающие обмен данными между кибернетическими компонентами, а также между кибернетическими и физическими компонентами.</a:t>
            </a:r>
          </a:p>
          <a:p>
            <a:r>
              <a:rPr lang="ru-RU" sz="1200" b="0" i="0" kern="1200" dirty="0">
                <a:solidFill>
                  <a:schemeClr val="tx1"/>
                </a:solidFill>
                <a:effectLst/>
                <a:latin typeface="+mn-lt"/>
                <a:ea typeface="+mn-ea"/>
                <a:cs typeface="+mn-cs"/>
              </a:rPr>
              <a:t>С позиции информационной безопасности киберфизическая система представляет собой многоуровневую архитектуру, где каждый уровень обладает специфическими уязвимостями и требует специализированных мер защиты.</a:t>
            </a:r>
          </a:p>
          <a:p>
            <a:r>
              <a:rPr lang="ru-RU" sz="1200" b="0" i="0" kern="1200" dirty="0">
                <a:solidFill>
                  <a:schemeClr val="tx1"/>
                </a:solidFill>
                <a:effectLst/>
                <a:latin typeface="+mn-lt"/>
                <a:ea typeface="+mn-ea"/>
                <a:cs typeface="+mn-cs"/>
              </a:rPr>
              <a:t>Фундаментом КФС является </a:t>
            </a:r>
            <a:r>
              <a:rPr lang="ru-RU" sz="1200" b="1" i="0" kern="1200" dirty="0">
                <a:solidFill>
                  <a:schemeClr val="tx1"/>
                </a:solidFill>
                <a:effectLst/>
                <a:latin typeface="+mn-lt"/>
                <a:ea typeface="+mn-ea"/>
                <a:cs typeface="+mn-cs"/>
              </a:rPr>
              <a:t>физический уровень</a:t>
            </a:r>
            <a:r>
              <a:rPr lang="ru-RU" sz="1200" b="0" i="0" kern="1200" dirty="0">
                <a:solidFill>
                  <a:schemeClr val="tx1"/>
                </a:solidFill>
                <a:effectLst/>
                <a:latin typeface="+mn-lt"/>
                <a:ea typeface="+mn-ea"/>
                <a:cs typeface="+mn-cs"/>
              </a:rPr>
              <a:t>, включающий исполнительные механизмы, датчики, приводы и объекты управления. На этом уровне ключевые риски связаны с атаками на целостность физических процессов: манипуляция показаниями датчиков, вмешательство в работу исполнительных механизмов, проведение атак по побочным каналам для извлечения криптографических ключей. Особую опасность представляют атаки на временные характеристики систем реального времени, где даже микросекундные задержки могут привести к катастрофическим последствиям.</a:t>
            </a:r>
          </a:p>
          <a:p>
            <a:r>
              <a:rPr lang="ru-RU" sz="1200" b="0" i="0" kern="1200" dirty="0">
                <a:solidFill>
                  <a:schemeClr val="tx1"/>
                </a:solidFill>
                <a:effectLst/>
                <a:latin typeface="+mn-lt"/>
                <a:ea typeface="+mn-ea"/>
                <a:cs typeface="+mn-cs"/>
              </a:rPr>
              <a:t>Следующий </a:t>
            </a:r>
            <a:r>
              <a:rPr lang="ru-RU" sz="1200" b="1" i="0" kern="1200" dirty="0">
                <a:solidFill>
                  <a:schemeClr val="tx1"/>
                </a:solidFill>
                <a:effectLst/>
                <a:latin typeface="+mn-lt"/>
                <a:ea typeface="+mn-ea"/>
                <a:cs typeface="+mn-cs"/>
              </a:rPr>
              <a:t>уровень сетевой коммуникации</a:t>
            </a:r>
            <a:r>
              <a:rPr lang="ru-RU" sz="1200" b="0" i="0" kern="1200" dirty="0">
                <a:solidFill>
                  <a:schemeClr val="tx1"/>
                </a:solidFill>
                <a:effectLst/>
                <a:latin typeface="+mn-lt"/>
                <a:ea typeface="+mn-ea"/>
                <a:cs typeface="+mn-cs"/>
              </a:rPr>
              <a:t> обеспечивает взаимодействие между компонентами КФС через промышленные сети (</a:t>
            </a:r>
            <a:r>
              <a:rPr lang="ru-RU" sz="1200" b="0" i="0" kern="1200" dirty="0" err="1">
                <a:solidFill>
                  <a:schemeClr val="tx1"/>
                </a:solidFill>
                <a:effectLst/>
                <a:latin typeface="+mn-lt"/>
                <a:ea typeface="+mn-ea"/>
                <a:cs typeface="+mn-cs"/>
              </a:rPr>
              <a:t>Fieldbus</a:t>
            </a:r>
            <a:r>
              <a:rPr lang="ru-RU" sz="1200" b="0" i="0" kern="1200" dirty="0">
                <a:solidFill>
                  <a:schemeClr val="tx1"/>
                </a:solidFill>
                <a:effectLst/>
                <a:latin typeface="+mn-lt"/>
                <a:ea typeface="+mn-ea"/>
                <a:cs typeface="+mn-cs"/>
              </a:rPr>
              <a:t>, PROFINET, </a:t>
            </a:r>
            <a:r>
              <a:rPr lang="ru-RU" sz="1200" b="0" i="0" kern="1200" dirty="0" err="1">
                <a:solidFill>
                  <a:schemeClr val="tx1"/>
                </a:solidFill>
                <a:effectLst/>
                <a:latin typeface="+mn-lt"/>
                <a:ea typeface="+mn-ea"/>
                <a:cs typeface="+mn-cs"/>
              </a:rPr>
              <a:t>Modbus</a:t>
            </a:r>
            <a:r>
              <a:rPr lang="ru-RU" sz="1200" b="0" i="0" kern="1200" dirty="0">
                <a:solidFill>
                  <a:schemeClr val="tx1"/>
                </a:solidFill>
                <a:effectLst/>
                <a:latin typeface="+mn-lt"/>
                <a:ea typeface="+mn-ea"/>
                <a:cs typeface="+mn-cs"/>
              </a:rPr>
              <a:t> TCP) и беспроводные интерфейсы. Здесь проявляются классические уязвимости сетевых протоколов: отсутствие аутентификации и шифрования в унаследованных промышленных протоколах, уязвимости к пассивному прослушиванию и анализу трафика, атаки типа "человек посередине". Критической угрозой является компрометация сетевой инфраструктуры, позволяющая злоумышленнику осуществлять инъекцию ложных команд или организовывать распределенные атаки отказа в обслуживании.</a:t>
            </a:r>
          </a:p>
          <a:p>
            <a:r>
              <a:rPr lang="ru-RU" sz="1200" b="1" i="0" kern="1200" dirty="0">
                <a:solidFill>
                  <a:schemeClr val="tx1"/>
                </a:solidFill>
                <a:effectLst/>
                <a:latin typeface="+mn-lt"/>
                <a:ea typeface="+mn-ea"/>
                <a:cs typeface="+mn-cs"/>
              </a:rPr>
              <a:t>Уровень контроля и управления</a:t>
            </a:r>
            <a:r>
              <a:rPr lang="ru-RU" sz="1200" b="0" i="0" kern="1200" dirty="0">
                <a:solidFill>
                  <a:schemeClr val="tx1"/>
                </a:solidFill>
                <a:effectLst/>
                <a:latin typeface="+mn-lt"/>
                <a:ea typeface="+mn-ea"/>
                <a:cs typeface="+mn-cs"/>
              </a:rPr>
              <a:t> реализуется программируемыми логическими контроллерами (ПЛК), промышленными компьютерами и системами SCADA. Уязвимости данного уровня включают недостатки в </a:t>
            </a:r>
            <a:r>
              <a:rPr lang="ru-RU" sz="1200" b="0" i="0" kern="1200" dirty="0" err="1">
                <a:solidFill>
                  <a:schemeClr val="tx1"/>
                </a:solidFill>
                <a:effectLst/>
                <a:latin typeface="+mn-lt"/>
                <a:ea typeface="+mn-ea"/>
                <a:cs typeface="+mn-cs"/>
              </a:rPr>
              <a:t>firmware</a:t>
            </a:r>
            <a:r>
              <a:rPr lang="ru-RU" sz="1200" b="0" i="0" kern="1200" dirty="0">
                <a:solidFill>
                  <a:schemeClr val="tx1"/>
                </a:solidFill>
                <a:effectLst/>
                <a:latin typeface="+mn-lt"/>
                <a:ea typeface="+mn-ea"/>
                <a:cs typeface="+mn-cs"/>
              </a:rPr>
              <a:t> ПЛК, уязвимости в конфигурациях систем управления технологическими процессами, возможность несанкционированного изменения программного кода контроллеров. Особенностью является требование к детерминизму выполнения операций, что исключает применение традиционных механизмов кибербезопасности, таких как антивирусное сканирование в реальном времени.</a:t>
            </a:r>
          </a:p>
          <a:p>
            <a:r>
              <a:rPr lang="ru-RU" sz="1200" b="1" i="0" kern="1200" dirty="0">
                <a:solidFill>
                  <a:schemeClr val="tx1"/>
                </a:solidFill>
                <a:effectLst/>
                <a:latin typeface="+mn-lt"/>
                <a:ea typeface="+mn-ea"/>
                <a:cs typeface="+mn-cs"/>
              </a:rPr>
              <a:t>Уровень данных и приложений</a:t>
            </a:r>
            <a:r>
              <a:rPr lang="ru-RU" sz="1200" b="0" i="0" kern="1200" dirty="0">
                <a:solidFill>
                  <a:schemeClr val="tx1"/>
                </a:solidFill>
                <a:effectLst/>
                <a:latin typeface="+mn-lt"/>
                <a:ea typeface="+mn-ea"/>
                <a:cs typeface="+mn-cs"/>
              </a:rPr>
              <a:t> охватывает системы сбора телеметрии, базы данных технологических параметров, системы управления производственными операциями (MES) и планирования ресурсов предприятия (ERP). Основные угрозы на этом уровне включают манипуляцию историческими данными, компрометацию систем аналитики, внедрение вредоносного кода в прикладное программное обеспечение. Критически важной является защита цифровых двойников - виртуальных моделей физических активов, компрометация которых позволяет моделировать атаки без воздействия на реальные объекты.</a:t>
            </a:r>
          </a:p>
          <a:p>
            <a:r>
              <a:rPr lang="ru-RU" sz="1200" b="0" i="0" kern="1200" dirty="0">
                <a:solidFill>
                  <a:schemeClr val="tx1"/>
                </a:solidFill>
                <a:effectLst/>
                <a:latin typeface="+mn-lt"/>
                <a:ea typeface="+mn-ea"/>
                <a:cs typeface="+mn-cs"/>
              </a:rPr>
              <a:t>Наиболее уязвимым с точки зрения масштаба потенциального ущерба является </a:t>
            </a:r>
            <a:r>
              <a:rPr lang="ru-RU" sz="1200" b="1" i="0" kern="1200" dirty="0">
                <a:solidFill>
                  <a:schemeClr val="tx1"/>
                </a:solidFill>
                <a:effectLst/>
                <a:latin typeface="+mn-lt"/>
                <a:ea typeface="+mn-ea"/>
                <a:cs typeface="+mn-cs"/>
              </a:rPr>
              <a:t>киберфизический уровень</a:t>
            </a:r>
            <a:r>
              <a:rPr lang="ru-RU" sz="1200" b="0" i="0" kern="1200" dirty="0">
                <a:solidFill>
                  <a:schemeClr val="tx1"/>
                </a:solidFill>
                <a:effectLst/>
                <a:latin typeface="+mn-lt"/>
                <a:ea typeface="+mn-ea"/>
                <a:cs typeface="+mn-cs"/>
              </a:rPr>
              <a:t>, где происходит непосредственное взаимодействие кибернетических компонентов с физическими процессами. Здесь реализуются сложные атаки, такие как генерация скрытых аномалий, остающихся незамеченными для систем мониторинга, но вызывающих постепенную деградацию оборудования; скоординированные атаки на несколько компонентов системы; целенаправленное нарушение синхронизации распределенных систем.</a:t>
            </a:r>
          </a:p>
          <a:p>
            <a:r>
              <a:rPr lang="ru-RU" sz="1200" b="0" i="0" kern="1200" dirty="0">
                <a:solidFill>
                  <a:schemeClr val="tx1"/>
                </a:solidFill>
                <a:effectLst/>
                <a:latin typeface="+mn-lt"/>
                <a:ea typeface="+mn-ea"/>
                <a:cs typeface="+mn-cs"/>
              </a:rPr>
              <a:t>Завершает архитектуру </a:t>
            </a:r>
            <a:r>
              <a:rPr lang="ru-RU" sz="1200" b="1" i="0" kern="1200" dirty="0">
                <a:solidFill>
                  <a:schemeClr val="tx1"/>
                </a:solidFill>
                <a:effectLst/>
                <a:latin typeface="+mn-lt"/>
                <a:ea typeface="+mn-ea"/>
                <a:cs typeface="+mn-cs"/>
              </a:rPr>
              <a:t>уровень интеграции с внешними системами</a:t>
            </a:r>
            <a:r>
              <a:rPr lang="ru-RU" sz="1200" b="0" i="0" kern="1200" dirty="0">
                <a:solidFill>
                  <a:schemeClr val="tx1"/>
                </a:solidFill>
                <a:effectLst/>
                <a:latin typeface="+mn-lt"/>
                <a:ea typeface="+mn-ea"/>
                <a:cs typeface="+mn-cs"/>
              </a:rPr>
              <a:t>, обеспечивающий подключение КФС к облачным платформам, системам цепочек поставок и другим внешним сервисам. Данный уровень расширяет поверхность атаки, создавая риски компрометации через смежные системы, утечки конфиденциальной производственной информации через каналы интеграции, атаки на целостность данных при передаче в облачные сервисы.</a:t>
            </a:r>
          </a:p>
          <a:p>
            <a:r>
              <a:rPr lang="ru-RU" sz="1200" b="0" i="0" kern="1200" dirty="0">
                <a:solidFill>
                  <a:schemeClr val="tx1"/>
                </a:solidFill>
                <a:effectLst/>
                <a:latin typeface="+mn-lt"/>
                <a:ea typeface="+mn-ea"/>
                <a:cs typeface="+mn-cs"/>
              </a:rPr>
              <a:t>Эффективная защита КФС требует реализации многоуровневой системы безопасности, включающей сегментацию сети, контроль целостности </a:t>
            </a:r>
            <a:r>
              <a:rPr lang="ru-RU" sz="1200" b="0" i="0" kern="1200" dirty="0" err="1">
                <a:solidFill>
                  <a:schemeClr val="tx1"/>
                </a:solidFill>
                <a:effectLst/>
                <a:latin typeface="+mn-lt"/>
                <a:ea typeface="+mn-ea"/>
                <a:cs typeface="+mn-cs"/>
              </a:rPr>
              <a:t>firmware</a:t>
            </a:r>
            <a:r>
              <a:rPr lang="ru-RU" sz="1200" b="0" i="0" kern="1200" dirty="0">
                <a:solidFill>
                  <a:schemeClr val="tx1"/>
                </a:solidFill>
                <a:effectLst/>
                <a:latin typeface="+mn-lt"/>
                <a:ea typeface="+mn-ea"/>
                <a:cs typeface="+mn-cs"/>
              </a:rPr>
              <a:t>, мониторинг аномалий в физических процессах, применение механизмов Zero Trust архитектуры, и создание систем обнаружения атак, учитывающих киберфизическую природу потенциальных инцидентов. При этом меры безопасности не должны нарушать детерминизм и реальное время выполнения критических производственных процессов.</a:t>
            </a:r>
          </a:p>
          <a:p>
            <a:br>
              <a:rPr lang="ru-RU" dirty="0"/>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3</a:t>
            </a:fld>
            <a:endParaRPr lang="ru-RU"/>
          </a:p>
        </p:txBody>
      </p:sp>
    </p:spTree>
    <p:extLst>
      <p:ext uri="{BB962C8B-B14F-4D97-AF65-F5344CB8AC3E}">
        <p14:creationId xmlns:p14="http://schemas.microsoft.com/office/powerpoint/2010/main" val="619585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 современной концепции Индустрии 4.0, основанной на киберфизических системах и интеллектуализации производства, человечество пришло через последовательность технологических парадигм, каждая из которых кардинально трансформировала промышленный ландшафт.</a:t>
            </a:r>
          </a:p>
          <a:p>
            <a:endParaRPr lang="ru-RU" dirty="0"/>
          </a:p>
          <a:p>
            <a:r>
              <a:rPr lang="ru-RU" dirty="0"/>
              <a:t>Истоки промышленной эволюции лежат в Индустрии 1.0 (конец XVIII века), сущность которой заключалась в первичной **механизации** труда. Фундаментальным прорывом стало создание паровых машин, которые, используя энергию пара и воды, позволили заменить мускульную силу человека и животных на механизированный привод. Это обусловило переход от ремесленного производства к фабричной организации, сосредоточив средства производства в единых промышленных центрах и положив начало массовой урбанизации.</a:t>
            </a:r>
          </a:p>
          <a:p>
            <a:endParaRPr lang="ru-RU" dirty="0"/>
          </a:p>
          <a:p>
            <a:r>
              <a:rPr lang="ru-RU" dirty="0"/>
              <a:t>Наследующая ей Индустрия 2.0 (рубеж XIX-XX веков) ознаменовала эру **электрификации и массового производства**. Ключевым преобразованием стало внедрение конвейерного сборочного производства, ставшего возможным благодаря универсализации электрической энергии как основного двигательного средства. Электричество обеспечило гибкость в расположении оборудования, а конвейерная линия, основанная на принципах стандартизации и разделения операций, радикально повысила производительность, реализовав модель экономики масштаба и сделав товары широкого потребления доступными для массового рынка.</a:t>
            </a:r>
          </a:p>
          <a:p>
            <a:endParaRPr lang="ru-RU" dirty="0"/>
          </a:p>
          <a:p>
            <a:r>
              <a:rPr lang="ru-RU" dirty="0"/>
              <a:t>Середина XX века ознаменовалась переходом к Индустрии 3.0, ядром которой стала **комплексная автоматизация** на базе электроники и вычислительной техники. Внедрение программируемых логических контроллеров (ПЛК), станков с числовым программным управлением (ЧПУ) и промышленных роботов позволило автоматизировать не только отдельные энергоемкие операции, но и целые технологические циклы. Роль человека-оператора сместилась в сторону программирования, контроля и обслуживания высокотехнологичного оборудования, что потребовало новой квалификации кадров и способствовало глобализации производственных цепочек.</a:t>
            </a:r>
          </a:p>
          <a:p>
            <a:endParaRPr lang="ru-RU" dirty="0"/>
          </a:p>
          <a:p>
            <a:r>
              <a:rPr lang="ru-RU" dirty="0"/>
              <a:t>Современный этап, Индустрия 4.0 (начало XXI века), представляет собой качественный скачок от автоматизации к **интеллектуализации** и созданию глобальных киберфизических экосистем. Его сущность заключается в конвергенции и синергии технологий предыдущей эры с Интернетом вещей (</a:t>
            </a:r>
            <a:r>
              <a:rPr lang="ru-RU" dirty="0" err="1"/>
              <a:t>IoT</a:t>
            </a:r>
            <a:r>
              <a:rPr lang="ru-RU" dirty="0"/>
              <a:t>), искусственным интеллектом (ИИ), облачными вычислениями и анализа больших данных (Big Data). Центральным элементом новой парадигмы выступают **киберфизические системы (КФС)** — интеллектуальные активы, объединяющие физические объекты (станки, роботы, датчики) с их виртуальными цифровыми двойниками. В отличие от жестко запрограммированной автоматизации Индустрии 3.0, КФС обеспечивают сквозную цифровизацию и обеспечивают возможность децентрализованного принятия решений в реальном времени. Это реализуется через постоянный обмен данными по стандартизированным промышленным протоколам, их анализ с помощью алгоритмов машинного обучения для предиктивного обслуживания, самооптимизации технологических параметров и адаптации к изменяющимся условиям, что в конечном итоге приводит к созданию автономных, самоорганизующихся и </a:t>
            </a:r>
            <a:r>
              <a:rPr lang="ru-RU" dirty="0" err="1"/>
              <a:t>ресурсоэффективных</a:t>
            </a:r>
            <a:r>
              <a:rPr lang="ru-RU" dirty="0"/>
              <a:t> «умных» фабрик. Таким образом, эволюционный путь промышленного развития привел к формированию принципиально новой производственной среды, где граница между физическим и цифровым мирами становится прозрачной, а основная ценность создается за счет генерации, анализа и оперативного использования данных.</a:t>
            </a:r>
          </a:p>
        </p:txBody>
      </p:sp>
      <p:sp>
        <p:nvSpPr>
          <p:cNvPr id="4" name="Номер слайда 3"/>
          <p:cNvSpPr>
            <a:spLocks noGrp="1"/>
          </p:cNvSpPr>
          <p:nvPr>
            <p:ph type="sldNum" sz="quarter" idx="5"/>
          </p:nvPr>
        </p:nvSpPr>
        <p:spPr/>
        <p:txBody>
          <a:bodyPr/>
          <a:lstStyle/>
          <a:p>
            <a:fld id="{B031B7BB-A9A1-40FA-ABB3-45C29D47E728}" type="slidenum">
              <a:rPr lang="ru-RU" smtClean="0"/>
              <a:t>4</a:t>
            </a:fld>
            <a:endParaRPr lang="ru-RU"/>
          </a:p>
        </p:txBody>
      </p:sp>
    </p:spTree>
    <p:extLst>
      <p:ext uri="{BB962C8B-B14F-4D97-AF65-F5344CB8AC3E}">
        <p14:creationId xmlns:p14="http://schemas.microsoft.com/office/powerpoint/2010/main" val="109349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Абсолютно верно. Вы выделили ключевые категории кибератак на киберфизические системы (КФС), которые эксплуатируют саму их суть — интеграцию кибернетического и физического миров. Давайте детально разберем каждую из этих атак, их механизм, последствия и примеры.</a:t>
            </a:r>
          </a:p>
          <a:p>
            <a:endParaRPr lang="ru-RU" dirty="0"/>
          </a:p>
          <a:p>
            <a:r>
              <a:rPr lang="ru-RU" dirty="0"/>
              <a:t>### 1. Отказ в обслуживании (</a:t>
            </a:r>
            <a:r>
              <a:rPr lang="ru-RU" dirty="0" err="1"/>
              <a:t>Denial</a:t>
            </a:r>
            <a:r>
              <a:rPr lang="ru-RU" dirty="0"/>
              <a:t> </a:t>
            </a:r>
            <a:r>
              <a:rPr lang="ru-RU" dirty="0" err="1"/>
              <a:t>of</a:t>
            </a:r>
            <a:r>
              <a:rPr lang="ru-RU" dirty="0"/>
              <a:t> Service - </a:t>
            </a:r>
            <a:r>
              <a:rPr lang="ru-RU" dirty="0" err="1"/>
              <a:t>DoS</a:t>
            </a:r>
            <a:r>
              <a:rPr lang="ru-RU" dirty="0"/>
              <a:t>) и </a:t>
            </a:r>
            <a:r>
              <a:rPr lang="ru-RU" dirty="0" err="1"/>
              <a:t>Джемминг</a:t>
            </a:r>
            <a:r>
              <a:rPr lang="ru-RU" dirty="0"/>
              <a:t> (</a:t>
            </a:r>
            <a:r>
              <a:rPr lang="ru-RU" dirty="0" err="1"/>
              <a:t>Jamming</a:t>
            </a:r>
            <a:r>
              <a:rPr lang="ru-RU" dirty="0"/>
              <a:t>)</a:t>
            </a:r>
          </a:p>
          <a:p>
            <a:endParaRPr lang="ru-RU" dirty="0"/>
          </a:p>
          <a:p>
            <a:r>
              <a:rPr lang="ru-RU" dirty="0"/>
              <a:t>**Механизм:**</a:t>
            </a:r>
          </a:p>
          <a:p>
            <a:r>
              <a:rPr lang="ru-RU" dirty="0"/>
              <a:t>*   **</a:t>
            </a:r>
            <a:r>
              <a:rPr lang="ru-RU" dirty="0" err="1"/>
              <a:t>DoS</a:t>
            </a:r>
            <a:r>
              <a:rPr lang="ru-RU" dirty="0"/>
              <a:t>-атака (Сетевой уровень):** Злоумышленник генерирует огромный объем ложного сетевого трафика, направленного на каналы связи или сами устройства КФС (например, на маршрутизаторы, серверы или контроллеры). Это переполняет пропускную способность канала или вычислительные ресурсы устройства, делая его неспособным обрабатывать легитимные запросы.</a:t>
            </a:r>
          </a:p>
          <a:p>
            <a:r>
              <a:rPr lang="ru-RU" dirty="0"/>
              <a:t>*   **</a:t>
            </a:r>
            <a:r>
              <a:rPr lang="ru-RU" dirty="0" err="1"/>
              <a:t>Джемминг</a:t>
            </a:r>
            <a:r>
              <a:rPr lang="ru-RU" dirty="0"/>
              <a:t> (Радиочастотный уровень):** Это физическая </a:t>
            </a:r>
            <a:r>
              <a:rPr lang="ru-RU" dirty="0" err="1"/>
              <a:t>DoS</a:t>
            </a:r>
            <a:r>
              <a:rPr lang="ru-RU" dirty="0"/>
              <a:t>-атака. Атакующий использует передатчик для генерации мощного радиочастотного шума в том же диапазоне, что и беспроводная сеть КФС (например, </a:t>
            </a:r>
            <a:r>
              <a:rPr lang="ru-RU" dirty="0" err="1"/>
              <a:t>Wi</a:t>
            </a:r>
            <a:r>
              <a:rPr lang="ru-RU" dirty="0"/>
              <a:t>-Fi, Bluetooth, </a:t>
            </a:r>
            <a:r>
              <a:rPr lang="ru-RU" dirty="0" err="1"/>
              <a:t>LoRaWAN</a:t>
            </a:r>
            <a:r>
              <a:rPr lang="ru-RU" dirty="0"/>
              <a:t>, сотовую связь). Этот шум "глушит" легитимные сигналы, делая эфирный канал бесполезным.</a:t>
            </a:r>
          </a:p>
          <a:p>
            <a:endParaRPr lang="ru-RU" dirty="0"/>
          </a:p>
          <a:p>
            <a:r>
              <a:rPr lang="ru-RU" dirty="0"/>
              <a:t>**Последствия для КФС:**</a:t>
            </a:r>
          </a:p>
          <a:p>
            <a:r>
              <a:rPr lang="ru-RU" dirty="0"/>
              <a:t>Атака нарушает **доступность (</a:t>
            </a:r>
            <a:r>
              <a:rPr lang="ru-RU" dirty="0" err="1"/>
              <a:t>Availability</a:t>
            </a:r>
            <a:r>
              <a:rPr lang="ru-RU" dirty="0"/>
              <a:t>)** — одну из ключевых триад безопасности (CIA).</a:t>
            </a:r>
          </a:p>
          <a:p>
            <a:r>
              <a:rPr lang="ru-RU" dirty="0"/>
              <a:t>*   **Потеря управления:** Оператор не может передать команду для остановки процесса или изменения режима работы.</a:t>
            </a:r>
          </a:p>
          <a:p>
            <a:r>
              <a:rPr lang="ru-RU" dirty="0"/>
              <a:t>*   **"Ослепление" системы:** Данные с датчиков (например, показания давления, координаты GPS, телеметрия) не поступают в систему управления. КФС начинает работать в слепом режиме, полагаясь на последние известные данные или заранее заданные алгоритмы, что может быть катастрофическим в динамически меняющейся среде.</a:t>
            </a:r>
          </a:p>
          <a:p>
            <a:endParaRPr lang="ru-RU" dirty="0"/>
          </a:p>
          <a:p>
            <a:r>
              <a:rPr lang="ru-RU" dirty="0"/>
              <a:t>**Конкретные примеры:**</a:t>
            </a:r>
          </a:p>
          <a:p>
            <a:r>
              <a:rPr lang="ru-RU" dirty="0"/>
              <a:t>*   **Беспилотный автомобиль:** </a:t>
            </a:r>
            <a:r>
              <a:rPr lang="ru-RU" dirty="0" err="1"/>
              <a:t>DoS</a:t>
            </a:r>
            <a:r>
              <a:rPr lang="ru-RU" dirty="0"/>
              <a:t>-атака на его канал связи с облачной инфраструктурой или </a:t>
            </a:r>
            <a:r>
              <a:rPr lang="ru-RU" dirty="0" err="1"/>
              <a:t>джемминг</a:t>
            </a:r>
            <a:r>
              <a:rPr lang="ru-RU" dirty="0"/>
              <a:t> GPS-сигнала лишает его актуальных данных о дорожной обстановке, обновлений карт и команд от диспетчера, что может привести к аварии.</a:t>
            </a:r>
          </a:p>
          <a:p>
            <a:r>
              <a:rPr lang="ru-RU" dirty="0"/>
              <a:t>*   **Умное производство:** </a:t>
            </a:r>
            <a:r>
              <a:rPr lang="ru-RU" dirty="0" err="1"/>
              <a:t>Джемминг</a:t>
            </a:r>
            <a:r>
              <a:rPr lang="ru-RU" dirty="0"/>
              <a:t> сети беспроводных датчиков на конвейере может остановить производство, так как система управления перестанет получать данные о состоянии изделий.</a:t>
            </a:r>
          </a:p>
          <a:p>
            <a:endParaRPr lang="ru-RU" dirty="0"/>
          </a:p>
          <a:p>
            <a:r>
              <a:rPr lang="ru-RU" dirty="0"/>
              <a:t>### 2. Перехват (</a:t>
            </a:r>
            <a:r>
              <a:rPr lang="ru-RU" dirty="0" err="1"/>
              <a:t>Interception</a:t>
            </a:r>
            <a:r>
              <a:rPr lang="ru-RU" dirty="0"/>
              <a:t>) и Подмена (</a:t>
            </a:r>
            <a:r>
              <a:rPr lang="ru-RU" dirty="0" err="1"/>
              <a:t>Spoofing</a:t>
            </a:r>
            <a:r>
              <a:rPr lang="ru-RU" dirty="0"/>
              <a:t>)</a:t>
            </a:r>
          </a:p>
          <a:p>
            <a:endParaRPr lang="ru-RU" dirty="0"/>
          </a:p>
          <a:p>
            <a:r>
              <a:rPr lang="ru-RU" dirty="0"/>
              <a:t>**Механизм:**</a:t>
            </a:r>
          </a:p>
          <a:p>
            <a:r>
              <a:rPr lang="ru-RU" dirty="0"/>
              <a:t>*   **Перехват (Пассивная атака):** Атакующий негласно прослушивает канал связи, копируя передаваемые данные. Это нарушает **конфиденциальность (</a:t>
            </a:r>
            <a:r>
              <a:rPr lang="ru-RU" dirty="0" err="1"/>
              <a:t>Confidentiality</a:t>
            </a:r>
            <a:r>
              <a:rPr lang="ru-RU" dirty="0"/>
              <a:t>)**.</a:t>
            </a:r>
          </a:p>
          <a:p>
            <a:r>
              <a:rPr lang="ru-RU" dirty="0"/>
              <a:t>*   **Подмена/Спуфинг (Активная атака):** Атакующий не только перехватывает данные, но и активно вмешивается в коммуникацию, подделывая (спуфинг) легитимный сигнал или сообщение и вставляя свои собственные. Это нарушает **целостность (</a:t>
            </a:r>
            <a:r>
              <a:rPr lang="ru-RU" dirty="0" err="1"/>
              <a:t>Integrity</a:t>
            </a:r>
            <a:r>
              <a:rPr lang="ru-RU" dirty="0"/>
              <a:t>)** и **аутентичность**.</a:t>
            </a:r>
          </a:p>
          <a:p>
            <a:endParaRPr lang="ru-RU" dirty="0"/>
          </a:p>
          <a:p>
            <a:r>
              <a:rPr lang="ru-RU" dirty="0"/>
              <a:t>**Последствия для КФС:**</a:t>
            </a:r>
          </a:p>
          <a:p>
            <a:r>
              <a:rPr lang="ru-RU" dirty="0"/>
              <a:t>Система принимает решения на основе ложной, но правдоподобной информации.</a:t>
            </a:r>
          </a:p>
          <a:p>
            <a:endParaRPr lang="ru-RU" dirty="0"/>
          </a:p>
          <a:p>
            <a:r>
              <a:rPr lang="ru-RU" dirty="0"/>
              <a:t>**Конкретные примеры:**</a:t>
            </a:r>
          </a:p>
          <a:p>
            <a:r>
              <a:rPr lang="ru-RU" dirty="0"/>
              <a:t>*   **Спуфинг GPS:** </a:t>
            </a:r>
            <a:r>
              <a:rPr lang="ru-RU" dirty="0" err="1"/>
              <a:t>Атакующиг</a:t>
            </a:r>
            <a:r>
              <a:rPr lang="ru-RU" dirty="0"/>
              <a:t> генерирует ложный GPS-сигнал, более мощный, чем настоящий. Беспилотное судно, дрон или сельскохозяйственная техника, полагающиеся на GPS для навигации, начинает следовать по ложному маршруту, что может привести к его захвату, повреждению или использованию в качестве оружия.</a:t>
            </a:r>
          </a:p>
          <a:p>
            <a:r>
              <a:rPr lang="ru-RU" dirty="0"/>
              <a:t>*   **Подмена данных датчиков в Умном здании:** Атакующий может подделать показания датчиков температуры, заставив систему климат-контроля работать на износ, что приведет к перерасходу энергии или поломке.</a:t>
            </a:r>
          </a:p>
          <a:p>
            <a:endParaRPr lang="ru-RU" dirty="0"/>
          </a:p>
          <a:p>
            <a:r>
              <a:rPr lang="ru-RU" dirty="0"/>
              <a:t>### 3. Внедрение ложных данных (</a:t>
            </a:r>
            <a:r>
              <a:rPr lang="ru-RU" dirty="0" err="1"/>
              <a:t>False</a:t>
            </a:r>
            <a:r>
              <a:rPr lang="ru-RU" dirty="0"/>
              <a:t> Data </a:t>
            </a:r>
            <a:r>
              <a:rPr lang="ru-RU" dirty="0" err="1"/>
              <a:t>Injection</a:t>
            </a:r>
            <a:r>
              <a:rPr lang="ru-RU" dirty="0"/>
              <a:t>)</a:t>
            </a:r>
          </a:p>
          <a:p>
            <a:endParaRPr lang="ru-RU" dirty="0"/>
          </a:p>
          <a:p>
            <a:r>
              <a:rPr lang="ru-RU" dirty="0"/>
              <a:t>**Механизм:**</a:t>
            </a:r>
          </a:p>
          <a:p>
            <a:r>
              <a:rPr lang="ru-RU" dirty="0"/>
              <a:t>Это целевая и изощренная форма спуфинга. Атакующий глубоко понимает работу системы и алгоритмы обработки данных. Вместо грубой подмены, он вносит небольшие, тщательно рассчитанные искажения в данные с датчиков, которые выглядят правдоподобно и могут обойти простые проверки на достоверность, но при этом приводят к принятию системой катастрофически неверных решений.</a:t>
            </a:r>
          </a:p>
          <a:p>
            <a:endParaRPr lang="ru-RU" dirty="0"/>
          </a:p>
          <a:p>
            <a:r>
              <a:rPr lang="ru-RU" dirty="0"/>
              <a:t>**Последствия для КФС:**</a:t>
            </a:r>
          </a:p>
          <a:p>
            <a:r>
              <a:rPr lang="ru-RU" dirty="0"/>
              <a:t>Система продолжает работать, но ее решения основаны на искаженной картине реальности, что ведет к скрытому накоплению ошибок и, в конечном итоге, к масштабному сбою.</a:t>
            </a:r>
          </a:p>
          <a:p>
            <a:endParaRPr lang="ru-RU" dirty="0"/>
          </a:p>
          <a:p>
            <a:r>
              <a:rPr lang="ru-RU" dirty="0"/>
              <a:t>**Конкретные примеры:**</a:t>
            </a:r>
          </a:p>
          <a:p>
            <a:r>
              <a:rPr lang="ru-RU" dirty="0"/>
              <a:t>*   **Умная энергосеть (Smart Grid):** Атакующий может незаметно завысить данные о потреблении электроэнергии в одном районе и занизить в другом. Система автоматического распределения нагрузки, стремясь сбалансировать сеть, может перенаправить избыточную мощность, вызвав перегрузку и каскадное отключение целых регионов (как в атаке на украинскую энергосистему в 2015-2016 гг.).</a:t>
            </a:r>
          </a:p>
          <a:p>
            <a:r>
              <a:rPr lang="ru-RU" dirty="0"/>
              <a:t>*   **Промышленная система контроля:** Внедрение ложных данных о давлении или температуре в химическом реакторе может предотвратить срабатывание аварийной сигнализации, что приведет к взрыву.</a:t>
            </a:r>
          </a:p>
          <a:p>
            <a:endParaRPr lang="ru-RU" dirty="0"/>
          </a:p>
          <a:p>
            <a:r>
              <a:rPr lang="ru-RU" dirty="0"/>
              <a:t>### 4. Атаки на управляющие команды</a:t>
            </a:r>
          </a:p>
          <a:p>
            <a:endParaRPr lang="ru-RU" dirty="0"/>
          </a:p>
          <a:p>
            <a:r>
              <a:rPr lang="ru-RU" dirty="0"/>
              <a:t>**Механизм:**</a:t>
            </a:r>
          </a:p>
          <a:p>
            <a:r>
              <a:rPr lang="ru-RU" dirty="0"/>
              <a:t>Это прямая атака на "мозг" КФС — на программируемые логические контроллеры (ПЛК), промышленные компьютеры (IPC) или серверы управления. Атакующий, получив доступ к системе (например, через уязвимость в сети или через инженерную станцию), изменяет логику управления, прошивку или непосредственно команды, отправляемые на физические исполнительные устройства.</a:t>
            </a:r>
          </a:p>
          <a:p>
            <a:endParaRPr lang="ru-RU" dirty="0"/>
          </a:p>
          <a:p>
            <a:r>
              <a:rPr lang="ru-RU" dirty="0"/>
              <a:t>**Последствия для КФС:**</a:t>
            </a:r>
          </a:p>
          <a:p>
            <a:r>
              <a:rPr lang="ru-RU" dirty="0"/>
              <a:t>Атакующий получает прямой, неограниченный контроль над физическими процессами. Это наивысшая степень компрометации, нарушающая все принципы безопасности.</a:t>
            </a:r>
          </a:p>
          <a:p>
            <a:endParaRPr lang="ru-RU" dirty="0"/>
          </a:p>
          <a:p>
            <a:r>
              <a:rPr lang="ru-RU" dirty="0"/>
              <a:t>**Конкретные примеры:**</a:t>
            </a:r>
          </a:p>
          <a:p>
            <a:r>
              <a:rPr lang="ru-RU" dirty="0"/>
              <a:t>*   **Вредоносное ПО для ПЛК (напр., </a:t>
            </a:r>
            <a:r>
              <a:rPr lang="ru-RU" dirty="0" err="1"/>
              <a:t>Stuxnet</a:t>
            </a:r>
            <a:r>
              <a:rPr lang="ru-RU" dirty="0"/>
              <a:t>):** Червь </a:t>
            </a:r>
            <a:r>
              <a:rPr lang="ru-RU" dirty="0" err="1"/>
              <a:t>Stuxnet</a:t>
            </a:r>
            <a:r>
              <a:rPr lang="ru-RU" dirty="0"/>
              <a:t> целенаправленно атаковал ПЛК Siemens, управляющие центрифугами для обогащения урана. Он изменял код на ПЛК, заставляя центрифуги вращаться с разрушительной скоростью, одновременно подменяя данные с датчиков, чтобы операторы видели нормальные показания.</a:t>
            </a:r>
          </a:p>
          <a:p>
            <a:r>
              <a:rPr lang="ru-RU" dirty="0"/>
              <a:t>*   **Атака на систему водоснабжения:** Злоумышленник может перепрограммировать ПЛК, управляющий насосами и клапанами, чтобы остановить подачу воды или, что еще хуже, создать скачок давления, который разорвет трубы.</a:t>
            </a:r>
          </a:p>
          <a:p>
            <a:r>
              <a:rPr lang="ru-RU" dirty="0"/>
              <a:t>*   **Манипуляция роботизированной линией:** Изменение кода может заставить промышленного робота выполнять движения, приводящие к его столкновению с другим оборудованием или к выпуску бракованной продукции.</a:t>
            </a:r>
          </a:p>
          <a:p>
            <a:endParaRPr lang="ru-RU" dirty="0"/>
          </a:p>
          <a:p>
            <a:r>
              <a:rPr lang="ru-RU" dirty="0"/>
              <a:t>**Вывод:**</a:t>
            </a:r>
          </a:p>
          <a:p>
            <a:r>
              <a:rPr lang="ru-RU" dirty="0"/>
              <a:t>Эти четыре категории атак демонстрируют, что уязвимости в *кибернетической* части КФС напрямую трансформируются в физические последствия. Безопасность таких систем требует не только традиционных ИТ-мер защиты, но и глубокого понимания физических процессов, которыми они управляют, и применения специальных стандартов, таких как МЭК 62443, для обеспечения устойчивости критической инфраструктуры.</a:t>
            </a:r>
          </a:p>
        </p:txBody>
      </p:sp>
      <p:sp>
        <p:nvSpPr>
          <p:cNvPr id="4" name="Номер слайда 3"/>
          <p:cNvSpPr>
            <a:spLocks noGrp="1"/>
          </p:cNvSpPr>
          <p:nvPr>
            <p:ph type="sldNum" sz="quarter" idx="5"/>
          </p:nvPr>
        </p:nvSpPr>
        <p:spPr/>
        <p:txBody>
          <a:bodyPr/>
          <a:lstStyle/>
          <a:p>
            <a:fld id="{B031B7BB-A9A1-40FA-ABB3-45C29D47E728}" type="slidenum">
              <a:rPr lang="ru-RU" smtClean="0"/>
              <a:t>5</a:t>
            </a:fld>
            <a:endParaRPr lang="ru-RU"/>
          </a:p>
        </p:txBody>
      </p:sp>
    </p:spTree>
    <p:extLst>
      <p:ext uri="{BB962C8B-B14F-4D97-AF65-F5344CB8AC3E}">
        <p14:creationId xmlns:p14="http://schemas.microsoft.com/office/powerpoint/2010/main" val="174297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Современный ландшафт кибербезопасности характеризуется возрастающей интеграцией методов искусственного интеллекта, что формирует сложную экосистему взаимосвязанных и противоречивых аспектов. Анализ роли ИИ позволяет выделить три фундаментальных аспекта: инструмент для атаки, механизм защиты и самостоятельный объект угроз.</a:t>
            </a:r>
          </a:p>
          <a:p>
            <a:r>
              <a:rPr lang="ru-RU" sz="1200" b="1" i="0" kern="1200" dirty="0">
                <a:solidFill>
                  <a:schemeClr val="tx1"/>
                </a:solidFill>
                <a:effectLst/>
                <a:latin typeface="+mn-lt"/>
                <a:ea typeface="+mn-ea"/>
                <a:cs typeface="+mn-cs"/>
              </a:rPr>
              <a:t>1. Аспект нападения: ИИ как инструмент </a:t>
            </a:r>
            <a:r>
              <a:rPr lang="ru-RU" sz="1200" b="1" i="0" kern="1200" dirty="0" err="1">
                <a:solidFill>
                  <a:schemeClr val="tx1"/>
                </a:solidFill>
                <a:effectLst/>
                <a:latin typeface="+mn-lt"/>
                <a:ea typeface="+mn-ea"/>
                <a:cs typeface="+mn-cs"/>
              </a:rPr>
              <a:t>киберагрессии</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Искусственный интеллект существенно усиливает арсенал злоумышленников, обеспечивая качественный скачок в автоматизации, адаптивности и масштабируемости атак. Генеративные модели, в частности условные </a:t>
            </a:r>
            <a:r>
              <a:rPr lang="ru-RU" sz="1200" b="0" i="0" kern="1200" dirty="0" err="1">
                <a:solidFill>
                  <a:schemeClr val="tx1"/>
                </a:solidFill>
                <a:effectLst/>
                <a:latin typeface="+mn-lt"/>
                <a:ea typeface="+mn-ea"/>
                <a:cs typeface="+mn-cs"/>
              </a:rPr>
              <a:t>generative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networks</a:t>
            </a:r>
            <a:r>
              <a:rPr lang="ru-RU" sz="1200" b="0" i="0" kern="1200" dirty="0">
                <a:solidFill>
                  <a:schemeClr val="tx1"/>
                </a:solidFill>
                <a:effectLst/>
                <a:latin typeface="+mn-lt"/>
                <a:ea typeface="+mn-ea"/>
                <a:cs typeface="+mn-cs"/>
              </a:rPr>
              <a:t> (CGAN), применяются для создания синтетических данных, используемых в атаках по побочным каналам, что позволяет восстанавливать криптографические ключи даже при ограниченном объеме исходных данных. Большие языковые модели (LLM), такие как GPT, демонстрируют способность генерировать функциональные образцы вредоносного ПО, включая программы-вымогатели, кейлоггеры и файл-лесс </a:t>
            </a:r>
            <a:r>
              <a:rPr lang="ru-RU" sz="1200" b="0" i="0" kern="1200" dirty="0" err="1">
                <a:solidFill>
                  <a:schemeClr val="tx1"/>
                </a:solidFill>
                <a:effectLst/>
                <a:latin typeface="+mn-lt"/>
                <a:ea typeface="+mn-ea"/>
                <a:cs typeface="+mn-cs"/>
              </a:rPr>
              <a:t>malware</a:t>
            </a:r>
            <a:r>
              <a:rPr lang="ru-RU" sz="1200" b="0" i="0" kern="1200" dirty="0">
                <a:solidFill>
                  <a:schemeClr val="tx1"/>
                </a:solidFill>
                <a:effectLst/>
                <a:latin typeface="+mn-lt"/>
                <a:ea typeface="+mn-ea"/>
                <a:cs typeface="+mn-cs"/>
              </a:rPr>
              <a:t>, адаптированные для обхода сигнатурных систем обнаружения. Кроме того, методы машинного обучения используются для создания адверсариальных примеров — входных данных со специально внесенными незаметными для человека возмущениями, которые вызывают ошибочные классификации в системах компьютерного зрения и анализа трафика. Фреймворки типа IDSGAN реализуют </a:t>
            </a:r>
            <a:r>
              <a:rPr lang="ru-RU" sz="1200" b="0" i="0" kern="1200" dirty="0" err="1">
                <a:solidFill>
                  <a:schemeClr val="tx1"/>
                </a:solidFill>
                <a:effectLst/>
                <a:latin typeface="+mn-lt"/>
                <a:ea typeface="+mn-ea"/>
                <a:cs typeface="+mn-cs"/>
              </a:rPr>
              <a:t>генеративно</a:t>
            </a:r>
            <a:r>
              <a:rPr lang="ru-RU" sz="1200" b="0" i="0" kern="1200" dirty="0">
                <a:solidFill>
                  <a:schemeClr val="tx1"/>
                </a:solidFill>
                <a:effectLst/>
                <a:latin typeface="+mn-lt"/>
                <a:ea typeface="+mn-ea"/>
                <a:cs typeface="+mn-cs"/>
              </a:rPr>
              <a:t>-состязательные сети для модификации </a:t>
            </a:r>
            <a:r>
              <a:rPr lang="ru-RU" sz="1200" b="0" i="0" kern="1200" dirty="0" err="1">
                <a:solidFill>
                  <a:schemeClr val="tx1"/>
                </a:solidFill>
                <a:effectLst/>
                <a:latin typeface="+mn-lt"/>
                <a:ea typeface="+mn-ea"/>
                <a:cs typeface="+mn-cs"/>
              </a:rPr>
              <a:t>malicious</a:t>
            </a:r>
            <a:r>
              <a:rPr lang="ru-RU" sz="1200" b="0" i="0" kern="1200" dirty="0">
                <a:solidFill>
                  <a:schemeClr val="tx1"/>
                </a:solidFill>
                <a:effectLst/>
                <a:latin typeface="+mn-lt"/>
                <a:ea typeface="+mn-ea"/>
                <a:cs typeface="+mn-cs"/>
              </a:rPr>
              <a:t>-трафика с целью обхода систем обнаружения вторжений в режиме черного ящика, обеспечивая сохранение зловредной функциональности </a:t>
            </a:r>
            <a:r>
              <a:rPr lang="ru-RU" sz="1200" b="0" i="0" kern="1200" dirty="0" err="1">
                <a:solidFill>
                  <a:schemeClr val="tx1"/>
                </a:solidFill>
                <a:effectLst/>
                <a:latin typeface="+mn-lt"/>
                <a:ea typeface="+mn-ea"/>
                <a:cs typeface="+mn-cs"/>
              </a:rPr>
              <a:t>payload</a:t>
            </a:r>
            <a:r>
              <a:rPr lang="ru-RU" sz="1200" b="0" i="0" kern="1200" dirty="0">
                <a:solidFill>
                  <a:schemeClr val="tx1"/>
                </a:solidFill>
                <a:effectLst/>
                <a:latin typeface="+mn-lt"/>
                <a:ea typeface="+mn-ea"/>
                <a:cs typeface="+mn-cs"/>
              </a:rPr>
              <a:t> при изменении его сигнатуры.</a:t>
            </a:r>
          </a:p>
          <a:p>
            <a:r>
              <a:rPr lang="ru-RU" sz="1200" b="1" i="0" kern="1200" dirty="0">
                <a:solidFill>
                  <a:schemeClr val="tx1"/>
                </a:solidFill>
                <a:effectLst/>
                <a:latin typeface="+mn-lt"/>
                <a:ea typeface="+mn-ea"/>
                <a:cs typeface="+mn-cs"/>
              </a:rPr>
              <a:t>2. Аспект защиты: ИИ как основа проактивной безопасности</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В оборонительном контексте искусственный интеллект обеспечивает переход от реактивных к проактивным и предиктивным стратегиям безопасности. Глубокое обучение применяется для построения систем обнаружения аномалий и вторжений нового поколения, способных выявлять ранее неизвестные угрозы (</a:t>
            </a:r>
            <a:r>
              <a:rPr lang="ru-RU" sz="1200" b="0" i="0" kern="1200" dirty="0" err="1">
                <a:solidFill>
                  <a:schemeClr val="tx1"/>
                </a:solidFill>
                <a:effectLst/>
                <a:latin typeface="+mn-lt"/>
                <a:ea typeface="+mn-ea"/>
                <a:cs typeface="+mn-cs"/>
              </a:rPr>
              <a:t>zero-day</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attacks</a:t>
            </a:r>
            <a:r>
              <a:rPr lang="ru-RU" sz="1200" b="0" i="0" kern="1200" dirty="0">
                <a:solidFill>
                  <a:schemeClr val="tx1"/>
                </a:solidFill>
                <a:effectLst/>
                <a:latin typeface="+mn-lt"/>
                <a:ea typeface="+mn-ea"/>
                <a:cs typeface="+mn-cs"/>
              </a:rPr>
              <a:t>) за счет анализа сложных нелинейных паттернов в сетевом трафике и поведении приложений. Методы обработки естественного языка (NLP) на основе </a:t>
            </a:r>
            <a:r>
              <a:rPr lang="ru-RU" sz="1200" b="0" i="0" kern="1200" dirty="0" err="1">
                <a:solidFill>
                  <a:schemeClr val="tx1"/>
                </a:solidFill>
                <a:effectLst/>
                <a:latin typeface="+mn-lt"/>
                <a:ea typeface="+mn-ea"/>
                <a:cs typeface="+mn-cs"/>
              </a:rPr>
              <a:t>трансформерных</a:t>
            </a:r>
            <a:r>
              <a:rPr lang="ru-RU" sz="1200" b="0" i="0" kern="1200" dirty="0">
                <a:solidFill>
                  <a:schemeClr val="tx1"/>
                </a:solidFill>
                <a:effectLst/>
                <a:latin typeface="+mn-lt"/>
                <a:ea typeface="+mn-ea"/>
                <a:cs typeface="+mn-cs"/>
              </a:rPr>
              <a:t> архитектур используются для автоматизированного анализа киберугроз (CTI), извлечения индикаторов компрометации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из неструктурированных источников и генерации правил для систем SIEM. Технологии генеративного ИИ находят применение в создании синтетических данных для тренировки моделей обнаружения атак в условиях дисбаланса классов, а также для развертывания адаптивных систем обманной защиты (</a:t>
            </a:r>
            <a:r>
              <a:rPr lang="ru-RU" sz="1200" b="0" i="0" kern="1200" dirty="0" err="1">
                <a:solidFill>
                  <a:schemeClr val="tx1"/>
                </a:solidFill>
                <a:effectLst/>
                <a:latin typeface="+mn-lt"/>
                <a:ea typeface="+mn-ea"/>
                <a:cs typeface="+mn-cs"/>
              </a:rPr>
              <a:t>deception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technology</a:t>
            </a:r>
            <a:r>
              <a:rPr lang="ru-RU" sz="1200" b="0" i="0" kern="1200" dirty="0">
                <a:solidFill>
                  <a:schemeClr val="tx1"/>
                </a:solidFill>
                <a:effectLst/>
                <a:latin typeface="+mn-lt"/>
                <a:ea typeface="+mn-ea"/>
                <a:cs typeface="+mn-cs"/>
              </a:rPr>
              <a:t>), таких как интеллектуальные </a:t>
            </a:r>
            <a:r>
              <a:rPr lang="ru-RU" sz="1200" b="0" i="0" kern="1200" dirty="0" err="1">
                <a:solidFill>
                  <a:schemeClr val="tx1"/>
                </a:solidFill>
                <a:effectLst/>
                <a:latin typeface="+mn-lt"/>
                <a:ea typeface="+mn-ea"/>
                <a:cs typeface="+mn-cs"/>
              </a:rPr>
              <a:t>honeypots</a:t>
            </a:r>
            <a:r>
              <a:rPr lang="ru-RU" sz="1200" b="0" i="0" kern="1200" dirty="0">
                <a:solidFill>
                  <a:schemeClr val="tx1"/>
                </a:solidFill>
                <a:effectLst/>
                <a:latin typeface="+mn-lt"/>
                <a:ea typeface="+mn-ea"/>
                <a:cs typeface="+mn-cs"/>
              </a:rPr>
              <a:t>, имитирующие поведение реальных систем. Кроме того, ИИ-алгоритмы оптимизируют процессы реагирования на инциденты (SOAR) за счет автоматической корреляции событий и выполнения сценариев реагирования, сокращая среднее время до обнаружения (MTTD) и среднее время до восстановления (MTTR).</a:t>
            </a:r>
          </a:p>
          <a:p>
            <a:r>
              <a:rPr lang="ru-RU" sz="1200" b="1" i="0" kern="1200" dirty="0">
                <a:solidFill>
                  <a:schemeClr val="tx1"/>
                </a:solidFill>
                <a:effectLst/>
                <a:latin typeface="+mn-lt"/>
                <a:ea typeface="+mn-ea"/>
                <a:cs typeface="+mn-cs"/>
              </a:rPr>
              <a:t>3. Аспект уязвимости: ИИ как объект атаки</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Парадоксально, но сами системы искусственного интеллекта становятся новой поверхностью атаки и уязвимым компонентом инфраструктуры. Критическую опасность представляют атаки на машинное обучение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ML), включающие </a:t>
            </a:r>
            <a:r>
              <a:rPr lang="ru-RU" sz="1200" b="0" i="0" kern="1200" dirty="0" err="1">
                <a:solidFill>
                  <a:schemeClr val="tx1"/>
                </a:solidFill>
                <a:effectLst/>
                <a:latin typeface="+mn-lt"/>
                <a:ea typeface="+mn-ea"/>
                <a:cs typeface="+mn-cs"/>
              </a:rPr>
              <a:t>poisoning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attacks</a:t>
            </a:r>
            <a:r>
              <a:rPr lang="ru-RU" sz="1200" b="0" i="0" kern="1200" dirty="0">
                <a:solidFill>
                  <a:schemeClr val="tx1"/>
                </a:solidFill>
                <a:effectLst/>
                <a:latin typeface="+mn-lt"/>
                <a:ea typeface="+mn-ea"/>
                <a:cs typeface="+mn-cs"/>
              </a:rPr>
              <a:t> — целенаправленное отравление тренировочных данных для нарушения работоспособности или внедрения скрытых </a:t>
            </a:r>
            <a:r>
              <a:rPr lang="ru-RU" sz="1200" b="0" i="0" kern="1200" dirty="0" err="1">
                <a:solidFill>
                  <a:schemeClr val="tx1"/>
                </a:solidFill>
                <a:effectLst/>
                <a:latin typeface="+mn-lt"/>
                <a:ea typeface="+mn-ea"/>
                <a:cs typeface="+mn-cs"/>
              </a:rPr>
              <a:t>backdoor</a:t>
            </a:r>
            <a:r>
              <a:rPr lang="ru-RU" sz="1200" b="0" i="0" kern="1200" dirty="0">
                <a:solidFill>
                  <a:schemeClr val="tx1"/>
                </a:solidFill>
                <a:effectLst/>
                <a:latin typeface="+mn-lt"/>
                <a:ea typeface="+mn-ea"/>
                <a:cs typeface="+mn-cs"/>
              </a:rPr>
              <a:t>-функций, которые активируются при предъявлении специфического триггера. Модели также подвержены атакам на конфиденциальность, таким как </a:t>
            </a:r>
            <a:r>
              <a:rPr lang="ru-RU" sz="1200" b="0" i="0" kern="1200" dirty="0" err="1">
                <a:solidFill>
                  <a:schemeClr val="tx1"/>
                </a:solidFill>
                <a:effectLst/>
                <a:latin typeface="+mn-lt"/>
                <a:ea typeface="+mn-ea"/>
                <a:cs typeface="+mn-cs"/>
              </a:rPr>
              <a:t>membership</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inference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attacks</a:t>
            </a:r>
            <a:r>
              <a:rPr lang="ru-RU" sz="1200" b="0" i="0" kern="1200" dirty="0">
                <a:solidFill>
                  <a:schemeClr val="tx1"/>
                </a:solidFill>
                <a:effectLst/>
                <a:latin typeface="+mn-lt"/>
                <a:ea typeface="+mn-ea"/>
                <a:cs typeface="+mn-cs"/>
              </a:rPr>
              <a:t>, позволяющие установить факт присутствия конкретных записей в обучающей выборке, что ведет к раскрытию чувствительных данных. Эксплуатация уязвимостей в ML-</a:t>
            </a:r>
            <a:r>
              <a:rPr lang="ru-RU" sz="1200" b="0" i="0" kern="1200" dirty="0" err="1">
                <a:solidFill>
                  <a:schemeClr val="tx1"/>
                </a:solidFill>
                <a:effectLst/>
                <a:latin typeface="+mn-lt"/>
                <a:ea typeface="+mn-ea"/>
                <a:cs typeface="+mn-cs"/>
              </a:rPr>
              <a:t>пайплайнах</a:t>
            </a:r>
            <a:r>
              <a:rPr lang="ru-RU" sz="1200" b="0" i="0" kern="1200" dirty="0">
                <a:solidFill>
                  <a:schemeClr val="tx1"/>
                </a:solidFill>
                <a:effectLst/>
                <a:latin typeface="+mn-lt"/>
                <a:ea typeface="+mn-ea"/>
                <a:cs typeface="+mn-cs"/>
              </a:rPr>
              <a:t>, включая недостатки в </a:t>
            </a:r>
            <a:r>
              <a:rPr lang="ru-RU" sz="1200" b="0" i="0" kern="1200" dirty="0" err="1">
                <a:solidFill>
                  <a:schemeClr val="tx1"/>
                </a:solidFill>
                <a:effectLst/>
                <a:latin typeface="+mn-lt"/>
                <a:ea typeface="+mn-ea"/>
                <a:cs typeface="+mn-cs"/>
              </a:rPr>
              <a:t>feature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engineering</a:t>
            </a:r>
            <a:r>
              <a:rPr lang="ru-RU" sz="1200" b="0" i="0" kern="1200" dirty="0">
                <a:solidFill>
                  <a:schemeClr val="tx1"/>
                </a:solidFill>
                <a:effectLst/>
                <a:latin typeface="+mn-lt"/>
                <a:ea typeface="+mn-ea"/>
                <a:cs typeface="+mn-cs"/>
              </a:rPr>
              <a:t>, переобучение моделей на артефактах данных и атаки на вычислительную инфраструктуру обучения, создает риски компрометации всей системы безопасности. Особую сложность представляет обеспечение устойчивости моделей в условиях постоянно эволюционирующих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techniques</a:t>
            </a:r>
            <a:r>
              <a:rPr lang="ru-RU" sz="1200" b="0" i="0" kern="1200" dirty="0">
                <a:solidFill>
                  <a:schemeClr val="tx1"/>
                </a:solidFill>
                <a:effectLst/>
                <a:latin typeface="+mn-lt"/>
                <a:ea typeface="+mn-ea"/>
                <a:cs typeface="+mn-cs"/>
              </a:rPr>
              <a:t>, требующее разработки специализированных методов </a:t>
            </a:r>
            <a:r>
              <a:rPr lang="ru-RU" sz="1200" b="0" i="0" kern="1200" dirty="0" err="1">
                <a:solidFill>
                  <a:schemeClr val="tx1"/>
                </a:solidFill>
                <a:effectLst/>
                <a:latin typeface="+mn-lt"/>
                <a:ea typeface="+mn-ea"/>
                <a:cs typeface="+mn-cs"/>
              </a:rPr>
              <a:t>Robust</a:t>
            </a:r>
            <a:r>
              <a:rPr lang="ru-RU" sz="1200" b="0" i="0" kern="1200" dirty="0">
                <a:solidFill>
                  <a:schemeClr val="tx1"/>
                </a:solidFill>
                <a:effectLst/>
                <a:latin typeface="+mn-lt"/>
                <a:ea typeface="+mn-ea"/>
                <a:cs typeface="+mn-cs"/>
              </a:rPr>
              <a:t> AI, таких как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training</a:t>
            </a:r>
            <a:r>
              <a:rPr lang="ru-RU" sz="1200" b="0" i="0" kern="1200" dirty="0">
                <a:solidFill>
                  <a:schemeClr val="tx1"/>
                </a:solidFill>
                <a:effectLst/>
                <a:latin typeface="+mn-lt"/>
                <a:ea typeface="+mn-ea"/>
                <a:cs typeface="+mn-cs"/>
              </a:rPr>
              <a:t>, дифференциальная приватность и формальная верификация моделей.</a:t>
            </a:r>
          </a:p>
          <a:p>
            <a:r>
              <a:rPr lang="ru-RU" sz="1200" b="0" i="0" kern="1200" dirty="0">
                <a:solidFill>
                  <a:schemeClr val="tx1"/>
                </a:solidFill>
                <a:effectLst/>
                <a:latin typeface="+mn-lt"/>
                <a:ea typeface="+mn-ea"/>
                <a:cs typeface="+mn-cs"/>
              </a:rPr>
              <a:t>Таким образом, искусственный интеллект в кибербезопасности формирует триединую парадигму, где один и тот же технологический базис одновременно служит инструментом атаки, механизмом защиты и уязвимым активом. Эффективное противодействие современным киберугрозам требует комплексного подхода, учитывающего все три аспекта и предполагающего непрерывную адаптацию как оборонительных, так и атакующих методик в условиях динамичного противостояния.</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6</a:t>
            </a:fld>
            <a:endParaRPr lang="ru-RU"/>
          </a:p>
        </p:txBody>
      </p:sp>
    </p:spTree>
    <p:extLst>
      <p:ext uri="{BB962C8B-B14F-4D97-AF65-F5344CB8AC3E}">
        <p14:creationId xmlns:p14="http://schemas.microsoft.com/office/powerpoint/2010/main" val="2836360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89D2-C8BB-8A9F-2905-1319B8F7C3D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94733BA-8FF2-4C18-7A32-3DB8A1871EE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D2CC108-9CF4-5AF2-41D5-928BBB56D2B1}"/>
              </a:ext>
            </a:extLst>
          </p:cNvPr>
          <p:cNvSpPr>
            <a:spLocks noGrp="1"/>
          </p:cNvSpPr>
          <p:nvPr>
            <p:ph type="body" idx="1"/>
          </p:nvPr>
        </p:nvSpPr>
        <p:spPr/>
        <p:txBody>
          <a:bodyPr/>
          <a:lstStyle/>
          <a:p>
            <a:r>
              <a:rPr lang="ru-RU" dirty="0"/>
              <a:t>Коллеги, позвольте изложить концепцию </a:t>
            </a:r>
            <a:r>
              <a:rPr lang="ru-RU" dirty="0" err="1"/>
              <a:t>генеративно</a:t>
            </a:r>
            <a:r>
              <a:rPr lang="ru-RU" dirty="0"/>
              <a:t>-состязательных сетей (</a:t>
            </a:r>
            <a:r>
              <a:rPr lang="ru-RU" dirty="0" err="1"/>
              <a:t>Generative</a:t>
            </a:r>
            <a:r>
              <a:rPr lang="ru-RU" dirty="0"/>
              <a:t> </a:t>
            </a:r>
            <a:r>
              <a:rPr lang="ru-RU" dirty="0" err="1"/>
              <a:t>Adversarial</a:t>
            </a:r>
            <a:r>
              <a:rPr lang="ru-RU" dirty="0"/>
              <a:t> Networks) в рамках систематического подхода, исходя из базовых принципов машинного обучения.</a:t>
            </a:r>
          </a:p>
          <a:p>
            <a:endParaRPr lang="ru-RU" dirty="0"/>
          </a:p>
          <a:p>
            <a:r>
              <a:rPr lang="ru-RU" dirty="0"/>
              <a:t>**1. Феноменология генеративных моделей**</a:t>
            </a:r>
          </a:p>
          <a:p>
            <a:r>
              <a:rPr lang="ru-RU" dirty="0" err="1"/>
              <a:t>Generative</a:t>
            </a:r>
            <a:r>
              <a:rPr lang="ru-RU" dirty="0"/>
              <a:t> </a:t>
            </a:r>
            <a:r>
              <a:rPr lang="ru-RU" dirty="0" err="1"/>
              <a:t>Adversarial</a:t>
            </a:r>
            <a:r>
              <a:rPr lang="ru-RU" dirty="0"/>
              <a:t> Networks представляют класс генеративных моделей, фундаментальное отличие которых от </a:t>
            </a:r>
            <a:r>
              <a:rPr lang="ru-RU" dirty="0" err="1"/>
              <a:t>дискриминативных</a:t>
            </a:r>
            <a:r>
              <a:rPr lang="ru-RU" dirty="0"/>
              <a:t> аналогов заключается в способности синтезировать новые объекты, статистически неотличимые от элементов исходной выборки. Критически важно, что GAN относятся к неявным генеративным моделям — они не восстанавливают функцию плотности распределения P(x) явно, но реализуют эффективный механизм сэмплирования.</a:t>
            </a:r>
          </a:p>
          <a:p>
            <a:endParaRPr lang="ru-RU" dirty="0"/>
          </a:p>
          <a:p>
            <a:r>
              <a:rPr lang="ru-RU" dirty="0"/>
              <a:t>**2. Архитектурный паттерн "генератор-дискриминатор"**</a:t>
            </a:r>
          </a:p>
          <a:p>
            <a:r>
              <a:rPr lang="ru-RU" dirty="0"/>
              <a:t>Архитектура GAN реализует бинарную систему, состоящую из двух антагонистических компонентов:</a:t>
            </a:r>
          </a:p>
          <a:p>
            <a:r>
              <a:rPr lang="ru-RU" dirty="0"/>
              <a:t>- Генератор (G): осуществляет преобразование латентного вектора z ∼ P(z) в объект x̂ = G(z)</a:t>
            </a:r>
          </a:p>
          <a:p>
            <a:r>
              <a:rPr lang="ru-RU" dirty="0"/>
              <a:t>- Дискриминатор (D): выполняет бинарную классификацию объектов на реальные (x ∼ </a:t>
            </a:r>
            <a:r>
              <a:rPr lang="ru-RU" dirty="0" err="1"/>
              <a:t>P_data</a:t>
            </a:r>
            <a:r>
              <a:rPr lang="ru-RU" dirty="0"/>
              <a:t>) и синтезированные (x̂)</a:t>
            </a:r>
          </a:p>
          <a:p>
            <a:endParaRPr lang="ru-RU" dirty="0"/>
          </a:p>
          <a:p>
            <a:r>
              <a:rPr lang="ru-RU" dirty="0"/>
              <a:t>**3. Математический аппарат обучения**</a:t>
            </a:r>
          </a:p>
          <a:p>
            <a:r>
              <a:rPr lang="ru-RU" dirty="0"/>
              <a:t>Процесс обучения формализуется как минимаксная игра с целевой функцией:</a:t>
            </a:r>
          </a:p>
          <a:p>
            <a:r>
              <a:rPr lang="ru-RU" dirty="0" err="1"/>
              <a:t>min_G</a:t>
            </a:r>
            <a:r>
              <a:rPr lang="ru-RU" dirty="0"/>
              <a:t> </a:t>
            </a:r>
            <a:r>
              <a:rPr lang="ru-RU" dirty="0" err="1"/>
              <a:t>max_D</a:t>
            </a:r>
            <a:r>
              <a:rPr lang="ru-RU" dirty="0"/>
              <a:t> V(D,G) = 𝔼_{</a:t>
            </a:r>
            <a:r>
              <a:rPr lang="ru-RU" dirty="0" err="1"/>
              <a:t>x∼p_data</a:t>
            </a:r>
            <a:r>
              <a:rPr lang="ru-RU" dirty="0"/>
              <a:t>(x)}[</a:t>
            </a:r>
            <a:r>
              <a:rPr lang="ru-RU" dirty="0" err="1"/>
              <a:t>log</a:t>
            </a:r>
            <a:r>
              <a:rPr lang="ru-RU" dirty="0"/>
              <a:t> D(x)] + 𝔼_{</a:t>
            </a:r>
            <a:r>
              <a:rPr lang="ru-RU" dirty="0" err="1"/>
              <a:t>z∼p_z</a:t>
            </a:r>
            <a:r>
              <a:rPr lang="ru-RU" dirty="0"/>
              <a:t>(z)}[</a:t>
            </a:r>
            <a:r>
              <a:rPr lang="ru-RU" dirty="0" err="1"/>
              <a:t>log</a:t>
            </a:r>
            <a:r>
              <a:rPr lang="ru-RU" dirty="0"/>
              <a:t>(1 - D(G(z)))]</a:t>
            </a:r>
          </a:p>
          <a:p>
            <a:endParaRPr lang="ru-RU" dirty="0"/>
          </a:p>
          <a:p>
            <a:r>
              <a:rPr lang="ru-RU" dirty="0"/>
              <a:t>**4. Геометрическая интерпретация в латентном пространстве**</a:t>
            </a:r>
          </a:p>
          <a:p>
            <a:r>
              <a:rPr lang="ru-RU" dirty="0"/>
              <a:t>Ключевой аспект — соотношение размерностей: </a:t>
            </a:r>
            <a:r>
              <a:rPr lang="ru-RU" dirty="0" err="1"/>
              <a:t>dim</a:t>
            </a:r>
            <a:r>
              <a:rPr lang="ru-RU" dirty="0"/>
              <a:t>(z) ≪ </a:t>
            </a:r>
            <a:r>
              <a:rPr lang="ru-RU" dirty="0" err="1"/>
              <a:t>dim</a:t>
            </a:r>
            <a:r>
              <a:rPr lang="ru-RU" dirty="0"/>
              <a:t>(x). Это означает, что генератор фактически обучается </a:t>
            </a:r>
            <a:r>
              <a:rPr lang="ru-RU" dirty="0" err="1"/>
              <a:t>параметризовать</a:t>
            </a:r>
            <a:r>
              <a:rPr lang="ru-RU" dirty="0"/>
              <a:t> низкоразмерное многообразие, вложенное в исходное пространство данных. Например, для изображений цифр размерностью 28×28=784, латентное пространство </a:t>
            </a:r>
            <a:r>
              <a:rPr lang="ru-RU" dirty="0" err="1"/>
              <a:t>typically</a:t>
            </a:r>
            <a:r>
              <a:rPr lang="ru-RU" dirty="0"/>
              <a:t> имеет размерность 50-100.</a:t>
            </a:r>
          </a:p>
          <a:p>
            <a:endParaRPr lang="ru-RU" dirty="0"/>
          </a:p>
          <a:p>
            <a:r>
              <a:rPr lang="ru-RU" dirty="0"/>
              <a:t>**5. Сравнительный анализ с альтернативными подходами**</a:t>
            </a:r>
          </a:p>
          <a:p>
            <a:r>
              <a:rPr lang="ru-RU" dirty="0"/>
              <a:t>В отличие от явных генеративных моделей (нормализующие потоки) и вариационных </a:t>
            </a:r>
            <a:r>
              <a:rPr lang="ru-RU" dirty="0" err="1"/>
              <a:t>автоэнкодеров</a:t>
            </a:r>
            <a:r>
              <a:rPr lang="ru-RU" dirty="0"/>
              <a:t>, GAN:</a:t>
            </a:r>
          </a:p>
          <a:p>
            <a:r>
              <a:rPr lang="ru-RU" dirty="0"/>
              <a:t>- Не вычисляют явную </a:t>
            </a:r>
            <a:r>
              <a:rPr lang="ru-RU" dirty="0" err="1"/>
              <a:t>likelihood</a:t>
            </a:r>
            <a:r>
              <a:rPr lang="ru-RU" dirty="0"/>
              <a:t>-функцию</a:t>
            </a:r>
          </a:p>
          <a:p>
            <a:r>
              <a:rPr lang="ru-RU" dirty="0"/>
              <a:t>- Обеспечивают более высокое качество генерации</a:t>
            </a:r>
          </a:p>
          <a:p>
            <a:r>
              <a:rPr lang="ru-RU" dirty="0"/>
              <a:t>- Требуют специфических техник стабилизации обучения</a:t>
            </a:r>
          </a:p>
          <a:p>
            <a:endParaRPr lang="ru-RU" dirty="0"/>
          </a:p>
          <a:p>
            <a:r>
              <a:rPr lang="ru-RU" dirty="0"/>
              <a:t>**6. Практическая значимость и приложения**</a:t>
            </a:r>
          </a:p>
          <a:p>
            <a:r>
              <a:rPr lang="ru-RU" dirty="0"/>
              <a:t>Данная архитектура находит применение в:</a:t>
            </a:r>
          </a:p>
          <a:p>
            <a:r>
              <a:rPr lang="ru-RU" dirty="0"/>
              <a:t>- Синтезе тренировочных данных</a:t>
            </a:r>
          </a:p>
          <a:p>
            <a:r>
              <a:rPr lang="ru-RU" dirty="0"/>
              <a:t>- Аугментации датасетов</a:t>
            </a:r>
          </a:p>
          <a:p>
            <a:r>
              <a:rPr lang="ru-RU" dirty="0"/>
              <a:t>- Создании фотореалистичных изображений</a:t>
            </a:r>
          </a:p>
          <a:p>
            <a:r>
              <a:rPr lang="ru-RU" dirty="0"/>
              <a:t>- Генерации артефактов для тестирования систем безопасности</a:t>
            </a:r>
          </a:p>
          <a:p>
            <a:endParaRPr lang="ru-RU" dirty="0"/>
          </a:p>
          <a:p>
            <a:r>
              <a:rPr lang="ru-RU" dirty="0"/>
              <a:t>Таким образом, </a:t>
            </a:r>
            <a:r>
              <a:rPr lang="ru-RU" dirty="0" err="1"/>
              <a:t>Generative</a:t>
            </a:r>
            <a:r>
              <a:rPr lang="ru-RU" dirty="0"/>
              <a:t> </a:t>
            </a:r>
            <a:r>
              <a:rPr lang="ru-RU" dirty="0" err="1"/>
              <a:t>Adversarial</a:t>
            </a:r>
            <a:r>
              <a:rPr lang="ru-RU" dirty="0"/>
              <a:t> Networks реализуют принципиально иной подход к генерации данных, основанный на </a:t>
            </a:r>
            <a:r>
              <a:rPr lang="ru-RU" dirty="0" err="1"/>
              <a:t>adversarial</a:t>
            </a:r>
            <a:r>
              <a:rPr lang="ru-RU" dirty="0"/>
              <a:t> </a:t>
            </a:r>
            <a:r>
              <a:rPr lang="ru-RU" dirty="0" err="1"/>
              <a:t>training</a:t>
            </a:r>
            <a:r>
              <a:rPr lang="ru-RU" dirty="0"/>
              <a:t> и неявном моделировании распределения, что обеспечивает их преимущества в задачах, требующих высокой реалистичности синтезируемых объектов.</a:t>
            </a:r>
          </a:p>
        </p:txBody>
      </p:sp>
      <p:sp>
        <p:nvSpPr>
          <p:cNvPr id="4" name="Номер слайда 3">
            <a:extLst>
              <a:ext uri="{FF2B5EF4-FFF2-40B4-BE49-F238E27FC236}">
                <a16:creationId xmlns:a16="http://schemas.microsoft.com/office/drawing/2014/main" id="{11F2EA72-02B2-0863-738F-28A322598BA1}"/>
              </a:ext>
            </a:extLst>
          </p:cNvPr>
          <p:cNvSpPr>
            <a:spLocks noGrp="1"/>
          </p:cNvSpPr>
          <p:nvPr>
            <p:ph type="sldNum" sz="quarter" idx="5"/>
          </p:nvPr>
        </p:nvSpPr>
        <p:spPr/>
        <p:txBody>
          <a:bodyPr/>
          <a:lstStyle/>
          <a:p>
            <a:fld id="{B031B7BB-A9A1-40FA-ABB3-45C29D47E728}" type="slidenum">
              <a:rPr lang="ru-RU" smtClean="0"/>
              <a:t>7</a:t>
            </a:fld>
            <a:endParaRPr lang="ru-RU"/>
          </a:p>
        </p:txBody>
      </p:sp>
    </p:spTree>
    <p:extLst>
      <p:ext uri="{BB962C8B-B14F-4D97-AF65-F5344CB8AC3E}">
        <p14:creationId xmlns:p14="http://schemas.microsoft.com/office/powerpoint/2010/main" val="4202405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FE97-4DB2-43DF-E90B-09E7449DFF9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4BF8F94-CE37-DC5A-FBBC-3E16EEEE1A9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F7CE920-AA4E-2EA7-EE9B-CE4ED39FB20E}"/>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Классическая аналогия того, как учатся </a:t>
            </a:r>
            <a:r>
              <a:rPr lang="ru-RU" sz="1200" b="0" i="0" kern="1200" dirty="0" err="1">
                <a:solidFill>
                  <a:schemeClr val="tx1"/>
                </a:solidFill>
                <a:effectLst/>
                <a:latin typeface="+mn-lt"/>
                <a:ea typeface="+mn-ea"/>
                <a:cs typeface="+mn-cs"/>
              </a:rPr>
              <a:t>GANы</a:t>
            </a:r>
            <a:r>
              <a:rPr lang="ru-RU" sz="1200" b="0" i="0" kern="1200" dirty="0">
                <a:solidFill>
                  <a:schemeClr val="tx1"/>
                </a:solidFill>
                <a:effectLst/>
                <a:latin typeface="+mn-lt"/>
                <a:ea typeface="+mn-ea"/>
                <a:cs typeface="+mn-cs"/>
              </a:rPr>
              <a:t> — это фальшивомонетчик и полицейский. Задача фальшивомонетчика — научиться создавать купюры, которые полицейский не сможет отличить от реальных. Задача полицейского — научиться отличать купюры фальшивомонетчика от настоящих.</a:t>
            </a:r>
          </a:p>
          <a:p>
            <a:r>
              <a:rPr lang="ru-RU" sz="1200" b="0" i="0" kern="1200" dirty="0">
                <a:solidFill>
                  <a:schemeClr val="tx1"/>
                </a:solidFill>
                <a:effectLst/>
                <a:latin typeface="+mn-lt"/>
                <a:ea typeface="+mn-ea"/>
                <a:cs typeface="+mn-cs"/>
              </a:rPr>
              <a:t>Чтобы понять, как обучаются </a:t>
            </a:r>
            <a:r>
              <a:rPr lang="ru-RU" sz="1200" b="0" i="0" kern="1200" dirty="0" err="1">
                <a:solidFill>
                  <a:schemeClr val="tx1"/>
                </a:solidFill>
                <a:effectLst/>
                <a:latin typeface="+mn-lt"/>
                <a:ea typeface="+mn-ea"/>
                <a:cs typeface="+mn-cs"/>
              </a:rPr>
              <a:t>GANы</a:t>
            </a:r>
            <a:r>
              <a:rPr lang="ru-RU" sz="1200" b="0" i="0" kern="1200" dirty="0">
                <a:solidFill>
                  <a:schemeClr val="tx1"/>
                </a:solidFill>
                <a:effectLst/>
                <a:latin typeface="+mn-lt"/>
                <a:ea typeface="+mn-ea"/>
                <a:cs typeface="+mn-cs"/>
              </a:rPr>
              <a:t>, надо представить себе следующий мысленный эксперимент. Допустим, фальшивомонетчик и полицейский — друзья, которые решили поучиться друг у друга. Фальшивомонетчик создаёт несколько фальшивых купюр и показывает полицейскому. Полицейский говорит фальшивомонетчику, какие из его купюр, по его мнению, поддельные, а какие — настоящие. Фальшивомонетчик запоминает отзыв полицейского и в следующий раз улучшит свои купюры на основе отзыва от полицейского. Сам полицейский при этом тоже учится: он запоминает, что купюры, которые он видел — поддельные.</a:t>
            </a:r>
          </a:p>
          <a:p>
            <a:r>
              <a:rPr lang="ru-RU" sz="1200" b="0" i="0" kern="1200" dirty="0">
                <a:solidFill>
                  <a:schemeClr val="tx1"/>
                </a:solidFill>
                <a:effectLst/>
                <a:latin typeface="+mn-lt"/>
                <a:ea typeface="+mn-ea"/>
                <a:cs typeface="+mn-cs"/>
              </a:rPr>
              <a:t>В нашем мысленном эксперименте представим, что фальшивомонетчик взаимодействует с полицейским много раз. Что получается в результате? С каждым разом купюры фальшивомонетчика всё труднее отличить от настоящих. И с каждым разом умение выявлять поддельные купюры у полицейского выше.</a:t>
            </a:r>
          </a:p>
          <a:p>
            <a:r>
              <a:rPr lang="ru-RU" sz="1200" b="0" i="0" kern="1200" dirty="0">
                <a:solidFill>
                  <a:schemeClr val="tx1"/>
                </a:solidFill>
                <a:effectLst/>
                <a:latin typeface="+mn-lt"/>
                <a:ea typeface="+mn-ea"/>
                <a:cs typeface="+mn-cs"/>
              </a:rPr>
              <a:t>Важный вопрос для понимания работы </a:t>
            </a:r>
            <a:r>
              <a:rPr lang="ru-RU" sz="1200" b="0" i="0" kern="1200" dirty="0" err="1">
                <a:solidFill>
                  <a:schemeClr val="tx1"/>
                </a:solidFill>
                <a:effectLst/>
                <a:latin typeface="+mn-lt"/>
                <a:ea typeface="+mn-ea"/>
                <a:cs typeface="+mn-cs"/>
              </a:rPr>
              <a:t>GANов</a:t>
            </a:r>
            <a:r>
              <a:rPr lang="ru-RU" sz="1200" b="0" i="0" kern="1200" dirty="0">
                <a:solidFill>
                  <a:schemeClr val="tx1"/>
                </a:solidFill>
                <a:effectLst/>
                <a:latin typeface="+mn-lt"/>
                <a:ea typeface="+mn-ea"/>
                <a:cs typeface="+mn-cs"/>
              </a:rPr>
              <a:t>: в какой момент мы можем утверждать, что фальшивомонетчик хорошо подделывает купюры?</a:t>
            </a:r>
          </a:p>
          <a:p>
            <a:r>
              <a:rPr lang="ru-RU" sz="1200" b="0" i="0" kern="1200" dirty="0">
                <a:solidFill>
                  <a:schemeClr val="tx1"/>
                </a:solidFill>
                <a:effectLst/>
                <a:latin typeface="+mn-lt"/>
                <a:ea typeface="+mn-ea"/>
                <a:cs typeface="+mn-cs"/>
              </a:rPr>
              <a:t>Ответ:</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Когда фальшивомонетчик сможет обманывать сильного полицейского. В начале нашего эксперимента полицейский плохо отличает подделку от оригинала. Поэтому обмануть его можно купюрами плохого качества. Нам же интересно получить фальшивомонетчика, который будет выдавать купюры, неотличимые от оригинала даже профессионалом.</a:t>
            </a:r>
          </a:p>
          <a:p>
            <a:endParaRPr lang="ru-RU" dirty="0"/>
          </a:p>
        </p:txBody>
      </p:sp>
      <p:sp>
        <p:nvSpPr>
          <p:cNvPr id="4" name="Номер слайда 3">
            <a:extLst>
              <a:ext uri="{FF2B5EF4-FFF2-40B4-BE49-F238E27FC236}">
                <a16:creationId xmlns:a16="http://schemas.microsoft.com/office/drawing/2014/main" id="{2BC328B2-D583-5DA8-5CBF-FED3F5873BEB}"/>
              </a:ext>
            </a:extLst>
          </p:cNvPr>
          <p:cNvSpPr>
            <a:spLocks noGrp="1"/>
          </p:cNvSpPr>
          <p:nvPr>
            <p:ph type="sldNum" sz="quarter" idx="5"/>
          </p:nvPr>
        </p:nvSpPr>
        <p:spPr/>
        <p:txBody>
          <a:bodyPr/>
          <a:lstStyle/>
          <a:p>
            <a:fld id="{B031B7BB-A9A1-40FA-ABB3-45C29D47E728}" type="slidenum">
              <a:rPr lang="ru-RU" smtClean="0"/>
              <a:t>8</a:t>
            </a:fld>
            <a:endParaRPr lang="ru-RU"/>
          </a:p>
        </p:txBody>
      </p:sp>
    </p:spTree>
    <p:extLst>
      <p:ext uri="{BB962C8B-B14F-4D97-AF65-F5344CB8AC3E}">
        <p14:creationId xmlns:p14="http://schemas.microsoft.com/office/powerpoint/2010/main" val="2541859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EF19-E5D5-DDB0-42A8-599FF2E3F68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CBB8F68-88F7-38F1-41EC-538353EA080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B774B96-7DC7-D675-315E-7A02A980FA85}"/>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Представленный текст описывает не линейный прогресс, а скорее </a:t>
            </a:r>
            <a:r>
              <a:rPr lang="ru-RU" sz="1200" b="1" i="0" kern="1200" dirty="0">
                <a:solidFill>
                  <a:schemeClr val="tx1"/>
                </a:solidFill>
                <a:effectLst/>
                <a:latin typeface="+mn-lt"/>
                <a:ea typeface="+mn-ea"/>
                <a:cs typeface="+mn-cs"/>
              </a:rPr>
              <a:t>накопление прорывных архитектур</a:t>
            </a:r>
            <a:r>
              <a:rPr lang="ru-RU" sz="1200" b="0" i="0" kern="1200" dirty="0">
                <a:solidFill>
                  <a:schemeClr val="tx1"/>
                </a:solidFill>
                <a:effectLst/>
                <a:latin typeface="+mn-lt"/>
                <a:ea typeface="+mn-ea"/>
                <a:cs typeface="+mn-cs"/>
              </a:rPr>
              <a:t>, каждая из которых открыла новые возможности для генерации данных. Эволюцию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можно разделить на несколько отчетливых волн.</a:t>
            </a:r>
          </a:p>
          <a:p>
            <a:r>
              <a:rPr lang="ru-RU" sz="1200" b="1" kern="1200" dirty="0">
                <a:solidFill>
                  <a:schemeClr val="tx1"/>
                </a:solidFill>
                <a:effectLst/>
                <a:latin typeface="+mn-lt"/>
                <a:ea typeface="+mn-ea"/>
                <a:cs typeface="+mn-cs"/>
              </a:rPr>
              <a:t>1. Зарождение: Статистические модели (1950-е - 2000-е)</a:t>
            </a:r>
          </a:p>
          <a:p>
            <a:r>
              <a:rPr lang="ru-RU" sz="1200" b="1" i="0" kern="1200" dirty="0">
                <a:solidFill>
                  <a:schemeClr val="tx1"/>
                </a:solidFill>
                <a:effectLst/>
                <a:latin typeface="+mn-lt"/>
                <a:ea typeface="+mn-ea"/>
                <a:cs typeface="+mn-cs"/>
              </a:rPr>
              <a:t>Ключевые технологии:</a:t>
            </a:r>
            <a:r>
              <a:rPr lang="ru-RU" sz="1200" b="0" i="0" kern="1200" dirty="0">
                <a:solidFill>
                  <a:schemeClr val="tx1"/>
                </a:solidFill>
                <a:effectLst/>
                <a:latin typeface="+mn-lt"/>
                <a:ea typeface="+mn-ea"/>
                <a:cs typeface="+mn-cs"/>
              </a:rPr>
              <a:t> Скрытые марковские модели (</a:t>
            </a:r>
            <a:r>
              <a:rPr lang="ru-RU" sz="1200" b="0" i="0" kern="1200" dirty="0" err="1">
                <a:solidFill>
                  <a:schemeClr val="tx1"/>
                </a:solidFill>
                <a:effectLst/>
                <a:latin typeface="+mn-lt"/>
                <a:ea typeface="+mn-ea"/>
                <a:cs typeface="+mn-cs"/>
              </a:rPr>
              <a:t>HMMs</a:t>
            </a:r>
            <a:r>
              <a:rPr lang="ru-RU" sz="1200" b="0" i="0" kern="1200" dirty="0">
                <a:solidFill>
                  <a:schemeClr val="tx1"/>
                </a:solidFill>
                <a:effectLst/>
                <a:latin typeface="+mn-lt"/>
                <a:ea typeface="+mn-ea"/>
                <a:cs typeface="+mn-cs"/>
              </a:rPr>
              <a:t>) и Гауссовские смеси (</a:t>
            </a:r>
            <a:r>
              <a:rPr lang="ru-RU" sz="1200" b="0" i="0" kern="1200" dirty="0" err="1">
                <a:solidFill>
                  <a:schemeClr val="tx1"/>
                </a:solidFill>
                <a:effectLst/>
                <a:latin typeface="+mn-lt"/>
                <a:ea typeface="+mn-ea"/>
                <a:cs typeface="+mn-cs"/>
              </a:rPr>
              <a:t>GMMs</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Вклад:</a:t>
            </a:r>
            <a:r>
              <a:rPr lang="ru-RU" sz="1200" b="0" i="0" kern="1200" dirty="0">
                <a:solidFill>
                  <a:schemeClr val="tx1"/>
                </a:solidFill>
                <a:effectLst/>
                <a:latin typeface="+mn-lt"/>
                <a:ea typeface="+mn-ea"/>
                <a:cs typeface="+mn-cs"/>
              </a:rPr>
              <a:t> Эти модели заложили </a:t>
            </a:r>
            <a:r>
              <a:rPr lang="ru-RU" sz="1200" b="1" i="0" kern="1200" dirty="0">
                <a:solidFill>
                  <a:schemeClr val="tx1"/>
                </a:solidFill>
                <a:effectLst/>
                <a:latin typeface="+mn-lt"/>
                <a:ea typeface="+mn-ea"/>
                <a:cs typeface="+mn-cs"/>
              </a:rPr>
              <a:t>концептуальный фундамент</a:t>
            </a:r>
            <a:r>
              <a:rPr lang="ru-RU" sz="1200" b="0" i="0" kern="1200" dirty="0">
                <a:solidFill>
                  <a:schemeClr val="tx1"/>
                </a:solidFill>
                <a:effectLst/>
                <a:latin typeface="+mn-lt"/>
                <a:ea typeface="+mn-ea"/>
                <a:cs typeface="+mn-cs"/>
              </a:rPr>
              <a:t>. Они впервые показали, что машина может не просто классифицировать, но и </a:t>
            </a:r>
            <a:r>
              <a:rPr lang="ru-RU" sz="1200" b="1" i="0" kern="1200" dirty="0">
                <a:solidFill>
                  <a:schemeClr val="tx1"/>
                </a:solidFill>
                <a:effectLst/>
                <a:latin typeface="+mn-lt"/>
                <a:ea typeface="+mn-ea"/>
                <a:cs typeface="+mn-cs"/>
              </a:rPr>
              <a:t>генерировать последовательности данных</a:t>
            </a:r>
            <a:r>
              <a:rPr lang="ru-RU" sz="1200" b="0" i="0" kern="1200" dirty="0">
                <a:solidFill>
                  <a:schemeClr val="tx1"/>
                </a:solidFill>
                <a:effectLst/>
                <a:latin typeface="+mn-lt"/>
                <a:ea typeface="+mn-ea"/>
                <a:cs typeface="+mn-cs"/>
              </a:rPr>
              <a:t>, улавливая их вероятностную структуру.</a:t>
            </a:r>
          </a:p>
          <a:p>
            <a:r>
              <a:rPr lang="ru-RU" sz="1200" b="1" i="0" kern="1200" dirty="0">
                <a:solidFill>
                  <a:schemeClr val="tx1"/>
                </a:solidFill>
                <a:effectLst/>
                <a:latin typeface="+mn-lt"/>
                <a:ea typeface="+mn-ea"/>
                <a:cs typeface="+mn-cs"/>
              </a:rPr>
              <a:t>Ограничения:</a:t>
            </a:r>
            <a:r>
              <a:rPr lang="ru-RU" sz="1200" b="0" i="0" kern="1200" dirty="0">
                <a:solidFill>
                  <a:schemeClr val="tx1"/>
                </a:solidFill>
                <a:effectLst/>
                <a:latin typeface="+mn-lt"/>
                <a:ea typeface="+mn-ea"/>
                <a:cs typeface="+mn-cs"/>
              </a:rPr>
              <a:t> Их возможности были узкоспециализированными (например, генерация простой речи или временных рядов) и сильно ограничены вычислительной мощностью и теоретическими знаниями того времени.</a:t>
            </a:r>
          </a:p>
          <a:p>
            <a:r>
              <a:rPr lang="ru-RU" sz="1200" b="1" kern="1200" dirty="0">
                <a:solidFill>
                  <a:schemeClr val="tx1"/>
                </a:solidFill>
                <a:effectLst/>
                <a:latin typeface="+mn-lt"/>
                <a:ea typeface="+mn-ea"/>
                <a:cs typeface="+mn-cs"/>
              </a:rPr>
              <a:t>2. Первая волна: Глубокое обучение и RNN (2010-е)</a:t>
            </a:r>
          </a:p>
          <a:p>
            <a:r>
              <a:rPr lang="ru-RU" sz="1200" b="1" i="0" kern="1200" dirty="0">
                <a:solidFill>
                  <a:schemeClr val="tx1"/>
                </a:solidFill>
                <a:effectLst/>
                <a:latin typeface="+mn-lt"/>
                <a:ea typeface="+mn-ea"/>
                <a:cs typeface="+mn-cs"/>
              </a:rPr>
              <a:t>Ключевые технологии:</a:t>
            </a:r>
            <a:r>
              <a:rPr lang="ru-RU" sz="1200" b="0" i="0" kern="1200" dirty="0">
                <a:solidFill>
                  <a:schemeClr val="tx1"/>
                </a:solidFill>
                <a:effectLst/>
                <a:latin typeface="+mn-lt"/>
                <a:ea typeface="+mn-ea"/>
                <a:cs typeface="+mn-cs"/>
              </a:rPr>
              <a:t> Рекуррентные нейронные сети (</a:t>
            </a:r>
            <a:r>
              <a:rPr lang="ru-RU" sz="1200" b="0" i="0" kern="1200" dirty="0" err="1">
                <a:solidFill>
                  <a:schemeClr val="tx1"/>
                </a:solidFill>
                <a:effectLst/>
                <a:latin typeface="+mn-lt"/>
                <a:ea typeface="+mn-ea"/>
                <a:cs typeface="+mn-cs"/>
              </a:rPr>
              <a:t>RNNs</a:t>
            </a:r>
            <a:r>
              <a:rPr lang="ru-RU" sz="1200" b="0" i="0" kern="1200" dirty="0">
                <a:solidFill>
                  <a:schemeClr val="tx1"/>
                </a:solidFill>
                <a:effectLst/>
                <a:latin typeface="+mn-lt"/>
                <a:ea typeface="+mn-ea"/>
                <a:cs typeface="+mn-cs"/>
              </a:rPr>
              <a:t>), в частности их усовершенствованные версии — LSTM и GRU.</a:t>
            </a:r>
          </a:p>
          <a:p>
            <a:r>
              <a:rPr lang="ru-RU" sz="1200" b="1" i="0" kern="1200" dirty="0">
                <a:solidFill>
                  <a:schemeClr val="tx1"/>
                </a:solidFill>
                <a:effectLst/>
                <a:latin typeface="+mn-lt"/>
                <a:ea typeface="+mn-ea"/>
                <a:cs typeface="+mn-cs"/>
              </a:rPr>
              <a:t>Прорыв:</a:t>
            </a:r>
            <a:r>
              <a:rPr lang="ru-RU" sz="1200" b="0" i="0" kern="1200" dirty="0">
                <a:solidFill>
                  <a:schemeClr val="tx1"/>
                </a:solidFill>
                <a:effectLst/>
                <a:latin typeface="+mn-lt"/>
                <a:ea typeface="+mn-ea"/>
                <a:cs typeface="+mn-cs"/>
              </a:rPr>
              <a:t> Эти архитектуры впервые эффективно научились работать с </a:t>
            </a:r>
            <a:r>
              <a:rPr lang="ru-RU" sz="1200" b="1" i="0" kern="1200" dirty="0">
                <a:solidFill>
                  <a:schemeClr val="tx1"/>
                </a:solidFill>
                <a:effectLst/>
                <a:latin typeface="+mn-lt"/>
                <a:ea typeface="+mn-ea"/>
                <a:cs typeface="+mn-cs"/>
              </a:rPr>
              <a:t>последовательностями данных</a:t>
            </a:r>
            <a:r>
              <a:rPr lang="ru-RU" sz="1200" b="0" i="0" kern="1200" dirty="0">
                <a:solidFill>
                  <a:schemeClr val="tx1"/>
                </a:solidFill>
                <a:effectLst/>
                <a:latin typeface="+mn-lt"/>
                <a:ea typeface="+mn-ea"/>
                <a:cs typeface="+mn-cs"/>
              </a:rPr>
              <a:t>, захватывая </a:t>
            </a:r>
            <a:r>
              <a:rPr lang="ru-RU" sz="1200" b="1" i="0" kern="1200" dirty="0">
                <a:solidFill>
                  <a:schemeClr val="tx1"/>
                </a:solidFill>
                <a:effectLst/>
                <a:latin typeface="+mn-lt"/>
                <a:ea typeface="+mn-ea"/>
                <a:cs typeface="+mn-cs"/>
              </a:rPr>
              <a:t>временные зависимости</a:t>
            </a:r>
            <a:r>
              <a:rPr lang="ru-RU" sz="1200" b="0" i="0" kern="1200" dirty="0">
                <a:solidFill>
                  <a:schemeClr val="tx1"/>
                </a:solidFill>
                <a:effectLst/>
                <a:latin typeface="+mn-lt"/>
                <a:ea typeface="+mn-ea"/>
                <a:cs typeface="+mn-cs"/>
              </a:rPr>
              <a:t>. Это был скачок от статической генерации к генерации контекстно-зависимой (например, следующего слова в предложении).</a:t>
            </a:r>
          </a:p>
          <a:p>
            <a:r>
              <a:rPr lang="ru-RU" sz="1200" b="1" i="0" kern="1200" dirty="0">
                <a:solidFill>
                  <a:schemeClr val="tx1"/>
                </a:solidFill>
                <a:effectLst/>
                <a:latin typeface="+mn-lt"/>
                <a:ea typeface="+mn-ea"/>
                <a:cs typeface="+mn-cs"/>
              </a:rPr>
              <a:t>Недостаток:</a:t>
            </a:r>
            <a:r>
              <a:rPr lang="ru-RU" sz="1200" b="0" i="0" kern="1200" dirty="0">
                <a:solidFill>
                  <a:schemeClr val="tx1"/>
                </a:solidFill>
                <a:effectLst/>
                <a:latin typeface="+mn-lt"/>
                <a:ea typeface="+mn-ea"/>
                <a:cs typeface="+mn-cs"/>
              </a:rPr>
              <a:t> Обработка данных происходила последовательно, что делало обучение медленным и затрудняло улавливание очень длинных зависимостей.</a:t>
            </a:r>
          </a:p>
          <a:p>
            <a:r>
              <a:rPr lang="ru-RU" sz="1200" b="1" kern="1200" dirty="0">
                <a:solidFill>
                  <a:schemeClr val="tx1"/>
                </a:solidFill>
                <a:effectLst/>
                <a:latin typeface="+mn-lt"/>
                <a:ea typeface="+mn-ea"/>
                <a:cs typeface="+mn-cs"/>
              </a:rPr>
              <a:t>3. Вторая волна: Специализированные генеративные архитектуры (~2016)</a:t>
            </a:r>
          </a:p>
          <a:p>
            <a:r>
              <a:rPr lang="ru-RU" sz="1200" b="0" i="0" kern="1200" dirty="0">
                <a:solidFill>
                  <a:schemeClr val="tx1"/>
                </a:solidFill>
                <a:effectLst/>
                <a:latin typeface="+mn-lt"/>
                <a:ea typeface="+mn-ea"/>
                <a:cs typeface="+mn-cs"/>
              </a:rPr>
              <a:t>Этот период ознаменовался появлением двух фундаментальных и конкурирующих подходов к генерации:</a:t>
            </a:r>
          </a:p>
          <a:p>
            <a:r>
              <a:rPr lang="ru-RU" sz="1200" b="1" i="0" kern="1200" dirty="0" err="1">
                <a:solidFill>
                  <a:schemeClr val="tx1"/>
                </a:solidFill>
                <a:effectLst/>
                <a:latin typeface="+mn-lt"/>
                <a:ea typeface="+mn-ea"/>
                <a:cs typeface="+mn-cs"/>
              </a:rPr>
              <a:t>Generative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Adversarial</a:t>
            </a:r>
            <a:r>
              <a:rPr lang="ru-RU" sz="1200" b="1" i="0" kern="1200" dirty="0">
                <a:solidFill>
                  <a:schemeClr val="tx1"/>
                </a:solidFill>
                <a:effectLst/>
                <a:latin typeface="+mn-lt"/>
                <a:ea typeface="+mn-ea"/>
                <a:cs typeface="+mn-cs"/>
              </a:rPr>
              <a:t> Networks (</a:t>
            </a:r>
            <a:r>
              <a:rPr lang="ru-RU" sz="1200" b="1" i="0" kern="1200" dirty="0" err="1">
                <a:solidFill>
                  <a:schemeClr val="tx1"/>
                </a:solidFill>
                <a:effectLst/>
                <a:latin typeface="+mn-lt"/>
                <a:ea typeface="+mn-ea"/>
                <a:cs typeface="+mn-cs"/>
              </a:rPr>
              <a:t>GANs</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Принцип:</a:t>
            </a:r>
            <a:r>
              <a:rPr lang="ru-RU" sz="1200" b="0" i="0" kern="1200" dirty="0">
                <a:solidFill>
                  <a:schemeClr val="tx1"/>
                </a:solidFill>
                <a:effectLst/>
                <a:latin typeface="+mn-lt"/>
                <a:ea typeface="+mn-ea"/>
                <a:cs typeface="+mn-cs"/>
              </a:rPr>
              <a:t> Архитектура "генератор против дискриминатора". Генератор создает данные, а дискриминатор пытается отличить их от реальных. В результате состязания генератор учится создавать неотличимо реалистичные данные.</a:t>
            </a:r>
          </a:p>
          <a:p>
            <a:pPr lvl="1"/>
            <a:r>
              <a:rPr lang="ru-RU" sz="1200" b="1" i="0" kern="1200" dirty="0">
                <a:solidFill>
                  <a:schemeClr val="tx1"/>
                </a:solidFill>
                <a:effectLst/>
                <a:latin typeface="+mn-lt"/>
                <a:ea typeface="+mn-ea"/>
                <a:cs typeface="+mn-cs"/>
              </a:rPr>
              <a:t>Специализация:</a:t>
            </a:r>
            <a:r>
              <a:rPr lang="ru-RU"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Генерация изображений</a:t>
            </a:r>
            <a:r>
              <a:rPr lang="ru-RU" sz="1200" b="0" i="0" kern="1200" dirty="0">
                <a:solidFill>
                  <a:schemeClr val="tx1"/>
                </a:solidFill>
                <a:effectLst/>
                <a:latin typeface="+mn-lt"/>
                <a:ea typeface="+mn-ea"/>
                <a:cs typeface="+mn-cs"/>
              </a:rPr>
              <a:t> (например, </a:t>
            </a:r>
            <a:r>
              <a:rPr lang="ru-RU" sz="1200" b="0" i="0" kern="1200" dirty="0" err="1">
                <a:solidFill>
                  <a:schemeClr val="tx1"/>
                </a:solidFill>
                <a:effectLst/>
                <a:latin typeface="+mn-lt"/>
                <a:ea typeface="+mn-ea"/>
                <a:cs typeface="+mn-cs"/>
              </a:rPr>
              <a:t>StyleGAN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BigGAN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GANs</a:t>
            </a:r>
            <a:r>
              <a:rPr lang="ru-RU" sz="1200" b="0" i="0" kern="1200" dirty="0">
                <a:solidFill>
                  <a:schemeClr val="tx1"/>
                </a:solidFill>
                <a:effectLst/>
                <a:latin typeface="+mn-lt"/>
                <a:ea typeface="+mn-ea"/>
                <a:cs typeface="+mn-cs"/>
              </a:rPr>
              <a:t> произвели революцию в компьютерном зрении, создавая фотореалистичные лица, </a:t>
            </a:r>
            <a:r>
              <a:rPr lang="ru-RU" sz="1200" b="0" i="0" kern="1200" dirty="0" err="1">
                <a:solidFill>
                  <a:schemeClr val="tx1"/>
                </a:solidFill>
                <a:effectLst/>
                <a:latin typeface="+mn-lt"/>
                <a:ea typeface="+mn-ea"/>
                <a:cs typeface="+mn-cs"/>
              </a:rPr>
              <a:t>artwork</a:t>
            </a:r>
            <a:r>
              <a:rPr lang="ru-RU" sz="1200" b="0" i="0" kern="1200" dirty="0">
                <a:solidFill>
                  <a:schemeClr val="tx1"/>
                </a:solidFill>
                <a:effectLst/>
                <a:latin typeface="+mn-lt"/>
                <a:ea typeface="+mn-ea"/>
                <a:cs typeface="+mn-cs"/>
              </a:rPr>
              <a:t> и т.д.</a:t>
            </a:r>
          </a:p>
          <a:p>
            <a:r>
              <a:rPr lang="ru-RU" sz="1200" b="1" i="0" kern="1200" dirty="0" err="1">
                <a:solidFill>
                  <a:schemeClr val="tx1"/>
                </a:solidFill>
                <a:effectLst/>
                <a:latin typeface="+mn-lt"/>
                <a:ea typeface="+mn-ea"/>
                <a:cs typeface="+mn-cs"/>
              </a:rPr>
              <a:t>Variational</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Autoencoders</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VAEs</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Принцип:</a:t>
            </a:r>
            <a:r>
              <a:rPr lang="ru-RU" sz="1200" b="0" i="0" kern="1200" dirty="0">
                <a:solidFill>
                  <a:schemeClr val="tx1"/>
                </a:solidFill>
                <a:effectLst/>
                <a:latin typeface="+mn-lt"/>
                <a:ea typeface="+mn-ea"/>
                <a:cs typeface="+mn-cs"/>
              </a:rPr>
              <a:t> Более стабильный, но менее острый подход. </a:t>
            </a:r>
            <a:r>
              <a:rPr lang="ru-RU" sz="1200" b="0" i="0" kern="1200" dirty="0" err="1">
                <a:solidFill>
                  <a:schemeClr val="tx1"/>
                </a:solidFill>
                <a:effectLst/>
                <a:latin typeface="+mn-lt"/>
                <a:ea typeface="+mn-ea"/>
                <a:cs typeface="+mn-cs"/>
              </a:rPr>
              <a:t>VAEs</a:t>
            </a:r>
            <a:r>
              <a:rPr lang="ru-RU" sz="1200" b="0" i="0" kern="1200" dirty="0">
                <a:solidFill>
                  <a:schemeClr val="tx1"/>
                </a:solidFill>
                <a:effectLst/>
                <a:latin typeface="+mn-lt"/>
                <a:ea typeface="+mn-ea"/>
                <a:cs typeface="+mn-cs"/>
              </a:rPr>
              <a:t> учатся сжимать данные в компактное, регулярное "скрытое пространство", а затем восстанавливать их из него. Это позволяет генерировать новые данные, выбирая точки в этом пространстве.</a:t>
            </a:r>
          </a:p>
          <a:p>
            <a:pPr lvl="1"/>
            <a:r>
              <a:rPr lang="ru-RU" sz="1200" b="1" i="0" kern="1200" dirty="0">
                <a:solidFill>
                  <a:schemeClr val="tx1"/>
                </a:solidFill>
                <a:effectLst/>
                <a:latin typeface="+mn-lt"/>
                <a:ea typeface="+mn-ea"/>
                <a:cs typeface="+mn-cs"/>
              </a:rPr>
              <a:t>Специализация:</a:t>
            </a:r>
            <a:r>
              <a:rPr lang="ru-RU"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Генерация сложных распределений данных</a:t>
            </a:r>
            <a:r>
              <a:rPr lang="ru-RU" sz="1200" b="0" i="0" kern="1200" dirty="0">
                <a:solidFill>
                  <a:schemeClr val="tx1"/>
                </a:solidFill>
                <a:effectLst/>
                <a:latin typeface="+mn-lt"/>
                <a:ea typeface="+mn-ea"/>
                <a:cs typeface="+mn-cs"/>
              </a:rPr>
              <a:t>, часто используется как часть более крупных моделей (например, для генерации звука — </a:t>
            </a:r>
            <a:r>
              <a:rPr lang="ru-RU" sz="1200" b="0" i="0" kern="1200" dirty="0" err="1">
                <a:solidFill>
                  <a:schemeClr val="tx1"/>
                </a:solidFill>
                <a:effectLst/>
                <a:latin typeface="+mn-lt"/>
                <a:ea typeface="+mn-ea"/>
                <a:cs typeface="+mn-cs"/>
              </a:rPr>
              <a:t>WaveNet</a:t>
            </a:r>
            <a:r>
              <a:rPr lang="ru-RU" sz="1200" b="0" i="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4. Третья волна: Трансформеры и эра масштабирования (~2017 - настоящее время)</a:t>
            </a:r>
          </a:p>
          <a:p>
            <a:r>
              <a:rPr lang="ru-RU" sz="1200" b="0" i="0" kern="1200" dirty="0">
                <a:solidFill>
                  <a:schemeClr val="tx1"/>
                </a:solidFill>
                <a:effectLst/>
                <a:latin typeface="+mn-lt"/>
                <a:ea typeface="+mn-ea"/>
                <a:cs typeface="+mn-cs"/>
              </a:rPr>
              <a:t>Введение </a:t>
            </a:r>
            <a:r>
              <a:rPr lang="ru-RU" sz="1200" b="1" i="0" kern="1200" dirty="0">
                <a:solidFill>
                  <a:schemeClr val="tx1"/>
                </a:solidFill>
                <a:effectLst/>
                <a:latin typeface="+mn-lt"/>
                <a:ea typeface="+mn-ea"/>
                <a:cs typeface="+mn-cs"/>
              </a:rPr>
              <a:t>Трансформеров</a:t>
            </a:r>
            <a:r>
              <a:rPr lang="ru-RU" sz="1200" b="0" i="0" kern="1200" dirty="0">
                <a:solidFill>
                  <a:schemeClr val="tx1"/>
                </a:solidFill>
                <a:effectLst/>
                <a:latin typeface="+mn-lt"/>
                <a:ea typeface="+mn-ea"/>
                <a:cs typeface="+mn-cs"/>
              </a:rPr>
              <a:t> стало поворотным моментом, отделившим эру узкоспециализированных моделей от эры универсальных.</a:t>
            </a:r>
          </a:p>
          <a:p>
            <a:r>
              <a:rPr lang="ru-RU" sz="1200" b="1" i="0" kern="1200" dirty="0">
                <a:solidFill>
                  <a:schemeClr val="tx1"/>
                </a:solidFill>
                <a:effectLst/>
                <a:latin typeface="+mn-lt"/>
                <a:ea typeface="+mn-ea"/>
                <a:cs typeface="+mn-cs"/>
              </a:rPr>
              <a:t>Ключевое новшество:</a:t>
            </a:r>
            <a:r>
              <a:rPr lang="ru-RU"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Механизм </a:t>
            </a:r>
            <a:r>
              <a:rPr lang="ru-RU" sz="1200" b="1" i="0" kern="1200" dirty="0" err="1">
                <a:solidFill>
                  <a:schemeClr val="tx1"/>
                </a:solidFill>
                <a:effectLst/>
                <a:latin typeface="+mn-lt"/>
                <a:ea typeface="+mn-ea"/>
                <a:cs typeface="+mn-cs"/>
              </a:rPr>
              <a:t>самовнимания</a:t>
            </a:r>
            <a:r>
              <a:rPr lang="ru-RU" sz="1200" b="1" i="0" kern="1200" dirty="0">
                <a:solidFill>
                  <a:schemeClr val="tx1"/>
                </a:solidFill>
                <a:effectLst/>
                <a:latin typeface="+mn-lt"/>
                <a:ea typeface="+mn-ea"/>
                <a:cs typeface="+mn-cs"/>
              </a:rPr>
              <a:t> (Self-</a:t>
            </a:r>
            <a:r>
              <a:rPr lang="ru-RU" sz="1200" b="1" i="0" kern="1200" dirty="0" err="1">
                <a:solidFill>
                  <a:schemeClr val="tx1"/>
                </a:solidFill>
                <a:effectLst/>
                <a:latin typeface="+mn-lt"/>
                <a:ea typeface="+mn-ea"/>
                <a:cs typeface="+mn-cs"/>
              </a:rPr>
              <a:t>Attention</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Он позволил модели обрабатывать все элементы последовательности (например, все слова в тексте) одновременно и взвешивать их важность друг относительно друга независимо от расстояния.</a:t>
            </a:r>
          </a:p>
          <a:p>
            <a:r>
              <a:rPr lang="ru-RU" sz="1200" b="1" i="0" kern="1200" dirty="0">
                <a:solidFill>
                  <a:schemeClr val="tx1"/>
                </a:solidFill>
                <a:effectLst/>
                <a:latin typeface="+mn-lt"/>
                <a:ea typeface="+mn-ea"/>
                <a:cs typeface="+mn-cs"/>
              </a:rPr>
              <a:t>Преимущества:</a:t>
            </a:r>
            <a:endParaRPr lang="ru-RU" sz="1200" b="0" i="0" kern="1200" dirty="0">
              <a:solidFill>
                <a:schemeClr val="tx1"/>
              </a:solidFill>
              <a:effectLst/>
              <a:latin typeface="+mn-lt"/>
              <a:ea typeface="+mn-ea"/>
              <a:cs typeface="+mn-cs"/>
            </a:endParaRPr>
          </a:p>
          <a:p>
            <a:pPr lvl="1"/>
            <a:r>
              <a:rPr lang="ru-RU" sz="1200" b="1" i="0" kern="1200" dirty="0" err="1">
                <a:solidFill>
                  <a:schemeClr val="tx1"/>
                </a:solidFill>
                <a:effectLst/>
                <a:latin typeface="+mn-lt"/>
                <a:ea typeface="+mn-ea"/>
                <a:cs typeface="+mn-cs"/>
              </a:rPr>
              <a:t>Параллелизация</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Кардинально ускорило обучение.</a:t>
            </a:r>
          </a:p>
          <a:p>
            <a:pPr lvl="1"/>
            <a:r>
              <a:rPr lang="ru-RU" sz="1200" b="1" i="0" kern="1200" dirty="0">
                <a:solidFill>
                  <a:schemeClr val="tx1"/>
                </a:solidFill>
                <a:effectLst/>
                <a:latin typeface="+mn-lt"/>
                <a:ea typeface="+mn-ea"/>
                <a:cs typeface="+mn-cs"/>
              </a:rPr>
              <a:t>Захват долгосрочных зависимостей:</a:t>
            </a:r>
            <a:r>
              <a:rPr lang="ru-RU" sz="1200" b="0" i="0" kern="1200" dirty="0">
                <a:solidFill>
                  <a:schemeClr val="tx1"/>
                </a:solidFill>
                <a:effectLst/>
                <a:latin typeface="+mn-lt"/>
                <a:ea typeface="+mn-ea"/>
                <a:cs typeface="+mn-cs"/>
              </a:rPr>
              <a:t> Модели наконец-то смогли эффективно работать с очень длинными текстами и сложными контекстами.</a:t>
            </a:r>
          </a:p>
          <a:p>
            <a:r>
              <a:rPr lang="ru-RU" sz="1200" b="1" i="0" kern="1200" dirty="0">
                <a:solidFill>
                  <a:schemeClr val="tx1"/>
                </a:solidFill>
                <a:effectLst/>
                <a:latin typeface="+mn-lt"/>
                <a:ea typeface="+mn-ea"/>
                <a:cs typeface="+mn-cs"/>
              </a:rPr>
              <a:t>Результат:</a:t>
            </a:r>
            <a:r>
              <a:rPr lang="ru-RU" sz="1200" b="0" i="0" kern="1200" dirty="0">
                <a:solidFill>
                  <a:schemeClr val="tx1"/>
                </a:solidFill>
                <a:effectLst/>
                <a:latin typeface="+mn-lt"/>
                <a:ea typeface="+mn-ea"/>
                <a:cs typeface="+mn-cs"/>
              </a:rPr>
              <a:t> Появление </a:t>
            </a:r>
            <a:r>
              <a:rPr lang="ru-RU" sz="1200" b="1" i="0" kern="1200" dirty="0" err="1">
                <a:solidFill>
                  <a:schemeClr val="tx1"/>
                </a:solidFill>
                <a:effectLst/>
                <a:latin typeface="+mn-lt"/>
                <a:ea typeface="+mn-ea"/>
                <a:cs typeface="+mn-cs"/>
              </a:rPr>
              <a:t>Large</a:t>
            </a:r>
            <a:r>
              <a:rPr lang="ru-RU" sz="1200" b="1" i="0" kern="1200" dirty="0">
                <a:solidFill>
                  <a:schemeClr val="tx1"/>
                </a:solidFill>
                <a:effectLst/>
                <a:latin typeface="+mn-lt"/>
                <a:ea typeface="+mn-ea"/>
                <a:cs typeface="+mn-cs"/>
              </a:rPr>
              <a:t> Language </a:t>
            </a:r>
            <a:r>
              <a:rPr lang="ru-RU" sz="1200" b="1" i="0" kern="1200" dirty="0" err="1">
                <a:solidFill>
                  <a:schemeClr val="tx1"/>
                </a:solidFill>
                <a:effectLst/>
                <a:latin typeface="+mn-lt"/>
                <a:ea typeface="+mn-ea"/>
                <a:cs typeface="+mn-cs"/>
              </a:rPr>
              <a:t>Models</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LLMs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серии </a:t>
            </a:r>
            <a:r>
              <a:rPr lang="ru-RU" sz="1200" b="1" i="0" kern="1200" dirty="0">
                <a:solidFill>
                  <a:schemeClr val="tx1"/>
                </a:solidFill>
                <a:effectLst/>
                <a:latin typeface="+mn-lt"/>
                <a:ea typeface="+mn-ea"/>
                <a:cs typeface="+mn-cs"/>
              </a:rPr>
              <a:t>GPT</a:t>
            </a:r>
            <a:r>
              <a:rPr lang="ru-RU" sz="1200" b="0" i="0" kern="1200" dirty="0">
                <a:solidFill>
                  <a:schemeClr val="tx1"/>
                </a:solidFill>
                <a:effectLst/>
                <a:latin typeface="+mn-lt"/>
                <a:ea typeface="+mn-ea"/>
                <a:cs typeface="+mn-cs"/>
              </a:rPr>
              <a:t> и других. Эти модели, </a:t>
            </a:r>
            <a:r>
              <a:rPr lang="ru-RU" sz="1200" b="0" i="0" kern="1200" dirty="0" err="1">
                <a:solidFill>
                  <a:schemeClr val="tx1"/>
                </a:solidFill>
                <a:effectLst/>
                <a:latin typeface="+mn-lt"/>
                <a:ea typeface="+mn-ea"/>
                <a:cs typeface="+mn-cs"/>
              </a:rPr>
              <a:t>предобученные</a:t>
            </a:r>
            <a:r>
              <a:rPr lang="ru-RU" sz="1200" b="0" i="0" kern="1200" dirty="0">
                <a:solidFill>
                  <a:schemeClr val="tx1"/>
                </a:solidFill>
                <a:effectLst/>
                <a:latin typeface="+mn-lt"/>
                <a:ea typeface="+mn-ea"/>
                <a:cs typeface="+mn-cs"/>
              </a:rPr>
              <a:t> на колоссальных объемах текстовых данных, продемонстрировали </a:t>
            </a:r>
            <a:r>
              <a:rPr lang="ru-RU" sz="1200" b="1" i="0" kern="1200" dirty="0">
                <a:solidFill>
                  <a:schemeClr val="tx1"/>
                </a:solidFill>
                <a:effectLst/>
                <a:latin typeface="+mn-lt"/>
                <a:ea typeface="+mn-ea"/>
                <a:cs typeface="+mn-cs"/>
              </a:rPr>
              <a:t>способность к обобщению</a:t>
            </a:r>
            <a:r>
              <a:rPr lang="ru-RU" sz="1200" b="0" i="0" kern="1200" dirty="0">
                <a:solidFill>
                  <a:schemeClr val="tx1"/>
                </a:solidFill>
                <a:effectLst/>
                <a:latin typeface="+mn-lt"/>
                <a:ea typeface="+mn-ea"/>
                <a:cs typeface="+mn-cs"/>
              </a:rPr>
              <a:t> — решению задач, которым их не учили напрямую (например, перевод, суммирование, программирование).</a:t>
            </a:r>
          </a:p>
          <a:p>
            <a:r>
              <a:rPr lang="ru-RU" sz="1200" b="1" kern="1200" dirty="0">
                <a:solidFill>
                  <a:schemeClr val="tx1"/>
                </a:solidFill>
                <a:effectLst/>
                <a:latin typeface="+mn-lt"/>
                <a:ea typeface="+mn-ea"/>
                <a:cs typeface="+mn-cs"/>
              </a:rPr>
              <a:t>5. Четвертая волна: Мультимодальность и креативные приложения (2020-е - настоящее время)</a:t>
            </a:r>
          </a:p>
          <a:p>
            <a:r>
              <a:rPr lang="ru-RU" sz="1200" b="0" i="0" kern="1200" dirty="0">
                <a:solidFill>
                  <a:schemeClr val="tx1"/>
                </a:solidFill>
                <a:effectLst/>
                <a:latin typeface="+mn-lt"/>
                <a:ea typeface="+mn-ea"/>
                <a:cs typeface="+mn-cs"/>
              </a:rPr>
              <a:t>Фокус сместился с генерации одного типа данных на совместную работу с несколькими модальностями.</a:t>
            </a:r>
          </a:p>
          <a:p>
            <a:r>
              <a:rPr lang="ru-RU" sz="1200" b="1" i="0" kern="1200" dirty="0">
                <a:solidFill>
                  <a:schemeClr val="tx1"/>
                </a:solidFill>
                <a:effectLst/>
                <a:latin typeface="+mn-lt"/>
                <a:ea typeface="+mn-ea"/>
                <a:cs typeface="+mn-cs"/>
              </a:rPr>
              <a:t>Суть:</a:t>
            </a:r>
            <a:r>
              <a:rPr lang="ru-RU" sz="1200" b="0" i="0" kern="1200" dirty="0">
                <a:solidFill>
                  <a:schemeClr val="tx1"/>
                </a:solidFill>
                <a:effectLst/>
                <a:latin typeface="+mn-lt"/>
                <a:ea typeface="+mn-ea"/>
                <a:cs typeface="+mn-cs"/>
              </a:rPr>
              <a:t> Модели научились понимать связи между разными типами данных — например, между текстом и изображением.</a:t>
            </a:r>
          </a:p>
          <a:p>
            <a:r>
              <a:rPr lang="ru-RU" sz="1200" b="1" i="0" kern="1200" dirty="0">
                <a:solidFill>
                  <a:schemeClr val="tx1"/>
                </a:solidFill>
                <a:effectLst/>
                <a:latin typeface="+mn-lt"/>
                <a:ea typeface="+mn-ea"/>
                <a:cs typeface="+mn-cs"/>
              </a:rPr>
              <a:t>Примеры:</a:t>
            </a:r>
            <a:r>
              <a:rPr lang="ru-RU"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DALL-E</a:t>
            </a:r>
            <a:r>
              <a:rPr lang="ru-RU" sz="1200" b="0"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Stable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Diffusion</a:t>
            </a:r>
            <a:r>
              <a:rPr lang="ru-RU" sz="1200" b="0" i="0" kern="1200" dirty="0">
                <a:solidFill>
                  <a:schemeClr val="tx1"/>
                </a:solidFill>
                <a:effectLst/>
                <a:latin typeface="+mn-lt"/>
                <a:ea typeface="+mn-ea"/>
                <a:cs typeface="+mn-cs"/>
              </a:rPr>
              <a:t> (генерация изображений по тексту), </a:t>
            </a:r>
            <a:r>
              <a:rPr lang="ru-RU" sz="1200" b="1" i="0" kern="1200" dirty="0">
                <a:solidFill>
                  <a:schemeClr val="tx1"/>
                </a:solidFill>
                <a:effectLst/>
                <a:latin typeface="+mn-lt"/>
                <a:ea typeface="+mn-ea"/>
                <a:cs typeface="+mn-cs"/>
              </a:rPr>
              <a:t>SORA</a:t>
            </a:r>
            <a:r>
              <a:rPr lang="ru-RU" sz="1200" b="0" i="0" kern="1200" dirty="0">
                <a:solidFill>
                  <a:schemeClr val="tx1"/>
                </a:solidFill>
                <a:effectLst/>
                <a:latin typeface="+mn-lt"/>
                <a:ea typeface="+mn-ea"/>
                <a:cs typeface="+mn-cs"/>
              </a:rPr>
              <a:t> (генерация видео по тексту), </a:t>
            </a:r>
            <a:r>
              <a:rPr lang="ru-RU" sz="1200" b="1" i="0" kern="1200" dirty="0">
                <a:solidFill>
                  <a:schemeClr val="tx1"/>
                </a:solidFill>
                <a:effectLst/>
                <a:latin typeface="+mn-lt"/>
                <a:ea typeface="+mn-ea"/>
                <a:cs typeface="+mn-cs"/>
              </a:rPr>
              <a:t>GEMINI</a:t>
            </a:r>
            <a:r>
              <a:rPr lang="ru-RU" sz="1200" b="0" i="0" kern="1200" dirty="0">
                <a:solidFill>
                  <a:schemeClr val="tx1"/>
                </a:solidFill>
                <a:effectLst/>
                <a:latin typeface="+mn-lt"/>
                <a:ea typeface="+mn-ea"/>
                <a:cs typeface="+mn-cs"/>
              </a:rPr>
              <a:t> (нативная мультимодальная модель).</a:t>
            </a:r>
          </a:p>
          <a:p>
            <a:r>
              <a:rPr lang="ru-RU" sz="1200" b="1" i="0" kern="1200" dirty="0">
                <a:solidFill>
                  <a:schemeClr val="tx1"/>
                </a:solidFill>
                <a:effectLst/>
                <a:latin typeface="+mn-lt"/>
                <a:ea typeface="+mn-ea"/>
                <a:cs typeface="+mn-cs"/>
              </a:rPr>
              <a:t>Значение: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перестал быть инструментом только для технических специалистов и стал креативным инструментом общего назначения.</a:t>
            </a:r>
          </a:p>
          <a:p>
            <a:endParaRPr lang="ru-RU" dirty="0"/>
          </a:p>
        </p:txBody>
      </p:sp>
      <p:sp>
        <p:nvSpPr>
          <p:cNvPr id="4" name="Номер слайда 3">
            <a:extLst>
              <a:ext uri="{FF2B5EF4-FFF2-40B4-BE49-F238E27FC236}">
                <a16:creationId xmlns:a16="http://schemas.microsoft.com/office/drawing/2014/main" id="{1762FEE4-38C5-BC27-44CF-7880BE828474}"/>
              </a:ext>
            </a:extLst>
          </p:cNvPr>
          <p:cNvSpPr>
            <a:spLocks noGrp="1"/>
          </p:cNvSpPr>
          <p:nvPr>
            <p:ph type="sldNum" sz="quarter" idx="5"/>
          </p:nvPr>
        </p:nvSpPr>
        <p:spPr/>
        <p:txBody>
          <a:bodyPr/>
          <a:lstStyle/>
          <a:p>
            <a:fld id="{B031B7BB-A9A1-40FA-ABB3-45C29D47E728}" type="slidenum">
              <a:rPr lang="ru-RU" smtClean="0"/>
              <a:t>9</a:t>
            </a:fld>
            <a:endParaRPr lang="ru-RU"/>
          </a:p>
        </p:txBody>
      </p:sp>
    </p:spTree>
    <p:extLst>
      <p:ext uri="{BB962C8B-B14F-4D97-AF65-F5344CB8AC3E}">
        <p14:creationId xmlns:p14="http://schemas.microsoft.com/office/powerpoint/2010/main" val="1343709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A5D4-9CA0-24E6-D8AC-4C1E641AB88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7D6C716-64CF-AAF4-60D9-0F38D12A298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E0B3C92-5BFD-3724-699B-B826FFF77277}"/>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780E8BF8-3ECE-6B29-6FDB-D22797F00590}"/>
              </a:ext>
            </a:extLst>
          </p:cNvPr>
          <p:cNvSpPr>
            <a:spLocks noGrp="1"/>
          </p:cNvSpPr>
          <p:nvPr>
            <p:ph type="sldNum" sz="quarter" idx="5"/>
          </p:nvPr>
        </p:nvSpPr>
        <p:spPr/>
        <p:txBody>
          <a:bodyPr/>
          <a:lstStyle/>
          <a:p>
            <a:fld id="{B031B7BB-A9A1-40FA-ABB3-45C29D47E728}" type="slidenum">
              <a:rPr lang="ru-RU" smtClean="0"/>
              <a:t>10</a:t>
            </a:fld>
            <a:endParaRPr lang="ru-RU"/>
          </a:p>
        </p:txBody>
      </p:sp>
    </p:spTree>
    <p:extLst>
      <p:ext uri="{BB962C8B-B14F-4D97-AF65-F5344CB8AC3E}">
        <p14:creationId xmlns:p14="http://schemas.microsoft.com/office/powerpoint/2010/main" val="335860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DB2A-E37E-B50F-B6F8-A69D070ECD0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5350575-27EF-E413-8F65-E6AD0085787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91B4BAC-91AE-71B9-ABC3-AA6288588384}"/>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FC497965-27CD-4DED-6FFE-8F5820552197}"/>
              </a:ext>
            </a:extLst>
          </p:cNvPr>
          <p:cNvSpPr>
            <a:spLocks noGrp="1"/>
          </p:cNvSpPr>
          <p:nvPr>
            <p:ph type="sldNum" sz="quarter" idx="5"/>
          </p:nvPr>
        </p:nvSpPr>
        <p:spPr/>
        <p:txBody>
          <a:bodyPr/>
          <a:lstStyle/>
          <a:p>
            <a:fld id="{B031B7BB-A9A1-40FA-ABB3-45C29D47E728}" type="slidenum">
              <a:rPr lang="ru-RU" smtClean="0"/>
              <a:t>11</a:t>
            </a:fld>
            <a:endParaRPr lang="ru-RU"/>
          </a:p>
        </p:txBody>
      </p:sp>
    </p:spTree>
    <p:extLst>
      <p:ext uri="{BB962C8B-B14F-4D97-AF65-F5344CB8AC3E}">
        <p14:creationId xmlns:p14="http://schemas.microsoft.com/office/powerpoint/2010/main" val="3981295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r>
              <a:rPr lang="ru-RU" dirty="0"/>
              <a:t>### **Что такое спуфинг сенсоров и как он работает?**</a:t>
            </a:r>
          </a:p>
          <a:p>
            <a:endParaRPr lang="ru-RU" dirty="0"/>
          </a:p>
          <a:p>
            <a:r>
              <a:rPr lang="ru-RU" dirty="0"/>
              <a:t>**Представьте себе:** У нас есть беспилотный автомобиль или дрон. У него есть «органы чувств» — датчики:</a:t>
            </a:r>
          </a:p>
          <a:p>
            <a:r>
              <a:rPr lang="ru-RU" dirty="0"/>
              <a:t>- **GPS** — определяет местоположение</a:t>
            </a:r>
          </a:p>
          <a:p>
            <a:r>
              <a:rPr lang="ru-RU" dirty="0"/>
              <a:t>- **Камеры** — видят дорогу и знаки</a:t>
            </a:r>
          </a:p>
          <a:p>
            <a:r>
              <a:rPr lang="ru-RU" dirty="0"/>
              <a:t>- **</a:t>
            </a:r>
            <a:r>
              <a:rPr lang="ru-RU" dirty="0" err="1"/>
              <a:t>LiDAR</a:t>
            </a:r>
            <a:r>
              <a:rPr lang="ru-RU" dirty="0"/>
              <a:t>** (лазерный радар) — измеряет расстояние до объектов</a:t>
            </a:r>
          </a:p>
          <a:p>
            <a:r>
              <a:rPr lang="ru-RU" dirty="0"/>
              <a:t>- **Микрофоны** — понимают голосовые команды</a:t>
            </a:r>
          </a:p>
          <a:p>
            <a:r>
              <a:rPr lang="ru-RU" dirty="0"/>
              <a:t>- **IMU** (инерциальный блок) — чувствует ускорение и повороты</a:t>
            </a:r>
          </a:p>
          <a:p>
            <a:endParaRPr lang="ru-RU" dirty="0"/>
          </a:p>
          <a:p>
            <a:r>
              <a:rPr lang="ru-RU" dirty="0"/>
              <a:t>**Спуфинг** — это когда мы **обманываем** эти датчики, подсовывая им ложные данные. </a:t>
            </a:r>
          </a:p>
          <a:p>
            <a:endParaRPr lang="ru-RU" dirty="0"/>
          </a:p>
          <a:p>
            <a:r>
              <a:rPr lang="ru-RU" dirty="0"/>
              <a:t>**Ключевое ограничение:** Злоумышленник не может взломать компьютер автомобиля напрямую. Он может только «наврать» датчикам извне.</a:t>
            </a:r>
          </a:p>
          <a:p>
            <a:endParaRPr lang="ru-RU" dirty="0"/>
          </a:p>
          <a:p>
            <a:r>
              <a:rPr lang="ru-RU" dirty="0"/>
              <a:t>---</a:t>
            </a:r>
          </a:p>
          <a:p>
            <a:endParaRPr lang="ru-RU" dirty="0"/>
          </a:p>
          <a:p>
            <a:r>
              <a:rPr lang="ru-RU" dirty="0"/>
              <a:t>### **Как именно происходят атаки? Разбираем на примерах**</a:t>
            </a:r>
          </a:p>
          <a:p>
            <a:endParaRPr lang="ru-RU" dirty="0"/>
          </a:p>
          <a:p>
            <a:r>
              <a:rPr lang="ru-RU" dirty="0"/>
              <a:t>#### **1. Простые атаки («один обман — одно последствие»)**</a:t>
            </a:r>
          </a:p>
          <a:p>
            <a:endParaRPr lang="ru-RU" dirty="0"/>
          </a:p>
          <a:p>
            <a:r>
              <a:rPr lang="ru-RU" dirty="0"/>
              <a:t>**Атака 1: «Сломанный компас»**  </a:t>
            </a:r>
          </a:p>
          <a:p>
            <a:r>
              <a:rPr lang="ru-RU" dirty="0"/>
              <a:t>- **Что делаем:** Подделываем данные IMU (датчика ориентации)</a:t>
            </a:r>
          </a:p>
          <a:p>
            <a:r>
              <a:rPr lang="ru-RU" dirty="0"/>
              <a:t>- **Результат:** Дрон теряет равновесие и падает</a:t>
            </a:r>
          </a:p>
          <a:p>
            <a:r>
              <a:rPr lang="ru-RU" dirty="0"/>
              <a:t>- **Как будто:** Вы закрыли глаза пилоту и начали его крутить</a:t>
            </a:r>
          </a:p>
          <a:p>
            <a:endParaRPr lang="ru-RU" dirty="0"/>
          </a:p>
          <a:p>
            <a:r>
              <a:rPr lang="ru-RU" dirty="0"/>
              <a:t>**Атака 2: «Фальшивая зона»**  </a:t>
            </a:r>
          </a:p>
          <a:p>
            <a:r>
              <a:rPr lang="ru-RU" dirty="0"/>
              <a:t>- **Что делаем:** Подделываем GPS-сигнал</a:t>
            </a:r>
          </a:p>
          <a:p>
            <a:r>
              <a:rPr lang="ru-RU" dirty="0"/>
              <a:t>- **Результат:** Дрон думает, что попал в запретную зону, и садится</a:t>
            </a:r>
          </a:p>
          <a:p>
            <a:r>
              <a:rPr lang="ru-RU" dirty="0"/>
              <a:t>- **Как будто:** Вы сказали человеку, что он зашёл в опасную зону, и он убежал</a:t>
            </a:r>
          </a:p>
          <a:p>
            <a:endParaRPr lang="ru-RU" dirty="0"/>
          </a:p>
          <a:p>
            <a:r>
              <a:rPr lang="ru-RU" dirty="0"/>
              <a:t>**Атака 3: «Несуществующее препятствие»**  </a:t>
            </a:r>
          </a:p>
          <a:p>
            <a:r>
              <a:rPr lang="ru-RU" dirty="0"/>
              <a:t>- **Что делаем:** Создаём ложные точки в </a:t>
            </a:r>
            <a:r>
              <a:rPr lang="ru-RU" dirty="0" err="1"/>
              <a:t>LiDAR</a:t>
            </a:r>
            <a:endParaRPr lang="ru-RU" dirty="0"/>
          </a:p>
          <a:p>
            <a:r>
              <a:rPr lang="ru-RU" dirty="0"/>
              <a:t>- **Результат:** Автомобиль резко тормозит из-за «призрачного» препятствия</a:t>
            </a:r>
          </a:p>
          <a:p>
            <a:r>
              <a:rPr lang="ru-RU" dirty="0"/>
              <a:t>- **Как будто:** Вы крикнули «СТОЙ!» перед несуществующей ямой</a:t>
            </a:r>
          </a:p>
          <a:p>
            <a:endParaRPr lang="ru-RU" dirty="0"/>
          </a:p>
          <a:p>
            <a:r>
              <a:rPr lang="ru-RU" dirty="0"/>
              <a:t>---</a:t>
            </a:r>
          </a:p>
          <a:p>
            <a:endParaRPr lang="ru-RU" dirty="0"/>
          </a:p>
          <a:p>
            <a:r>
              <a:rPr lang="ru-RU" dirty="0"/>
              <a:t>#### **2. Сложные атаки («цепочка обманов»)**</a:t>
            </a:r>
          </a:p>
          <a:p>
            <a:endParaRPr lang="ru-RU" dirty="0"/>
          </a:p>
          <a:p>
            <a:r>
              <a:rPr lang="ru-RU" dirty="0"/>
              <a:t>**Атака 4: «Дрожащая камера»**  </a:t>
            </a:r>
          </a:p>
          <a:p>
            <a:r>
              <a:rPr lang="ru-RU" dirty="0"/>
              <a:t>- **Шаг 1:** Подделываем данные IMU → машина думает, что её трясёт</a:t>
            </a:r>
          </a:p>
          <a:p>
            <a:r>
              <a:rPr lang="ru-RU" dirty="0"/>
              <a:t>- **Шаг 2:** Система стабилизации пытается «убрать тряску» → камера смазывает изображение</a:t>
            </a:r>
          </a:p>
          <a:p>
            <a:r>
              <a:rPr lang="ru-RU" dirty="0"/>
              <a:t>- **Шаг 3:** Размытое изображение → компьютер не видит пешехода</a:t>
            </a:r>
          </a:p>
          <a:p>
            <a:r>
              <a:rPr lang="ru-RU" dirty="0"/>
              <a:t>- **Результат:** Автомобиль не останавливается перед человеком</a:t>
            </a:r>
          </a:p>
          <a:p>
            <a:endParaRPr lang="ru-RU" dirty="0"/>
          </a:p>
          <a:p>
            <a:r>
              <a:rPr lang="ru-RU" dirty="0"/>
              <a:t>**Атака 5: «Путаница со светофорами»**  </a:t>
            </a:r>
          </a:p>
          <a:p>
            <a:r>
              <a:rPr lang="ru-RU" dirty="0"/>
              <a:t>- **Шаг 1:** Подделываем GPS-позицию → машина не знает точно, где находится</a:t>
            </a:r>
          </a:p>
          <a:p>
            <a:r>
              <a:rPr lang="ru-RU" dirty="0"/>
              <a:t>- **Шаг 2:** Система неправильно определяет, какой светофор «её»</a:t>
            </a:r>
          </a:p>
          <a:p>
            <a:r>
              <a:rPr lang="ru-RU" dirty="0"/>
              <a:t>- **Шаг 3:** Автомобиль едет на красный свет</a:t>
            </a:r>
          </a:p>
          <a:p>
            <a:r>
              <a:rPr lang="ru-RU" dirty="0"/>
              <a:t>- **Результат:** Авария на перекрёстке</a:t>
            </a:r>
          </a:p>
          <a:p>
            <a:endParaRPr lang="ru-RU" dirty="0"/>
          </a:p>
          <a:p>
            <a:r>
              <a:rPr lang="ru-RU" dirty="0"/>
              <a:t>---</a:t>
            </a:r>
          </a:p>
          <a:p>
            <a:endParaRPr lang="ru-RU" dirty="0"/>
          </a:p>
          <a:p>
            <a:r>
              <a:rPr lang="ru-RU" dirty="0"/>
              <a:t>### **Почему это опасно?**</a:t>
            </a:r>
          </a:p>
          <a:p>
            <a:endParaRPr lang="ru-RU" dirty="0"/>
          </a:p>
          <a:p>
            <a:r>
              <a:rPr lang="ru-RU" dirty="0"/>
              <a:t>1. **Незаметность** — система не понимает, что её обманывают</a:t>
            </a:r>
          </a:p>
          <a:p>
            <a:r>
              <a:rPr lang="ru-RU" dirty="0"/>
              <a:t>2. **Каскадный эффект** — маленькая ложь приводит к большим последствиям</a:t>
            </a:r>
          </a:p>
          <a:p>
            <a:r>
              <a:rPr lang="ru-RU" dirty="0"/>
              <a:t>3. **Физическая безопасность** — могут пострадать люди</a:t>
            </a:r>
          </a:p>
          <a:p>
            <a:endParaRPr lang="ru-RU" dirty="0"/>
          </a:p>
          <a:p>
            <a:r>
              <a:rPr lang="ru-RU" dirty="0"/>
              <a:t>### **Как защищаться?**</a:t>
            </a:r>
          </a:p>
          <a:p>
            <a:endParaRPr lang="ru-RU" dirty="0"/>
          </a:p>
          <a:p>
            <a:r>
              <a:rPr lang="ru-RU" dirty="0"/>
              <a:t>- **Перекрёстная проверка** — если GPS показывает одно, а камера другое, нужно насторожиться</a:t>
            </a:r>
          </a:p>
          <a:p>
            <a:r>
              <a:rPr lang="ru-RU" dirty="0"/>
              <a:t>- **Аномалии поведения** — если система внезапно начинает делать странные вещи, возможно, её обманывают</a:t>
            </a:r>
          </a:p>
          <a:p>
            <a:r>
              <a:rPr lang="ru-RU" dirty="0"/>
              <a:t>- **Фильтрация сигналов** — отсеивать «невозможные» данные</a:t>
            </a:r>
          </a:p>
          <a:p>
            <a:endParaRPr lang="ru-RU" dirty="0"/>
          </a:p>
          <a:p>
            <a:r>
              <a:rPr lang="ru-RU" dirty="0"/>
              <a:t>---</a:t>
            </a:r>
          </a:p>
          <a:p>
            <a:endParaRPr lang="ru-RU" dirty="0"/>
          </a:p>
          <a:p>
            <a:r>
              <a:rPr lang="ru-RU" dirty="0"/>
              <a:t>### **Главный вывод**</a:t>
            </a:r>
          </a:p>
          <a:p>
            <a:endParaRPr lang="ru-RU" dirty="0"/>
          </a:p>
          <a:p>
            <a:r>
              <a:rPr lang="ru-RU" dirty="0"/>
              <a:t>Современные роботизированные системы очень умные, но их можно обмануть через «органы чувств». Задача инженеров — создавать системы, которые умеют распознавать такой обман и защищаться от него.</a:t>
            </a:r>
          </a:p>
          <a:p>
            <a:endParaRPr lang="ru-RU" dirty="0"/>
          </a:p>
          <a:p>
            <a:r>
              <a:rPr lang="ru-RU" dirty="0"/>
              <a:t>**Это как учить ребёнка:** «Если незнакомец предлагает конфету — не бери, даже если очень хочется». Система должна понимать, когда ей «предлагают конфету» и уметь говорить «нет».</a:t>
            </a:r>
          </a:p>
        </p:txBody>
      </p:sp>
      <p:sp>
        <p:nvSpPr>
          <p:cNvPr id="4" name="Номер слайда 3"/>
          <p:cNvSpPr>
            <a:spLocks noGrp="1"/>
          </p:cNvSpPr>
          <p:nvPr>
            <p:ph type="sldNum" sz="quarter" idx="5"/>
          </p:nvPr>
        </p:nvSpPr>
        <p:spPr/>
        <p:txBody>
          <a:bodyPr/>
          <a:lstStyle/>
          <a:p>
            <a:fld id="{B031B7BB-A9A1-40FA-ABB3-45C29D47E728}" type="slidenum">
              <a:rPr lang="ru-RU" smtClean="0"/>
              <a:t>12</a:t>
            </a:fld>
            <a:endParaRPr lang="ru-RU"/>
          </a:p>
        </p:txBody>
      </p:sp>
    </p:spTree>
    <p:extLst>
      <p:ext uri="{BB962C8B-B14F-4D97-AF65-F5344CB8AC3E}">
        <p14:creationId xmlns:p14="http://schemas.microsoft.com/office/powerpoint/2010/main" val="149272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Угрозы безопасности сенсорных систем роботизированных транспортных средств: классификация, механизмы и последствия</a:t>
            </a:r>
          </a:p>
          <a:p>
            <a:r>
              <a:rPr lang="ru-RU" sz="1200" b="1" i="0" kern="1200" dirty="0">
                <a:solidFill>
                  <a:schemeClr val="tx1"/>
                </a:solidFill>
                <a:effectLst/>
                <a:latin typeface="+mn-lt"/>
                <a:ea typeface="+mn-ea"/>
                <a:cs typeface="+mn-cs"/>
              </a:rPr>
              <a:t>1. Атаки на системы глобального позиционирования (GPS/GNSS)</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Наиболее распространенной и опасной атакой является </a:t>
            </a:r>
            <a:r>
              <a:rPr lang="ru-RU" sz="1200" b="1" i="0" kern="1200" dirty="0">
                <a:solidFill>
                  <a:schemeClr val="tx1"/>
                </a:solidFill>
                <a:effectLst/>
                <a:latin typeface="+mn-lt"/>
                <a:ea typeface="+mn-ea"/>
                <a:cs typeface="+mn-cs"/>
              </a:rPr>
              <a:t>спуфинг (</a:t>
            </a:r>
            <a:r>
              <a:rPr lang="ru-RU" sz="1200" b="1" i="0" kern="1200" dirty="0" err="1">
                <a:solidFill>
                  <a:schemeClr val="tx1"/>
                </a:solidFill>
                <a:effectLst/>
                <a:latin typeface="+mn-lt"/>
                <a:ea typeface="+mn-ea"/>
                <a:cs typeface="+mn-cs"/>
              </a:rPr>
              <a:t>spoofing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В отличие от грубого глушения (</a:t>
            </a:r>
            <a:r>
              <a:rPr lang="ru-RU" sz="1200" b="0" i="0" kern="1200" dirty="0" err="1">
                <a:solidFill>
                  <a:schemeClr val="tx1"/>
                </a:solidFill>
                <a:effectLst/>
                <a:latin typeface="+mn-lt"/>
                <a:ea typeface="+mn-ea"/>
                <a:cs typeface="+mn-cs"/>
              </a:rPr>
              <a:t>jamming</a:t>
            </a:r>
            <a:r>
              <a:rPr lang="ru-RU" sz="1200" b="0" i="0" kern="1200" dirty="0">
                <a:solidFill>
                  <a:schemeClr val="tx1"/>
                </a:solidFill>
                <a:effectLst/>
                <a:latin typeface="+mn-lt"/>
                <a:ea typeface="+mn-ea"/>
                <a:cs typeface="+mn-cs"/>
              </a:rPr>
              <a:t>), которое просто подавляет сигнал, спуфинг предполагает генерацию мошеннических сигналов GNSS, более мощных, чем оригинальные. Эти сигналы точно синхронизированы и постепенно "уводят" приемник с правильного местоположения, манипулируя расчетами </a:t>
            </a:r>
            <a:r>
              <a:rPr lang="ru-RU" sz="1200" b="0" i="0" kern="1200" dirty="0" err="1">
                <a:solidFill>
                  <a:schemeClr val="tx1"/>
                </a:solidFill>
                <a:effectLst/>
                <a:latin typeface="+mn-lt"/>
                <a:ea typeface="+mn-ea"/>
                <a:cs typeface="+mn-cs"/>
              </a:rPr>
              <a:t>псевдодальности</a:t>
            </a:r>
            <a:r>
              <a:rPr lang="ru-RU" sz="1200" b="0" i="0" kern="1200" dirty="0">
                <a:solidFill>
                  <a:schemeClr val="tx1"/>
                </a:solidFill>
                <a:effectLst/>
                <a:latin typeface="+mn-lt"/>
                <a:ea typeface="+mn-ea"/>
                <a:cs typeface="+mn-cs"/>
              </a:rPr>
              <a:t> и фазовых измерений.</a:t>
            </a:r>
          </a:p>
          <a:p>
            <a:r>
              <a:rPr lang="ru-RU" sz="1200" b="1" i="0" kern="1200" dirty="0">
                <a:solidFill>
                  <a:schemeClr val="tx1"/>
                </a:solidFill>
                <a:effectLst/>
                <a:latin typeface="+mn-lt"/>
                <a:ea typeface="+mn-ea"/>
                <a:cs typeface="+mn-cs"/>
              </a:rPr>
              <a:t>Конкретный пример:</a:t>
            </a:r>
            <a:r>
              <a:rPr lang="ru-RU" sz="1200" b="0" i="0" kern="1200" dirty="0">
                <a:solidFill>
                  <a:schemeClr val="tx1"/>
                </a:solidFill>
                <a:effectLst/>
                <a:latin typeface="+mn-lt"/>
                <a:ea typeface="+mn-ea"/>
                <a:cs typeface="+mn-cs"/>
              </a:rPr>
              <a:t> В 2019 году в ходе испытаний исследователи успешно обманули автономный автомобиль, используя портативный </a:t>
            </a:r>
            <a:r>
              <a:rPr lang="ru-RU" sz="1200" b="0" i="0" kern="1200" dirty="0" err="1">
                <a:solidFill>
                  <a:schemeClr val="tx1"/>
                </a:solidFill>
                <a:effectLst/>
                <a:latin typeface="+mn-lt"/>
                <a:ea typeface="+mn-ea"/>
                <a:cs typeface="+mn-cs"/>
              </a:rPr>
              <a:t>спуфер</a:t>
            </a:r>
            <a:r>
              <a:rPr lang="ru-RU" sz="1200" b="0" i="0" kern="1200" dirty="0">
                <a:solidFill>
                  <a:schemeClr val="tx1"/>
                </a:solidFill>
                <a:effectLst/>
                <a:latin typeface="+mn-lt"/>
                <a:ea typeface="+mn-ea"/>
                <a:cs typeface="+mn-cs"/>
              </a:rPr>
              <a:t>. Они заставили транспортное средство, движущееся по прямой дороге, "считать", что оно находится на соседней полосе или даже съехало с трассы. Это могло бы привести к ложной коррекции курса и опасному маневру, например, попытке "вернуться" на несуществующую полосу движения, что привело бы к столкновению с реальными объектами.</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Атаки спуфинга GPS являются скрытными и могут осуществляться с использованием доступного коммерческого оборудования. Защита требует внедрения криптографической аутентификации сигналов (как в военных системах), использования корректирующих данных от наземных станций (RTK) и обязательной кросс-валидации данных GPS с показаниями инерциальных систем (IMU) и </a:t>
            </a:r>
            <a:r>
              <a:rPr lang="ru-RU" sz="1200" b="0" i="0" kern="1200" dirty="0" err="1">
                <a:solidFill>
                  <a:schemeClr val="tx1"/>
                </a:solidFill>
                <a:effectLst/>
                <a:latin typeface="+mn-lt"/>
                <a:ea typeface="+mn-ea"/>
                <a:cs typeface="+mn-cs"/>
              </a:rPr>
              <a:t>одометрии</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2. Атаки на оптические системы (камеры)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Основную угрозу представляют </a:t>
            </a:r>
            <a:r>
              <a:rPr lang="ru-RU" sz="1200" b="1" i="0" kern="1200" dirty="0">
                <a:solidFill>
                  <a:schemeClr val="tx1"/>
                </a:solidFill>
                <a:effectLst/>
                <a:latin typeface="+mn-lt"/>
                <a:ea typeface="+mn-ea"/>
                <a:cs typeface="+mn-cs"/>
              </a:rPr>
              <a:t>адверсариальные атаки (</a:t>
            </a:r>
            <a:r>
              <a:rPr lang="ru-RU" sz="1200" b="1" i="0" kern="1200" dirty="0" err="1">
                <a:solidFill>
                  <a:schemeClr val="tx1"/>
                </a:solidFill>
                <a:effectLst/>
                <a:latin typeface="+mn-lt"/>
                <a:ea typeface="+mn-ea"/>
                <a:cs typeface="+mn-cs"/>
              </a:rPr>
              <a:t>adversarial</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attacks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на алгоритмы компьютерного зрения, основанные на глубоких нейронных сетях. Путем нанесения на физические объекты специально рассчитанных, часто незаметных для человека возмущений, можно кардинально изменить вывод модели.</a:t>
            </a:r>
          </a:p>
          <a:p>
            <a:r>
              <a:rPr lang="ru-RU" sz="1200" b="1" i="0" kern="1200" dirty="0">
                <a:solidFill>
                  <a:schemeClr val="tx1"/>
                </a:solidFill>
                <a:effectLst/>
                <a:latin typeface="+mn-lt"/>
                <a:ea typeface="+mn-ea"/>
                <a:cs typeface="+mn-cs"/>
              </a:rPr>
              <a:t>Конкретный пример:</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Атака на дорожные знаки:</a:t>
            </a:r>
            <a:r>
              <a:rPr lang="ru-RU" sz="1200" b="0" i="0" kern="1200" dirty="0">
                <a:solidFill>
                  <a:schemeClr val="tx1"/>
                </a:solidFill>
                <a:effectLst/>
                <a:latin typeface="+mn-lt"/>
                <a:ea typeface="+mn-ea"/>
                <a:cs typeface="+mn-cs"/>
              </a:rPr>
              <a:t> Наклейка со специфическим граффити-узлом на знак "СТОП" заставляет систему восприятия классифицировать его как знак "Ограничение скорости 80 км/ч". Автомобиль, вместо того чтобы остановиться, может продолжить движение на высокой скорости на перекрестке.</a:t>
            </a:r>
          </a:p>
          <a:p>
            <a:pPr lvl="1"/>
            <a:r>
              <a:rPr lang="ru-RU" sz="1200" b="1" i="0" kern="1200" dirty="0">
                <a:solidFill>
                  <a:schemeClr val="tx1"/>
                </a:solidFill>
                <a:effectLst/>
                <a:latin typeface="+mn-lt"/>
                <a:ea typeface="+mn-ea"/>
                <a:cs typeface="+mn-cs"/>
              </a:rPr>
              <a:t>Атака на разметку:</a:t>
            </a:r>
            <a:r>
              <a:rPr lang="ru-RU" sz="1200" b="0" i="0" kern="1200" dirty="0">
                <a:solidFill>
                  <a:schemeClr val="tx1"/>
                </a:solidFill>
                <a:effectLst/>
                <a:latin typeface="+mn-lt"/>
                <a:ea typeface="+mn-ea"/>
                <a:cs typeface="+mn-cs"/>
              </a:rPr>
              <a:t> Нанесение на дорожное полотно линий, имитирующих разметку, может заставить систему автоматического рулевого управления (LKA) сойти с правильной траектории и выехать на встречную полосу или обочину.</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Уязвимость глубокого обучения к адверсариальным примерам является фундаментальной проблемой. Для смягчения последствий необходимы методы повышения устойчивости моделей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training</a:t>
            </a:r>
            <a:r>
              <a:rPr lang="ru-RU" sz="1200" b="0" i="0" kern="1200" dirty="0">
                <a:solidFill>
                  <a:schemeClr val="tx1"/>
                </a:solidFill>
                <a:effectLst/>
                <a:latin typeface="+mn-lt"/>
                <a:ea typeface="+mn-ea"/>
                <a:cs typeface="+mn-cs"/>
              </a:rPr>
              <a:t>), использование архитектур, устойчивых к возмущениям, и многоуровневая проверка данных с камер с помощью лидаров и радаров.</a:t>
            </a:r>
          </a:p>
          <a:p>
            <a:r>
              <a:rPr lang="ru-RU" sz="1200" b="1" i="0" kern="1200" dirty="0">
                <a:solidFill>
                  <a:schemeClr val="tx1"/>
                </a:solidFill>
                <a:effectLst/>
                <a:latin typeface="+mn-lt"/>
                <a:ea typeface="+mn-ea"/>
                <a:cs typeface="+mn-cs"/>
              </a:rPr>
              <a:t>3. Атаки на лидарные системы (</a:t>
            </a:r>
            <a:r>
              <a:rPr lang="ru-RU" sz="1200" b="1" i="0" kern="1200" dirty="0" err="1">
                <a:solidFill>
                  <a:schemeClr val="tx1"/>
                </a:solidFill>
                <a:effectLst/>
                <a:latin typeface="+mn-lt"/>
                <a:ea typeface="+mn-ea"/>
                <a:cs typeface="+mn-cs"/>
              </a:rPr>
              <a:t>LiDAR</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Злоумышленник может использовать собственный лазер, чтобы "обмануть" лидар. Существует два основных типа атак:</a:t>
            </a:r>
          </a:p>
          <a:p>
            <a:pPr lvl="1"/>
            <a:r>
              <a:rPr lang="ru-RU" sz="1200" b="1" i="0" kern="1200" dirty="0">
                <a:solidFill>
                  <a:schemeClr val="tx1"/>
                </a:solidFill>
                <a:effectLst/>
                <a:latin typeface="+mn-lt"/>
                <a:ea typeface="+mn-ea"/>
                <a:cs typeface="+mn-cs"/>
              </a:rPr>
              <a:t>Атака подмены (</a:t>
            </a:r>
            <a:r>
              <a:rPr lang="ru-RU" sz="1200" b="1" i="0" kern="1200" dirty="0" err="1">
                <a:solidFill>
                  <a:schemeClr val="tx1"/>
                </a:solidFill>
                <a:effectLst/>
                <a:latin typeface="+mn-lt"/>
                <a:ea typeface="+mn-ea"/>
                <a:cs typeface="+mn-cs"/>
              </a:rPr>
              <a:t>spoofing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Посылка мощного лазерного импульса в момент, когда лидар ожидает отраженный сигнал, создает в его данных фантомную точку.</a:t>
            </a:r>
          </a:p>
          <a:p>
            <a:pPr lvl="1"/>
            <a:r>
              <a:rPr lang="ru-RU" sz="1200" b="1" i="0" kern="1200" dirty="0">
                <a:solidFill>
                  <a:schemeClr val="tx1"/>
                </a:solidFill>
                <a:effectLst/>
                <a:latin typeface="+mn-lt"/>
                <a:ea typeface="+mn-ea"/>
                <a:cs typeface="+mn-cs"/>
              </a:rPr>
              <a:t>Атака сокрытия (</a:t>
            </a:r>
            <a:r>
              <a:rPr lang="ru-RU" sz="1200" b="1" i="0" kern="1200" dirty="0" err="1">
                <a:solidFill>
                  <a:schemeClr val="tx1"/>
                </a:solidFill>
                <a:effectLst/>
                <a:latin typeface="+mn-lt"/>
                <a:ea typeface="+mn-ea"/>
                <a:cs typeface="+mn-cs"/>
              </a:rPr>
              <a:t>hiding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Посылка сигнала в тот момент, когда лидар "ослеплен" для приема внешних сигналов (эффект "электронной шторки"), что позволяет скрыть реальный объект.</a:t>
            </a:r>
          </a:p>
          <a:p>
            <a:r>
              <a:rPr lang="ru-RU" sz="1200" b="1" i="0" kern="1200" dirty="0">
                <a:solidFill>
                  <a:schemeClr val="tx1"/>
                </a:solidFill>
                <a:effectLst/>
                <a:latin typeface="+mn-lt"/>
                <a:ea typeface="+mn-ea"/>
                <a:cs typeface="+mn-cs"/>
              </a:rPr>
              <a:t>Конкретный пример:</a:t>
            </a:r>
            <a:r>
              <a:rPr lang="ru-RU" sz="1200" b="0" i="0" kern="1200" dirty="0">
                <a:solidFill>
                  <a:schemeClr val="tx1"/>
                </a:solidFill>
                <a:effectLst/>
                <a:latin typeface="+mn-lt"/>
                <a:ea typeface="+mn-ea"/>
                <a:cs typeface="+mn-cs"/>
              </a:rPr>
              <a:t> Создание виртуальной стены из фантомных точек на дороге перед движущимся автомобилем. Система экстренного торможения (AEB) интерпретирует это как внезапно возникшее непреодолимое препятствие и выполняет резкую остановку на высокой скорости, что может привести к столкновению сзади с другим транспортным средством.</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Защита лидаров требует реализации механизмов аутентификации лидарных импульсов, например, с помощью кодирования передаваемого сигнала (уникальная последовательность импульсов), а также статистического анализа получаемого </a:t>
            </a:r>
            <a:r>
              <a:rPr lang="ru-RU" sz="1200" b="0" i="0" kern="1200" dirty="0" err="1">
                <a:solidFill>
                  <a:schemeClr val="tx1"/>
                </a:solidFill>
                <a:effectLst/>
                <a:latin typeface="+mn-lt"/>
                <a:ea typeface="+mn-ea"/>
                <a:cs typeface="+mn-cs"/>
              </a:rPr>
              <a:t>point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cloud</a:t>
            </a:r>
            <a:r>
              <a:rPr lang="ru-RU" sz="1200" b="0" i="0" kern="1200" dirty="0">
                <a:solidFill>
                  <a:schemeClr val="tx1"/>
                </a:solidFill>
                <a:effectLst/>
                <a:latin typeface="+mn-lt"/>
                <a:ea typeface="+mn-ea"/>
                <a:cs typeface="+mn-cs"/>
              </a:rPr>
              <a:t> для выявления аномалий, не соответствующих физическим законам.</a:t>
            </a:r>
          </a:p>
          <a:p>
            <a:r>
              <a:rPr lang="ru-RU" sz="1200" b="1" i="0" kern="1200" dirty="0">
                <a:solidFill>
                  <a:schemeClr val="tx1"/>
                </a:solidFill>
                <a:effectLst/>
                <a:latin typeface="+mn-lt"/>
                <a:ea typeface="+mn-ea"/>
                <a:cs typeface="+mn-cs"/>
              </a:rPr>
              <a:t>4. Атаки на инерциальные измерительные блоки (IMU)</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Микромеханические (MEMS) гироскопы и акселерометры внутри IMU подвержены резонансным явлениям. Атакующий может направить на датчик акустический сигнал (например, с динамика смартфона) на резонансной частоте механического элемента датчика. Это вызывает дрейф показаний, который неотличим от реального движения.</a:t>
            </a:r>
          </a:p>
          <a:p>
            <a:r>
              <a:rPr lang="ru-RU" sz="1200" b="1" i="0" kern="1200" dirty="0">
                <a:solidFill>
                  <a:schemeClr val="tx1"/>
                </a:solidFill>
                <a:effectLst/>
                <a:latin typeface="+mn-lt"/>
                <a:ea typeface="+mn-ea"/>
                <a:cs typeface="+mn-cs"/>
              </a:rPr>
              <a:t>Конкретный пример:</a:t>
            </a:r>
            <a:r>
              <a:rPr lang="ru-RU" sz="1200" b="0" i="0" kern="1200" dirty="0">
                <a:solidFill>
                  <a:schemeClr val="tx1"/>
                </a:solidFill>
                <a:effectLst/>
                <a:latin typeface="+mn-lt"/>
                <a:ea typeface="+mn-ea"/>
                <a:cs typeface="+mn-cs"/>
              </a:rPr>
              <a:t> Направленный акустический сигнал на корпус автомобиля может вызвать дрейф гироскопа IMU. Система начнет "думать", что автомобиль поворачивает, хотя на самом деле он движется прямо. Это может привести к постепенной коррекции курса, которая уведет автомобиль с его полосы движения. Поскольку IMU часто используется для кратковременной навигации при потере GPS, последствия такой атаки могут быть серьезными.</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Критически важна пассивная защита IMU от акустических и вибрационных воздействий, а также разработка алгоритмов фильтрации (например, расширенный фильтр Калмана), способных обнаруживать аномальные дрейфы и отсекать их, перекладываясь на другие источники данных.</a:t>
            </a:r>
          </a:p>
          <a:p>
            <a:r>
              <a:rPr lang="ru-RU" sz="1200" b="1" i="0" kern="1200" dirty="0">
                <a:solidFill>
                  <a:schemeClr val="tx1"/>
                </a:solidFill>
                <a:effectLst/>
                <a:latin typeface="+mn-lt"/>
                <a:ea typeface="+mn-ea"/>
                <a:cs typeface="+mn-cs"/>
              </a:rPr>
              <a:t>5. Атаки на миллиметровые радары (MMW-</a:t>
            </a:r>
            <a:r>
              <a:rPr lang="ru-RU" sz="1200" b="1" i="0" kern="1200" dirty="0" err="1">
                <a:solidFill>
                  <a:schemeClr val="tx1"/>
                </a:solidFill>
                <a:effectLst/>
                <a:latin typeface="+mn-lt"/>
                <a:ea typeface="+mn-ea"/>
                <a:cs typeface="+mn-cs"/>
              </a:rPr>
              <a:t>Radar</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Радары уязвимы к атакам ретрансляции (</a:t>
            </a:r>
            <a:r>
              <a:rPr lang="ru-RU" sz="1200" b="0" i="0" kern="1200" dirty="0" err="1">
                <a:solidFill>
                  <a:schemeClr val="tx1"/>
                </a:solidFill>
                <a:effectLst/>
                <a:latin typeface="+mn-lt"/>
                <a:ea typeface="+mn-ea"/>
                <a:cs typeface="+mn-cs"/>
              </a:rPr>
              <a:t>meaconing</a:t>
            </a:r>
            <a:r>
              <a:rPr lang="ru-RU" sz="1200" b="0" i="0" kern="1200" dirty="0">
                <a:solidFill>
                  <a:schemeClr val="tx1"/>
                </a:solidFill>
                <a:effectLst/>
                <a:latin typeface="+mn-lt"/>
                <a:ea typeface="+mn-ea"/>
                <a:cs typeface="+mn-cs"/>
              </a:rPr>
              <a:t>). Атакующий перехватывает излучаемый радаром сигнал, задерживает его, усиливает и повторно передает обратно. Радар интерпретирует этот сигнал как отраженный от реального объекта, расположенного на рассчитанном расстоянии.</a:t>
            </a:r>
          </a:p>
          <a:p>
            <a:r>
              <a:rPr lang="ru-RU" sz="1200" b="1" i="0" kern="1200" dirty="0">
                <a:solidFill>
                  <a:schemeClr val="tx1"/>
                </a:solidFill>
                <a:effectLst/>
                <a:latin typeface="+mn-lt"/>
                <a:ea typeface="+mn-ea"/>
                <a:cs typeface="+mn-cs"/>
              </a:rPr>
              <a:t>Конкретный пример:</a:t>
            </a:r>
            <a:r>
              <a:rPr lang="ru-RU" sz="1200" b="0" i="0" kern="1200" dirty="0">
                <a:solidFill>
                  <a:schemeClr val="tx1"/>
                </a:solidFill>
                <a:effectLst/>
                <a:latin typeface="+mn-lt"/>
                <a:ea typeface="+mn-ea"/>
                <a:cs typeface="+mn-cs"/>
              </a:rPr>
              <a:t> Злоумышленник, находящийся рядом с дорогой, может с помощью оборудования ретрансляции создать иллюзию движущегося впереди автомобиля. Автономное транспортное средство будет поддерживать безопасную дистанцию с этим "фантомом", что вынудит его снизить скорость и, возможно, даже остановиться посреди дороги, создав аварийную ситуацию.</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Для противодействия необходимы радары с более сложными </a:t>
            </a:r>
            <a:r>
              <a:rPr lang="ru-RU" sz="1200" b="0" i="0" kern="1200" dirty="0" err="1">
                <a:solidFill>
                  <a:schemeClr val="tx1"/>
                </a:solidFill>
                <a:effectLst/>
                <a:latin typeface="+mn-lt"/>
                <a:ea typeface="+mn-ea"/>
                <a:cs typeface="+mn-cs"/>
              </a:rPr>
              <a:t>waveform</a:t>
            </a:r>
            <a:r>
              <a:rPr lang="ru-RU" sz="1200" b="0" i="0" kern="1200" dirty="0">
                <a:solidFill>
                  <a:schemeClr val="tx1"/>
                </a:solidFill>
                <a:effectLst/>
                <a:latin typeface="+mn-lt"/>
                <a:ea typeface="+mn-ea"/>
                <a:cs typeface="+mn-cs"/>
              </a:rPr>
              <a:t>-сигналами (например, с псевдослучайной перестройкой частоты), а также системы, которые отслеживают непротиворечивость траекторий объектов между радаром, камерой и лидаром.</a:t>
            </a:r>
          </a:p>
          <a:p>
            <a:r>
              <a:rPr lang="ru-RU" sz="1200" b="1" i="0" kern="1200" dirty="0">
                <a:solidFill>
                  <a:schemeClr val="tx1"/>
                </a:solidFill>
                <a:effectLst/>
                <a:latin typeface="+mn-lt"/>
                <a:ea typeface="+mn-ea"/>
                <a:cs typeface="+mn-cs"/>
              </a:rPr>
              <a:t>6. Атаки на ультразвуковые датчики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Механизм атаки:</a:t>
            </a:r>
            <a:r>
              <a:rPr lang="ru-RU" sz="1200" b="0" i="0" kern="1200" dirty="0">
                <a:solidFill>
                  <a:schemeClr val="tx1"/>
                </a:solidFill>
                <a:effectLst/>
                <a:latin typeface="+mn-lt"/>
                <a:ea typeface="+mn-ea"/>
                <a:cs typeface="+mn-cs"/>
              </a:rPr>
              <a:t> Аналогично радарам, ультразвуковые датчики, используемые для парковки, уязвимы к спуфингу. Атакующий может записать исходный ультразвуковой "щелчок" датчика и воспроизвести его с задержкой, имитируя отклик от несуществующего объекта.</a:t>
            </a:r>
          </a:p>
          <a:p>
            <a:r>
              <a:rPr lang="ru-RU" sz="1200" b="1" i="0" kern="1200" dirty="0">
                <a:solidFill>
                  <a:schemeClr val="tx1"/>
                </a:solidFill>
                <a:effectLst/>
                <a:latin typeface="+mn-lt"/>
                <a:ea typeface="+mn-ea"/>
                <a:cs typeface="+mn-cs"/>
              </a:rPr>
              <a:t>Конкретный пример:</a:t>
            </a:r>
            <a:r>
              <a:rPr lang="ru-RU" sz="1200" b="0" i="0" kern="1200" dirty="0">
                <a:solidFill>
                  <a:schemeClr val="tx1"/>
                </a:solidFill>
                <a:effectLst/>
                <a:latin typeface="+mn-lt"/>
                <a:ea typeface="+mn-ea"/>
                <a:cs typeface="+mn-cs"/>
              </a:rPr>
              <a:t> Во время маневра парковки атака на ультразвуковые датчики может создать иллюзию препятствия сбоку или сзади автомобиля. Система парковки заблокирует управление или автоматически затормозит, не позволяя завершить маневр и оставляя автомобиль в небезопасном положении, например, посреди проезжей части.</a:t>
            </a:r>
          </a:p>
          <a:p>
            <a:r>
              <a:rPr lang="ru-RU" sz="1200" b="1" i="0" kern="1200" dirty="0">
                <a:solidFill>
                  <a:schemeClr val="tx1"/>
                </a:solidFill>
                <a:effectLst/>
                <a:latin typeface="+mn-lt"/>
                <a:ea typeface="+mn-ea"/>
                <a:cs typeface="+mn-cs"/>
              </a:rPr>
              <a:t>Вывод:</a:t>
            </a:r>
            <a:r>
              <a:rPr lang="ru-RU" sz="1200" b="0" i="0" kern="1200" dirty="0">
                <a:solidFill>
                  <a:schemeClr val="tx1"/>
                </a:solidFill>
                <a:effectLst/>
                <a:latin typeface="+mn-lt"/>
                <a:ea typeface="+mn-ea"/>
                <a:cs typeface="+mn-cs"/>
              </a:rPr>
              <a:t> Несмотря на простоту, такие атаки могут парализовать работу транспортного средства. Защита включает в себя использование датчиков с кодированными сигналами и визуальную верификацию препятствий с помощью камер заднего вида.</a:t>
            </a:r>
          </a:p>
          <a:p>
            <a:r>
              <a:rPr lang="ru-RU" sz="1200" b="1" i="0" kern="1200" dirty="0">
                <a:solidFill>
                  <a:schemeClr val="tx1"/>
                </a:solidFill>
                <a:effectLst/>
                <a:latin typeface="+mn-lt"/>
                <a:ea typeface="+mn-ea"/>
                <a:cs typeface="+mn-cs"/>
              </a:rPr>
              <a:t>Общие выводы и рекомендации: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Мультимодальная валидация:</a:t>
            </a:r>
            <a:r>
              <a:rPr lang="ru-RU" sz="1200" b="0" i="0" kern="1200" dirty="0">
                <a:solidFill>
                  <a:schemeClr val="tx1"/>
                </a:solidFill>
                <a:effectLst/>
                <a:latin typeface="+mn-lt"/>
                <a:ea typeface="+mn-ea"/>
                <a:cs typeface="+mn-cs"/>
              </a:rPr>
              <a:t> Ключевой принцип безопасности — ни один сенсор не может считаться доверенным на 100%. Данные от одного типа датчиков должны постоянно проверяться и подтверждаться данными от других, независимых сенсоров (например, GPS валидируется IMU, показания камеры — лидаром).</a:t>
            </a:r>
          </a:p>
          <a:p>
            <a:r>
              <a:rPr lang="ru-RU" sz="1200" b="1" i="0" kern="1200" dirty="0">
                <a:solidFill>
                  <a:schemeClr val="tx1"/>
                </a:solidFill>
                <a:effectLst/>
                <a:latin typeface="+mn-lt"/>
                <a:ea typeface="+mn-ea"/>
                <a:cs typeface="+mn-cs"/>
              </a:rPr>
              <a:t>Физическая неизменяемость:</a:t>
            </a:r>
            <a:r>
              <a:rPr lang="ru-RU" sz="1200" b="0" i="0" kern="1200" dirty="0">
                <a:solidFill>
                  <a:schemeClr val="tx1"/>
                </a:solidFill>
                <a:effectLst/>
                <a:latin typeface="+mn-lt"/>
                <a:ea typeface="+mn-ea"/>
                <a:cs typeface="+mn-cs"/>
              </a:rPr>
              <a:t> Необходимо разрабатывать и внедрять методы, основанные на проверке физической правдоподобности сцен (например, фантомный объект не отбрасывает тень на камере, его траектория противоречит законам физики).</a:t>
            </a:r>
          </a:p>
          <a:p>
            <a:r>
              <a:rPr lang="ru-RU" sz="1200" b="1" i="0" kern="1200" dirty="0">
                <a:solidFill>
                  <a:schemeClr val="tx1"/>
                </a:solidFill>
                <a:effectLst/>
                <a:latin typeface="+mn-lt"/>
                <a:ea typeface="+mn-ea"/>
                <a:cs typeface="+mn-cs"/>
              </a:rPr>
              <a:t>Аппаратная защита:</a:t>
            </a:r>
            <a:r>
              <a:rPr lang="ru-RU" sz="1200" b="0" i="0" kern="1200" dirty="0">
                <a:solidFill>
                  <a:schemeClr val="tx1"/>
                </a:solidFill>
                <a:effectLst/>
                <a:latin typeface="+mn-lt"/>
                <a:ea typeface="+mn-ea"/>
                <a:cs typeface="+mn-cs"/>
              </a:rPr>
              <a:t> Требуется усиление пассивной защиты сенсоров (акустические и электромагнитные экраны) и внедрение активных методов аутентификации излучаемых сигналов.</a:t>
            </a:r>
          </a:p>
          <a:p>
            <a:r>
              <a:rPr lang="ru-RU" sz="1200" b="1" i="0" kern="1200" dirty="0">
                <a:solidFill>
                  <a:schemeClr val="tx1"/>
                </a:solidFill>
                <a:effectLst/>
                <a:latin typeface="+mn-lt"/>
                <a:ea typeface="+mn-ea"/>
                <a:cs typeface="+mn-cs"/>
              </a:rPr>
              <a:t>Системный подход:</a:t>
            </a:r>
            <a:r>
              <a:rPr lang="ru-RU" sz="1200" b="0" i="0" kern="1200" dirty="0">
                <a:solidFill>
                  <a:schemeClr val="tx1"/>
                </a:solidFill>
                <a:effectLst/>
                <a:latin typeface="+mn-lt"/>
                <a:ea typeface="+mn-ea"/>
                <a:cs typeface="+mn-cs"/>
              </a:rPr>
              <a:t> Безопасность автономных транспортных средств должна рассматриваться как комплексная киберфизическая проблема, где уязвимости на стыке цифрового и физического миров представляют наибольшую угрозу.</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13</a:t>
            </a:fld>
            <a:endParaRPr lang="ru-RU"/>
          </a:p>
        </p:txBody>
      </p:sp>
    </p:spTree>
    <p:extLst>
      <p:ext uri="{BB962C8B-B14F-4D97-AF65-F5344CB8AC3E}">
        <p14:creationId xmlns:p14="http://schemas.microsoft.com/office/powerpoint/2010/main" val="3619778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Анализ синхронного и асинхронного GPS спуфинга: технические особенности, механизмы реализации и методы противодействия</a:t>
            </a:r>
          </a:p>
          <a:p>
            <a:r>
              <a:rPr lang="ru-RU" sz="1200" b="1" i="0" kern="1200" dirty="0">
                <a:solidFill>
                  <a:schemeClr val="tx1"/>
                </a:solidFill>
                <a:effectLst/>
                <a:latin typeface="+mn-lt"/>
                <a:ea typeface="+mn-ea"/>
                <a:cs typeface="+mn-cs"/>
              </a:rPr>
              <a:t>Введение в проблематику GPS спуфинга</a:t>
            </a:r>
          </a:p>
          <a:p>
            <a:r>
              <a:rPr lang="ru-RU" sz="1200" b="0" i="0" kern="1200" dirty="0">
                <a:solidFill>
                  <a:schemeClr val="tx1"/>
                </a:solidFill>
                <a:effectLst/>
                <a:latin typeface="+mn-lt"/>
                <a:ea typeface="+mn-ea"/>
                <a:cs typeface="+mn-cs"/>
              </a:rPr>
              <a:t>GPS спуфинг представляет собой класс атак на системы глобального позиционирования, при которых злоумышленник генерирует и транслирует фальшивые спутниковые сигналы с целью обмана GPS-приемника. В зависимости от степени временной синхронизации с легитимными спутниковыми сигналами различают синхронный и асинхронный спуфинг. Эти два подхода принципиально различаются по технической сложности, механизмам реализации, </a:t>
            </a:r>
            <a:r>
              <a:rPr lang="ru-RU" sz="1200" b="0" i="0" kern="1200" dirty="0" err="1">
                <a:solidFill>
                  <a:schemeClr val="tx1"/>
                </a:solidFill>
                <a:effectLst/>
                <a:latin typeface="+mn-lt"/>
                <a:ea typeface="+mn-ea"/>
                <a:cs typeface="+mn-cs"/>
              </a:rPr>
              <a:t>обнаружимости</a:t>
            </a:r>
            <a:r>
              <a:rPr lang="ru-RU" sz="1200" b="0" i="0" kern="1200" dirty="0">
                <a:solidFill>
                  <a:schemeClr val="tx1"/>
                </a:solidFill>
                <a:effectLst/>
                <a:latin typeface="+mn-lt"/>
                <a:ea typeface="+mn-ea"/>
                <a:cs typeface="+mn-cs"/>
              </a:rPr>
              <a:t> и потенциальному воздействию на системы навигации роботизированных транспортных средств.</a:t>
            </a:r>
          </a:p>
          <a:p>
            <a:r>
              <a:rPr lang="ru-RU" sz="1200" b="1" i="0" kern="1200" dirty="0">
                <a:solidFill>
                  <a:schemeClr val="tx1"/>
                </a:solidFill>
                <a:effectLst/>
                <a:latin typeface="+mn-lt"/>
                <a:ea typeface="+mn-ea"/>
                <a:cs typeface="+mn-cs"/>
              </a:rPr>
              <a:t>Синхронный GPS спуфинг: точная временная атака</a:t>
            </a:r>
          </a:p>
          <a:p>
            <a:r>
              <a:rPr lang="ru-RU" sz="1200" b="0" i="0" kern="1200" dirty="0">
                <a:solidFill>
                  <a:schemeClr val="tx1"/>
                </a:solidFill>
                <a:effectLst/>
                <a:latin typeface="+mn-lt"/>
                <a:ea typeface="+mn-ea"/>
                <a:cs typeface="+mn-cs"/>
              </a:rPr>
              <a:t>Синхронный спуфинг характеризуется полной временной синхронизацией фальшивых сигналов с легитимными спутниковыми </a:t>
            </a:r>
            <a:r>
              <a:rPr lang="ru-RU" sz="1200" b="0" i="0" kern="1200" dirty="0" err="1">
                <a:solidFill>
                  <a:schemeClr val="tx1"/>
                </a:solidFill>
                <a:effectLst/>
                <a:latin typeface="+mn-lt"/>
                <a:ea typeface="+mn-ea"/>
                <a:cs typeface="+mn-cs"/>
              </a:rPr>
              <a:t>transmissions</a:t>
            </a:r>
            <a:r>
              <a:rPr lang="ru-RU" sz="1200" b="0" i="0" kern="1200" dirty="0">
                <a:solidFill>
                  <a:schemeClr val="tx1"/>
                </a:solidFill>
                <a:effectLst/>
                <a:latin typeface="+mn-lt"/>
                <a:ea typeface="+mn-ea"/>
                <a:cs typeface="+mn-cs"/>
              </a:rPr>
              <a:t>. Техническая реализация данной атаки требует прецизионного мониторинга реальных GPS-сигналов с последующим вычислением точных временных параметров, включая псевдослучайные шумовые коды (PN-</a:t>
            </a:r>
            <a:r>
              <a:rPr lang="ru-RU" sz="1200" b="0" i="0" kern="1200" dirty="0" err="1">
                <a:solidFill>
                  <a:schemeClr val="tx1"/>
                </a:solidFill>
                <a:effectLst/>
                <a:latin typeface="+mn-lt"/>
                <a:ea typeface="+mn-ea"/>
                <a:cs typeface="+mn-cs"/>
              </a:rPr>
              <a:t>codes</a:t>
            </a:r>
            <a:r>
              <a:rPr lang="ru-RU" sz="1200" b="0" i="0" kern="1200" dirty="0">
                <a:solidFill>
                  <a:schemeClr val="tx1"/>
                </a:solidFill>
                <a:effectLst/>
                <a:latin typeface="+mn-lt"/>
                <a:ea typeface="+mn-ea"/>
                <a:cs typeface="+mn-cs"/>
              </a:rPr>
              <a:t>), битовые синхронизации и навигационные сообщения. Атакующий генерирует фальшивые сигналы, которые идеально совпадают по временным характеристикам с сигналами реальных спутников, но имеют значительно более высокую мощность передачи — </a:t>
            </a:r>
            <a:r>
              <a:rPr lang="ru-RU" sz="1200" b="0" i="0" kern="1200" dirty="0" err="1">
                <a:solidFill>
                  <a:schemeClr val="tx1"/>
                </a:solidFill>
                <a:effectLst/>
                <a:latin typeface="+mn-lt"/>
                <a:ea typeface="+mn-ea"/>
                <a:cs typeface="+mn-cs"/>
              </a:rPr>
              <a:t>typically</a:t>
            </a:r>
            <a:r>
              <a:rPr lang="ru-RU" sz="1200" b="0" i="0" kern="1200" dirty="0">
                <a:solidFill>
                  <a:schemeClr val="tx1"/>
                </a:solidFill>
                <a:effectLst/>
                <a:latin typeface="+mn-lt"/>
                <a:ea typeface="+mn-ea"/>
                <a:cs typeface="+mn-cs"/>
              </a:rPr>
              <a:t> на 3-10 децибел выше легитимных сигналов.</a:t>
            </a:r>
          </a:p>
          <a:p>
            <a:r>
              <a:rPr lang="ru-RU" sz="1200" b="0" i="0" kern="1200" dirty="0">
                <a:solidFill>
                  <a:schemeClr val="tx1"/>
                </a:solidFill>
                <a:effectLst/>
                <a:latin typeface="+mn-lt"/>
                <a:ea typeface="+mn-ea"/>
                <a:cs typeface="+mn-cs"/>
              </a:rPr>
              <a:t>Механизм захвата приемника в синхронной атаке реализуется через постепенное увеличение мощности фальшивых сигналов. Изначально приемник продолжает отслеживать легитимные спутники, но по мере роста мощности спуфинг-сигналов система автоматического регулирования усиления (AGC) приемника начинает отдавать приоритет более мощным источникам. В критический момент происходит полный захват приемника, после чего он исключительно отслеживает фальшивые сигналы. Результатом является мгновенное изменение вычисляемой позиции — </a:t>
            </a:r>
            <a:r>
              <a:rPr lang="ru-RU" sz="1200" b="0" i="0" kern="1200" dirty="0" err="1">
                <a:solidFill>
                  <a:schemeClr val="tx1"/>
                </a:solidFill>
                <a:effectLst/>
                <a:latin typeface="+mn-lt"/>
                <a:ea typeface="+mn-ea"/>
                <a:cs typeface="+mn-cs"/>
              </a:rPr>
              <a:t>typically</a:t>
            </a:r>
            <a:r>
              <a:rPr lang="ru-RU" sz="1200" b="0" i="0" kern="1200" dirty="0">
                <a:solidFill>
                  <a:schemeClr val="tx1"/>
                </a:solidFill>
                <a:effectLst/>
                <a:latin typeface="+mn-lt"/>
                <a:ea typeface="+mn-ea"/>
                <a:cs typeface="+mn-cs"/>
              </a:rPr>
              <a:t> скачок на сотни метров или даже километров.</a:t>
            </a:r>
          </a:p>
          <a:p>
            <a:r>
              <a:rPr lang="ru-RU" sz="1200" b="0" i="0" kern="1200" dirty="0">
                <a:solidFill>
                  <a:schemeClr val="tx1"/>
                </a:solidFill>
                <a:effectLst/>
                <a:latin typeface="+mn-lt"/>
                <a:ea typeface="+mn-ea"/>
                <a:cs typeface="+mn-cs"/>
              </a:rPr>
              <a:t>Обнаружение синхронного спуфинга относительно более простое благодаря резкому характеру воздействия. Системы мониторинга могут идентифицировать аномалии через анализ внезапных скачков позиции, расхождений между GPS-координатами и данными инерциальных измерительных блоков (IMU), а также через мониторинг мощности принимаемых сигналов. Однако эффективность обнаружения сильно зависит от качества реализации систем мониторинга и скорости реакции на аномалии.</a:t>
            </a:r>
          </a:p>
          <a:p>
            <a:r>
              <a:rPr lang="ru-RU" sz="1200" b="1" i="0" kern="1200" dirty="0">
                <a:solidFill>
                  <a:schemeClr val="tx1"/>
                </a:solidFill>
                <a:effectLst/>
                <a:latin typeface="+mn-lt"/>
                <a:ea typeface="+mn-ea"/>
                <a:cs typeface="+mn-cs"/>
              </a:rPr>
              <a:t>Асинхронный GPS спуфинг: стратегия постепенного воздействия</a:t>
            </a:r>
          </a:p>
          <a:p>
            <a:r>
              <a:rPr lang="ru-RU" sz="1200" b="0" i="0" kern="1200" dirty="0">
                <a:solidFill>
                  <a:schemeClr val="tx1"/>
                </a:solidFill>
                <a:effectLst/>
                <a:latin typeface="+mn-lt"/>
                <a:ea typeface="+mn-ea"/>
                <a:cs typeface="+mn-cs"/>
              </a:rPr>
              <a:t>Асинхронный спуфинг не требует точной временной синхронизации с легитимными спутниковыми сигналами. Вместо этого атакующий генерирует независимые GPS-подобные сигналы, которые могут иметь произвольные временные параметры. Мощность сигналов при асинхронной атаке </a:t>
            </a:r>
            <a:r>
              <a:rPr lang="ru-RU" sz="1200" b="0" i="0" kern="1200" dirty="0" err="1">
                <a:solidFill>
                  <a:schemeClr val="tx1"/>
                </a:solidFill>
                <a:effectLst/>
                <a:latin typeface="+mn-lt"/>
                <a:ea typeface="+mn-ea"/>
                <a:cs typeface="+mn-cs"/>
              </a:rPr>
              <a:t>typically</a:t>
            </a:r>
            <a:r>
              <a:rPr lang="ru-RU" sz="1200" b="0" i="0" kern="1200" dirty="0">
                <a:solidFill>
                  <a:schemeClr val="tx1"/>
                </a:solidFill>
                <a:effectLst/>
                <a:latin typeface="+mn-lt"/>
                <a:ea typeface="+mn-ea"/>
                <a:cs typeface="+mn-cs"/>
              </a:rPr>
              <a:t> сравнима или незначительно превышает мощность легитимных сигналов, что делает атаку менее заметной для систем обнаружения, основанных на анализе мощности.</a:t>
            </a:r>
          </a:p>
          <a:p>
            <a:r>
              <a:rPr lang="ru-RU" sz="1200" b="0" i="0" kern="1200" dirty="0">
                <a:solidFill>
                  <a:schemeClr val="tx1"/>
                </a:solidFill>
                <a:effectLst/>
                <a:latin typeface="+mn-lt"/>
                <a:ea typeface="+mn-ea"/>
                <a:cs typeface="+mn-cs"/>
              </a:rPr>
              <a:t>Ключевой особенностью асинхронного спуфинга является механизм постепенного дрейфа. Вместо мгновенного скачка позиции атакующий медленно изменяет передаваемые навигационные параметры, вызывая плавное смещение вычисляемых координат. Скорость дрейфа </a:t>
            </a:r>
            <a:r>
              <a:rPr lang="ru-RU" sz="1200" b="0" i="0" kern="1200" dirty="0" err="1">
                <a:solidFill>
                  <a:schemeClr val="tx1"/>
                </a:solidFill>
                <a:effectLst/>
                <a:latin typeface="+mn-lt"/>
                <a:ea typeface="+mn-ea"/>
                <a:cs typeface="+mn-cs"/>
              </a:rPr>
              <a:t>carefully</a:t>
            </a:r>
            <a:r>
              <a:rPr lang="ru-RU" sz="1200" b="0" i="0" kern="1200" dirty="0">
                <a:solidFill>
                  <a:schemeClr val="tx1"/>
                </a:solidFill>
                <a:effectLst/>
                <a:latin typeface="+mn-lt"/>
                <a:ea typeface="+mn-ea"/>
                <a:cs typeface="+mn-cs"/>
              </a:rPr>
              <a:t> контролируется чтобы оставаться ниже порогов обнаружения систем мониторинга — </a:t>
            </a:r>
            <a:r>
              <a:rPr lang="ru-RU" sz="1200" b="0" i="0" kern="1200" dirty="0" err="1">
                <a:solidFill>
                  <a:schemeClr val="tx1"/>
                </a:solidFill>
                <a:effectLst/>
                <a:latin typeface="+mn-lt"/>
                <a:ea typeface="+mn-ea"/>
                <a:cs typeface="+mn-cs"/>
              </a:rPr>
              <a:t>typically</a:t>
            </a:r>
            <a:r>
              <a:rPr lang="ru-RU" sz="1200" b="0" i="0" kern="1200" dirty="0">
                <a:solidFill>
                  <a:schemeClr val="tx1"/>
                </a:solidFill>
                <a:effectLst/>
                <a:latin typeface="+mn-lt"/>
                <a:ea typeface="+mn-ea"/>
                <a:cs typeface="+mn-cs"/>
              </a:rPr>
              <a:t> от 0.1 до 1.0 метра в секунду. Это позволяет незаметно изменять маршрут транспортного средства без активации аварийных протоколов.</a:t>
            </a:r>
          </a:p>
          <a:p>
            <a:r>
              <a:rPr lang="ru-RU" sz="1200" b="0" i="0" kern="1200" dirty="0">
                <a:solidFill>
                  <a:schemeClr val="tx1"/>
                </a:solidFill>
                <a:effectLst/>
                <a:latin typeface="+mn-lt"/>
                <a:ea typeface="+mn-ea"/>
                <a:cs typeface="+mn-cs"/>
              </a:rPr>
              <a:t>Обнаружение асинхронного спуфинга представляет значительную сложность. Стандартные системы мониторинга, ориентированные на обнаружение резких аномалий, часто неэффективны против медленного дрейфа. Для выявления таких атак требуются продвинутые статистические методы анализа траекторий, машинное обучение для идентификации паттернов постепенного отклонения, а также кросс-валидация с дополнительными источниками позиционирования.</a:t>
            </a:r>
          </a:p>
          <a:p>
            <a:r>
              <a:rPr lang="ru-RU" sz="1200" b="1" i="0" kern="1200" dirty="0">
                <a:solidFill>
                  <a:schemeClr val="tx1"/>
                </a:solidFill>
                <a:effectLst/>
                <a:latin typeface="+mn-lt"/>
                <a:ea typeface="+mn-ea"/>
                <a:cs typeface="+mn-cs"/>
              </a:rPr>
              <a:t>Сравнительный анализ и практическая значимость</a:t>
            </a:r>
          </a:p>
          <a:p>
            <a:r>
              <a:rPr lang="ru-RU" sz="1200" b="0" i="0" kern="1200" dirty="0">
                <a:solidFill>
                  <a:schemeClr val="tx1"/>
                </a:solidFill>
                <a:effectLst/>
                <a:latin typeface="+mn-lt"/>
                <a:ea typeface="+mn-ea"/>
                <a:cs typeface="+mn-cs"/>
              </a:rPr>
              <a:t>С точки зрения технической сложности реализации синхронный спуфинг требует </a:t>
            </a:r>
            <a:r>
              <a:rPr lang="ru-RU" sz="1200" b="0" i="0" kern="1200" dirty="0" err="1">
                <a:solidFill>
                  <a:schemeClr val="tx1"/>
                </a:solidFill>
                <a:effectLst/>
                <a:latin typeface="+mn-lt"/>
                <a:ea typeface="+mn-ea"/>
                <a:cs typeface="+mn-cs"/>
              </a:rPr>
              <a:t>sophisticated</a:t>
            </a:r>
            <a:r>
              <a:rPr lang="ru-RU" sz="1200" b="0" i="0" kern="1200" dirty="0">
                <a:solidFill>
                  <a:schemeClr val="tx1"/>
                </a:solidFill>
                <a:effectLst/>
                <a:latin typeface="+mn-lt"/>
                <a:ea typeface="+mn-ea"/>
                <a:cs typeface="+mn-cs"/>
              </a:rPr>
              <a:t> оборудования и глубоких знаний о работе GPS-систем. Стоимость оборудования для синхронного спуфинга может достигать 20,000 долларов и более. В </a:t>
            </a:r>
            <a:r>
              <a:rPr lang="ru-RU" sz="1200" b="0" i="0" kern="1200" dirty="0" err="1">
                <a:solidFill>
                  <a:schemeClr val="tx1"/>
                </a:solidFill>
                <a:effectLst/>
                <a:latin typeface="+mn-lt"/>
                <a:ea typeface="+mn-ea"/>
                <a:cs typeface="+mn-cs"/>
              </a:rPr>
              <a:t>contrast</a:t>
            </a:r>
            <a:r>
              <a:rPr lang="ru-RU" sz="1200" b="0" i="0" kern="1200" dirty="0">
                <a:solidFill>
                  <a:schemeClr val="tx1"/>
                </a:solidFill>
                <a:effectLst/>
                <a:latin typeface="+mn-lt"/>
                <a:ea typeface="+mn-ea"/>
                <a:cs typeface="+mn-cs"/>
              </a:rPr>
              <a:t>, асинхронный спуфинг может быть реализован с использованием относительно недорогих </a:t>
            </a:r>
            <a:r>
              <a:rPr lang="ru-RU" sz="1200" b="0" i="0" kern="1200" dirty="0" err="1">
                <a:solidFill>
                  <a:schemeClr val="tx1"/>
                </a:solidFill>
                <a:effectLst/>
                <a:latin typeface="+mn-lt"/>
                <a:ea typeface="+mn-ea"/>
                <a:cs typeface="+mn-cs"/>
              </a:rPr>
              <a:t>software-defined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radio</a:t>
            </a:r>
            <a:r>
              <a:rPr lang="ru-RU" sz="1200" b="0" i="0" kern="1200" dirty="0">
                <a:solidFill>
                  <a:schemeClr val="tx1"/>
                </a:solidFill>
                <a:effectLst/>
                <a:latin typeface="+mn-lt"/>
                <a:ea typeface="+mn-ea"/>
                <a:cs typeface="+mn-cs"/>
              </a:rPr>
              <a:t> (SDR) платформ стоимостью от 200 до 2,000 долларов.</a:t>
            </a:r>
          </a:p>
          <a:p>
            <a:r>
              <a:rPr lang="ru-RU" sz="1200" b="0" i="0" kern="1200" dirty="0">
                <a:solidFill>
                  <a:schemeClr val="tx1"/>
                </a:solidFill>
                <a:effectLst/>
                <a:latin typeface="+mn-lt"/>
                <a:ea typeface="+mn-ea"/>
                <a:cs typeface="+mn-cs"/>
              </a:rPr>
              <a:t>В контексте воздействия на роботизированные транспортные средства оба типа атак представляют серьезную угрозу, но с различными последствиями. Синхронный спуфинг приводит к немедленному нарушению работы системы — резкое изменение позиции вызывает активацию аварийных протоколов, что может привести к экстренной остановке или неконтролируемому маневру. Асинхронный спуфинг более коварен — система продолжает функционировать в штатном режиме, но постепенно отклоняется от заданного маршрута, что может привести к достижению заранее определенной злоумышленником цели без активации систем безопасности.</a:t>
            </a:r>
          </a:p>
          <a:p>
            <a:r>
              <a:rPr lang="ru-RU" sz="1200" b="1" i="0" kern="1200" dirty="0">
                <a:solidFill>
                  <a:schemeClr val="tx1"/>
                </a:solidFill>
                <a:effectLst/>
                <a:latin typeface="+mn-lt"/>
                <a:ea typeface="+mn-ea"/>
                <a:cs typeface="+mn-cs"/>
              </a:rPr>
              <a:t>Методы противодействия и защиты</a:t>
            </a:r>
          </a:p>
          <a:p>
            <a:r>
              <a:rPr lang="ru-RU" sz="1200" b="0" i="0" kern="1200" dirty="0">
                <a:solidFill>
                  <a:schemeClr val="tx1"/>
                </a:solidFill>
                <a:effectLst/>
                <a:latin typeface="+mn-lt"/>
                <a:ea typeface="+mn-ea"/>
                <a:cs typeface="+mn-cs"/>
              </a:rPr>
              <a:t>Для эффективного противодействия синхронному спуфингу критически важны системы мониторинга резких изменений позиции и анализа мощности сигналов. Реализация </a:t>
            </a:r>
            <a:r>
              <a:rPr lang="ru-RU" sz="1200" b="0" i="0" kern="1200" dirty="0" err="1">
                <a:solidFill>
                  <a:schemeClr val="tx1"/>
                </a:solidFill>
                <a:effectLst/>
                <a:latin typeface="+mn-lt"/>
                <a:ea typeface="+mn-ea"/>
                <a:cs typeface="+mn-cs"/>
              </a:rPr>
              <a:t>multi-constellation</a:t>
            </a:r>
            <a:r>
              <a:rPr lang="ru-RU" sz="1200" b="0" i="0" kern="1200" dirty="0">
                <a:solidFill>
                  <a:schemeClr val="tx1"/>
                </a:solidFill>
                <a:effectLst/>
                <a:latin typeface="+mn-lt"/>
                <a:ea typeface="+mn-ea"/>
                <a:cs typeface="+mn-cs"/>
              </a:rPr>
              <a:t> навигации (одновременное использование GPS, ГЛОНАСС, Galileo) значительно усложняет задачу атакующего, так как требует синхронного спуфинга всех используемых спутниковых систем.</a:t>
            </a:r>
          </a:p>
          <a:p>
            <a:r>
              <a:rPr lang="ru-RU" sz="1200" b="0" i="0" kern="1200" dirty="0">
                <a:solidFill>
                  <a:schemeClr val="tx1"/>
                </a:solidFill>
                <a:effectLst/>
                <a:latin typeface="+mn-lt"/>
                <a:ea typeface="+mn-ea"/>
                <a:cs typeface="+mn-cs"/>
              </a:rPr>
              <a:t>Против асинхронного спуфинга наиболее эффективны статистические методы анализа траекторий и машинное обучение для выявления аномальных паттернов движения. Кросс-валидация с картографическими данными и дополнительными сенсорами (камеры, лидары, инерциальные системы) позволяет обнаруживать расхождения между вычисляемой позицией и реальным окружением.</a:t>
            </a:r>
          </a:p>
          <a:p>
            <a:r>
              <a:rPr lang="ru-RU" sz="1200" b="0" i="0" kern="1200" dirty="0">
                <a:solidFill>
                  <a:schemeClr val="tx1"/>
                </a:solidFill>
                <a:effectLst/>
                <a:latin typeface="+mn-lt"/>
                <a:ea typeface="+mn-ea"/>
                <a:cs typeface="+mn-cs"/>
              </a:rPr>
              <a:t>Перспективным направлением является разработка систем, основанных на </a:t>
            </a:r>
            <a:r>
              <a:rPr lang="ru-RU" sz="1200" b="0" i="0" kern="1200" dirty="0" err="1">
                <a:solidFill>
                  <a:schemeClr val="tx1"/>
                </a:solidFill>
                <a:effectLst/>
                <a:latin typeface="+mn-lt"/>
                <a:ea typeface="+mn-ea"/>
                <a:cs typeface="+mn-cs"/>
              </a:rPr>
              <a:t>authenticated</a:t>
            </a:r>
            <a:r>
              <a:rPr lang="ru-RU" sz="1200" b="0" i="0" kern="1200" dirty="0">
                <a:solidFill>
                  <a:schemeClr val="tx1"/>
                </a:solidFill>
                <a:effectLst/>
                <a:latin typeface="+mn-lt"/>
                <a:ea typeface="+mn-ea"/>
                <a:cs typeface="+mn-cs"/>
              </a:rPr>
              <a:t> навигационных сообщениях, где каждый спутниковый сигнал содержит криптографическую подпись, верифицируемую приемником. Однако широкое внедрение таких систем требует модернизации как спутниковой инфраструктуры, так и приемного оборудования.</a:t>
            </a:r>
          </a:p>
          <a:p>
            <a:r>
              <a:rPr lang="ru-RU" sz="1200" b="1" i="0" kern="1200" dirty="0">
                <a:solidFill>
                  <a:schemeClr val="tx1"/>
                </a:solidFill>
                <a:effectLst/>
                <a:latin typeface="+mn-lt"/>
                <a:ea typeface="+mn-ea"/>
                <a:cs typeface="+mn-cs"/>
              </a:rPr>
              <a:t>Заключение</a:t>
            </a:r>
          </a:p>
          <a:p>
            <a:r>
              <a:rPr lang="ru-RU" sz="1200" b="0" i="0" kern="1200" dirty="0">
                <a:solidFill>
                  <a:schemeClr val="tx1"/>
                </a:solidFill>
                <a:effectLst/>
                <a:latin typeface="+mn-lt"/>
                <a:ea typeface="+mn-ea"/>
                <a:cs typeface="+mn-cs"/>
              </a:rPr>
              <a:t>Синхронный и асинхронный GPS спуфинг представляют собой две принципиально различные по механизмам реализации, но одинаково опасные по последствиям атаки на системы навигации. Понимание технических особенностей каждого типа атак необходимо для разработки эффективных систем защиты автономных транспортных средств. Современные подходы к безопасности должны комбинировать методы обнаружения как резких, так и постепенных аномалий, обеспечивая многоуровневую защиту против всего спектра угроз GPS спуфинга.</a:t>
            </a:r>
          </a:p>
          <a:p>
            <a:br>
              <a:rPr lang="ru-RU" dirty="0"/>
            </a:br>
            <a:r>
              <a:rPr lang="ru-RU" sz="1200" b="1" kern="1200" dirty="0">
                <a:solidFill>
                  <a:schemeClr val="tx1"/>
                </a:solidFill>
                <a:effectLst/>
                <a:latin typeface="+mn-lt"/>
                <a:ea typeface="+mn-ea"/>
                <a:cs typeface="+mn-cs"/>
              </a:rPr>
              <a:t>Влияние на киберфизические системы (КФС):</a:t>
            </a:r>
          </a:p>
          <a:p>
            <a:r>
              <a:rPr lang="ru-RU" sz="1200" b="1" kern="1200" dirty="0">
                <a:solidFill>
                  <a:schemeClr val="tx1"/>
                </a:solidFill>
                <a:effectLst/>
                <a:latin typeface="+mn-lt"/>
                <a:ea typeface="+mn-ea"/>
                <a:cs typeface="+mn-cs"/>
              </a:rPr>
              <a:t>Физический уровень:</a:t>
            </a:r>
          </a:p>
          <a:p>
            <a:r>
              <a:rPr lang="ru-RU" sz="1200" b="0" i="0" kern="1200" dirty="0">
                <a:solidFill>
                  <a:schemeClr val="tx1"/>
                </a:solidFill>
                <a:effectLst/>
                <a:latin typeface="+mn-lt"/>
                <a:ea typeface="+mn-ea"/>
                <a:cs typeface="+mn-cs"/>
              </a:rPr>
              <a:t>Выезд на встречную полосу</a:t>
            </a:r>
          </a:p>
          <a:p>
            <a:r>
              <a:rPr lang="ru-RU" sz="1200" b="0" i="0" kern="1200" dirty="0">
                <a:solidFill>
                  <a:schemeClr val="tx1"/>
                </a:solidFill>
                <a:effectLst/>
                <a:latin typeface="+mn-lt"/>
                <a:ea typeface="+mn-ea"/>
                <a:cs typeface="+mn-cs"/>
              </a:rPr>
              <a:t>Столкновение с препятствиями</a:t>
            </a:r>
          </a:p>
          <a:p>
            <a:r>
              <a:rPr lang="ru-RU" sz="1200" b="0" i="0" kern="1200" dirty="0">
                <a:solidFill>
                  <a:schemeClr val="tx1"/>
                </a:solidFill>
                <a:effectLst/>
                <a:latin typeface="+mn-lt"/>
                <a:ea typeface="+mn-ea"/>
                <a:cs typeface="+mn-cs"/>
              </a:rPr>
              <a:t>Нарушение ПДД (проезд на красный)</a:t>
            </a:r>
          </a:p>
          <a:p>
            <a:r>
              <a:rPr lang="ru-RU" sz="1200" b="0" i="0" kern="1200" dirty="0">
                <a:solidFill>
                  <a:schemeClr val="tx1"/>
                </a:solidFill>
                <a:effectLst/>
                <a:latin typeface="+mn-lt"/>
                <a:ea typeface="+mn-ea"/>
                <a:cs typeface="+mn-cs"/>
              </a:rPr>
              <a:t>Потеря управления транспортным средством</a:t>
            </a:r>
          </a:p>
          <a:p>
            <a:r>
              <a:rPr lang="ru-RU" sz="1200" b="1" kern="1200" dirty="0">
                <a:solidFill>
                  <a:schemeClr val="tx1"/>
                </a:solidFill>
                <a:effectLst/>
                <a:latin typeface="+mn-lt"/>
                <a:ea typeface="+mn-ea"/>
                <a:cs typeface="+mn-cs"/>
              </a:rPr>
              <a:t>Кибер-уровень:</a:t>
            </a:r>
          </a:p>
          <a:p>
            <a:r>
              <a:rPr lang="ru-RU" sz="1200" b="0" i="0" kern="1200" dirty="0">
                <a:solidFill>
                  <a:schemeClr val="tx1"/>
                </a:solidFill>
                <a:effectLst/>
                <a:latin typeface="+mn-lt"/>
                <a:ea typeface="+mn-ea"/>
                <a:cs typeface="+mn-cs"/>
              </a:rPr>
              <a:t>Коррупция сенсорных данных</a:t>
            </a:r>
          </a:p>
          <a:p>
            <a:r>
              <a:rPr lang="ru-RU" sz="1200" b="0" i="0" kern="1200" dirty="0">
                <a:solidFill>
                  <a:schemeClr val="tx1"/>
                </a:solidFill>
                <a:effectLst/>
                <a:latin typeface="+mn-lt"/>
                <a:ea typeface="+mn-ea"/>
                <a:cs typeface="+mn-cs"/>
              </a:rPr>
              <a:t>Нарушение работы систем восприятия</a:t>
            </a:r>
          </a:p>
          <a:p>
            <a:r>
              <a:rPr lang="ru-RU" sz="1200" b="0" i="0" kern="1200" dirty="0">
                <a:solidFill>
                  <a:schemeClr val="tx1"/>
                </a:solidFill>
                <a:effectLst/>
                <a:latin typeface="+mn-lt"/>
                <a:ea typeface="+mn-ea"/>
                <a:cs typeface="+mn-cs"/>
              </a:rPr>
              <a:t>Компрометация процесса принятия решений</a:t>
            </a:r>
          </a:p>
          <a:p>
            <a:r>
              <a:rPr lang="ru-RU" sz="1200" b="0" i="0" kern="1200" dirty="0">
                <a:solidFill>
                  <a:schemeClr val="tx1"/>
                </a:solidFill>
                <a:effectLst/>
                <a:latin typeface="+mn-lt"/>
                <a:ea typeface="+mn-ea"/>
                <a:cs typeface="+mn-cs"/>
              </a:rPr>
              <a:t>Конфликт между различными сенсорами</a:t>
            </a:r>
          </a:p>
          <a:p>
            <a:r>
              <a:rPr lang="ru-RU" sz="1200" b="1" kern="1200" dirty="0">
                <a:solidFill>
                  <a:schemeClr val="tx1"/>
                </a:solidFill>
                <a:effectLst/>
                <a:latin typeface="+mn-lt"/>
                <a:ea typeface="+mn-ea"/>
                <a:cs typeface="+mn-cs"/>
              </a:rPr>
              <a:t>Уровень управления:</a:t>
            </a:r>
          </a:p>
          <a:p>
            <a:r>
              <a:rPr lang="ru-RU" sz="1200" b="0" i="0" kern="1200" dirty="0">
                <a:solidFill>
                  <a:schemeClr val="tx1"/>
                </a:solidFill>
                <a:effectLst/>
                <a:latin typeface="+mn-lt"/>
                <a:ea typeface="+mn-ea"/>
                <a:cs typeface="+mn-cs"/>
              </a:rPr>
              <a:t>Генерация ошибочных управляющих команд</a:t>
            </a:r>
          </a:p>
          <a:p>
            <a:r>
              <a:rPr lang="ru-RU" sz="1200" b="0" i="0" kern="1200" dirty="0">
                <a:solidFill>
                  <a:schemeClr val="tx1"/>
                </a:solidFill>
                <a:effectLst/>
                <a:latin typeface="+mn-lt"/>
                <a:ea typeface="+mn-ea"/>
                <a:cs typeface="+mn-cs"/>
              </a:rPr>
              <a:t>Аварийные маневры без необходимости</a:t>
            </a:r>
          </a:p>
          <a:p>
            <a:r>
              <a:rPr lang="ru-RU" sz="1200" b="0" i="0" kern="1200" dirty="0">
                <a:solidFill>
                  <a:schemeClr val="tx1"/>
                </a:solidFill>
                <a:effectLst/>
                <a:latin typeface="+mn-lt"/>
                <a:ea typeface="+mn-ea"/>
                <a:cs typeface="+mn-cs"/>
              </a:rPr>
              <a:t>Потеря стабильности системы</a:t>
            </a:r>
          </a:p>
          <a:p>
            <a:r>
              <a:rPr lang="ru-RU" sz="1200" b="1" kern="1200" dirty="0">
                <a:solidFill>
                  <a:schemeClr val="tx1"/>
                </a:solidFill>
                <a:effectLst/>
                <a:latin typeface="+mn-lt"/>
                <a:ea typeface="+mn-ea"/>
                <a:cs typeface="+mn-cs"/>
              </a:rPr>
              <a:t>Влияние на системы искусственного интеллекта:</a:t>
            </a:r>
          </a:p>
          <a:p>
            <a:r>
              <a:rPr lang="ru-RU" sz="1200" b="1" kern="1200" dirty="0">
                <a:solidFill>
                  <a:schemeClr val="tx1"/>
                </a:solidFill>
                <a:effectLst/>
                <a:latin typeface="+mn-lt"/>
                <a:ea typeface="+mn-ea"/>
                <a:cs typeface="+mn-cs"/>
              </a:rPr>
              <a:t>Компьютерное зрение:</a:t>
            </a:r>
          </a:p>
          <a:p>
            <a:r>
              <a:rPr lang="ru-RU" sz="1200" b="1" i="0" kern="1200" dirty="0">
                <a:solidFill>
                  <a:schemeClr val="tx1"/>
                </a:solidFill>
                <a:effectLst/>
                <a:latin typeface="+mn-lt"/>
                <a:ea typeface="+mn-ea"/>
                <a:cs typeface="+mn-cs"/>
              </a:rPr>
              <a:t>Искажение ROI (</a:t>
            </a:r>
            <a:r>
              <a:rPr lang="ru-RU" sz="1200" b="1" i="0" kern="1200" dirty="0" err="1">
                <a:solidFill>
                  <a:schemeClr val="tx1"/>
                </a:solidFill>
                <a:effectLst/>
                <a:latin typeface="+mn-lt"/>
                <a:ea typeface="+mn-ea"/>
                <a:cs typeface="+mn-cs"/>
              </a:rPr>
              <a:t>Region</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of</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Interest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ИИ неправильно определяет область анализа для камеры</a:t>
            </a:r>
          </a:p>
          <a:p>
            <a:r>
              <a:rPr lang="ru-RU" sz="1200" b="1" i="0" kern="1200" dirty="0">
                <a:solidFill>
                  <a:schemeClr val="tx1"/>
                </a:solidFill>
                <a:effectLst/>
                <a:latin typeface="+mn-lt"/>
                <a:ea typeface="+mn-ea"/>
                <a:cs typeface="+mn-cs"/>
              </a:rPr>
              <a:t>Ошибки детекции объектов</a:t>
            </a:r>
            <a:r>
              <a:rPr lang="ru-RU" sz="1200" b="0" i="0" kern="1200" dirty="0">
                <a:solidFill>
                  <a:schemeClr val="tx1"/>
                </a:solidFill>
                <a:effectLst/>
                <a:latin typeface="+mn-lt"/>
                <a:ea typeface="+mn-ea"/>
                <a:cs typeface="+mn-cs"/>
              </a:rPr>
              <a:t>: Система не распознает критически важные препятствия</a:t>
            </a:r>
          </a:p>
          <a:p>
            <a:r>
              <a:rPr lang="ru-RU" sz="1200" b="1" i="0" kern="1200" dirty="0">
                <a:solidFill>
                  <a:schemeClr val="tx1"/>
                </a:solidFill>
                <a:effectLst/>
                <a:latin typeface="+mn-lt"/>
                <a:ea typeface="+mn-ea"/>
                <a:cs typeface="+mn-cs"/>
              </a:rPr>
              <a:t>Неправильная классификация</a:t>
            </a:r>
            <a:r>
              <a:rPr lang="ru-RU" sz="1200" b="0" i="0" kern="1200" dirty="0">
                <a:solidFill>
                  <a:schemeClr val="tx1"/>
                </a:solidFill>
                <a:effectLst/>
                <a:latin typeface="+mn-lt"/>
                <a:ea typeface="+mn-ea"/>
                <a:cs typeface="+mn-cs"/>
              </a:rPr>
              <a:t>: Светофоры и знаки интерпретируются некорректно</a:t>
            </a:r>
          </a:p>
          <a:p>
            <a:r>
              <a:rPr lang="ru-RU" sz="1200" b="1" kern="1200" dirty="0">
                <a:solidFill>
                  <a:schemeClr val="tx1"/>
                </a:solidFill>
                <a:effectLst/>
                <a:latin typeface="+mn-lt"/>
                <a:ea typeface="+mn-ea"/>
                <a:cs typeface="+mn-cs"/>
              </a:rPr>
              <a:t>Сенсорная фьюжн:</a:t>
            </a:r>
          </a:p>
          <a:p>
            <a:r>
              <a:rPr lang="ru-RU" sz="1200" b="1" i="0" kern="1200" dirty="0">
                <a:solidFill>
                  <a:schemeClr val="tx1"/>
                </a:solidFill>
                <a:effectLst/>
                <a:latin typeface="+mn-lt"/>
                <a:ea typeface="+mn-ea"/>
                <a:cs typeface="+mn-cs"/>
              </a:rPr>
              <a:t>Конфликт данных</a:t>
            </a:r>
            <a:r>
              <a:rPr lang="ru-RU" sz="1200" b="0" i="0" kern="1200" dirty="0">
                <a:solidFill>
                  <a:schemeClr val="tx1"/>
                </a:solidFill>
                <a:effectLst/>
                <a:latin typeface="+mn-lt"/>
                <a:ea typeface="+mn-ea"/>
                <a:cs typeface="+mn-cs"/>
              </a:rPr>
              <a:t>: Противоречия между GPS, </a:t>
            </a:r>
            <a:r>
              <a:rPr lang="ru-RU" sz="1200" b="0" i="0" kern="1200" dirty="0" err="1">
                <a:solidFill>
                  <a:schemeClr val="tx1"/>
                </a:solidFill>
                <a:effectLst/>
                <a:latin typeface="+mn-lt"/>
                <a:ea typeface="+mn-ea"/>
                <a:cs typeface="+mn-cs"/>
              </a:rPr>
              <a:t>LiDAR</a:t>
            </a:r>
            <a:r>
              <a:rPr lang="ru-RU" sz="1200" b="0" i="0" kern="1200" dirty="0">
                <a:solidFill>
                  <a:schemeClr val="tx1"/>
                </a:solidFill>
                <a:effectLst/>
                <a:latin typeface="+mn-lt"/>
                <a:ea typeface="+mn-ea"/>
                <a:cs typeface="+mn-cs"/>
              </a:rPr>
              <a:t> и камерой</a:t>
            </a:r>
          </a:p>
          <a:p>
            <a:r>
              <a:rPr lang="ru-RU" sz="1200" b="1" i="0" kern="1200" dirty="0">
                <a:solidFill>
                  <a:schemeClr val="tx1"/>
                </a:solidFill>
                <a:effectLst/>
                <a:latin typeface="+mn-lt"/>
                <a:ea typeface="+mn-ea"/>
                <a:cs typeface="+mn-cs"/>
              </a:rPr>
              <a:t>Манипуляция </a:t>
            </a:r>
            <a:r>
              <a:rPr lang="ru-RU" sz="1200" b="1" i="0" kern="1200" dirty="0" err="1">
                <a:solidFill>
                  <a:schemeClr val="tx1"/>
                </a:solidFill>
                <a:effectLst/>
                <a:latin typeface="+mn-lt"/>
                <a:ea typeface="+mn-ea"/>
                <a:cs typeface="+mn-cs"/>
              </a:rPr>
              <a:t>confidence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scores</a:t>
            </a:r>
            <a:r>
              <a:rPr lang="ru-RU" sz="1200" b="0" i="0" kern="1200" dirty="0">
                <a:solidFill>
                  <a:schemeClr val="tx1"/>
                </a:solidFill>
                <a:effectLst/>
                <a:latin typeface="+mn-lt"/>
                <a:ea typeface="+mn-ea"/>
                <a:cs typeface="+mn-cs"/>
              </a:rPr>
              <a:t>: ИИ теряет уверенность в корректных данных</a:t>
            </a:r>
          </a:p>
          <a:p>
            <a:r>
              <a:rPr lang="ru-RU" sz="1200" b="1" i="0" kern="1200" dirty="0">
                <a:solidFill>
                  <a:schemeClr val="tx1"/>
                </a:solidFill>
                <a:effectLst/>
                <a:latin typeface="+mn-lt"/>
                <a:ea typeface="+mn-ea"/>
                <a:cs typeface="+mn-cs"/>
              </a:rPr>
              <a:t>Неправильный вес сенсоров</a:t>
            </a:r>
            <a:r>
              <a:rPr lang="ru-RU" sz="1200" b="0" i="0" kern="1200" dirty="0">
                <a:solidFill>
                  <a:schemeClr val="tx1"/>
                </a:solidFill>
                <a:effectLst/>
                <a:latin typeface="+mn-lt"/>
                <a:ea typeface="+mn-ea"/>
                <a:cs typeface="+mn-cs"/>
              </a:rPr>
              <a:t>: Система перестает доверять надежным источникам</a:t>
            </a:r>
          </a:p>
          <a:p>
            <a:r>
              <a:rPr lang="ru-RU" sz="1200" b="1" kern="1200" dirty="0">
                <a:solidFill>
                  <a:schemeClr val="tx1"/>
                </a:solidFill>
                <a:effectLst/>
                <a:latin typeface="+mn-lt"/>
                <a:ea typeface="+mn-ea"/>
                <a:cs typeface="+mn-cs"/>
              </a:rPr>
              <a:t>Планирование пути:</a:t>
            </a:r>
          </a:p>
          <a:p>
            <a:r>
              <a:rPr lang="ru-RU" sz="1200" b="1" i="0" kern="1200" dirty="0">
                <a:solidFill>
                  <a:schemeClr val="tx1"/>
                </a:solidFill>
                <a:effectLst/>
                <a:latin typeface="+mn-lt"/>
                <a:ea typeface="+mn-ea"/>
                <a:cs typeface="+mn-cs"/>
              </a:rPr>
              <a:t>Генерация опасных маршрутов</a:t>
            </a:r>
            <a:r>
              <a:rPr lang="ru-RU" sz="1200" b="0" i="0" kern="1200" dirty="0">
                <a:solidFill>
                  <a:schemeClr val="tx1"/>
                </a:solidFill>
                <a:effectLst/>
                <a:latin typeface="+mn-lt"/>
                <a:ea typeface="+mn-ea"/>
                <a:cs typeface="+mn-cs"/>
              </a:rPr>
              <a:t>: ИИ строит траектории, ведущие к авариям</a:t>
            </a:r>
          </a:p>
          <a:p>
            <a:r>
              <a:rPr lang="ru-RU" sz="1200" b="1" i="0" kern="1200" dirty="0">
                <a:solidFill>
                  <a:schemeClr val="tx1"/>
                </a:solidFill>
                <a:effectLst/>
                <a:latin typeface="+mn-lt"/>
                <a:ea typeface="+mn-ea"/>
                <a:cs typeface="+mn-cs"/>
              </a:rPr>
              <a:t>Нарушение логики навигации</a:t>
            </a:r>
            <a:r>
              <a:rPr lang="ru-RU" sz="1200" b="0" i="0" kern="1200" dirty="0">
                <a:solidFill>
                  <a:schemeClr val="tx1"/>
                </a:solidFill>
                <a:effectLst/>
                <a:latin typeface="+mn-lt"/>
                <a:ea typeface="+mn-ea"/>
                <a:cs typeface="+mn-cs"/>
              </a:rPr>
              <a:t>: Система выбирает неоптимальные или запрещенные пути</a:t>
            </a:r>
          </a:p>
          <a:p>
            <a:r>
              <a:rPr lang="ru-RU" sz="1200" b="1" i="0" kern="1200" dirty="0">
                <a:solidFill>
                  <a:schemeClr val="tx1"/>
                </a:solidFill>
                <a:effectLst/>
                <a:latin typeface="+mn-lt"/>
                <a:ea typeface="+mn-ea"/>
                <a:cs typeface="+mn-cs"/>
              </a:rPr>
              <a:t>Ошибки предсказания</a:t>
            </a:r>
            <a:r>
              <a:rPr lang="ru-RU" sz="1200" b="0" i="0" kern="1200" dirty="0">
                <a:solidFill>
                  <a:schemeClr val="tx1"/>
                </a:solidFill>
                <a:effectLst/>
                <a:latin typeface="+mn-lt"/>
                <a:ea typeface="+mn-ea"/>
                <a:cs typeface="+mn-cs"/>
              </a:rPr>
              <a:t>: Неправильная оценка будущего положения транспортного средства</a:t>
            </a:r>
          </a:p>
          <a:p>
            <a:r>
              <a:rPr lang="ru-RU" sz="1200" b="1" kern="1200" dirty="0">
                <a:solidFill>
                  <a:schemeClr val="tx1"/>
                </a:solidFill>
                <a:effectLst/>
                <a:latin typeface="+mn-lt"/>
                <a:ea typeface="+mn-ea"/>
                <a:cs typeface="+mn-cs"/>
              </a:rPr>
              <a:t>Локализация:</a:t>
            </a:r>
          </a:p>
          <a:p>
            <a:r>
              <a:rPr lang="ru-RU" sz="1200" b="1" i="0" kern="1200" dirty="0">
                <a:solidFill>
                  <a:schemeClr val="tx1"/>
                </a:solidFill>
                <a:effectLst/>
                <a:latin typeface="+mn-lt"/>
                <a:ea typeface="+mn-ea"/>
                <a:cs typeface="+mn-cs"/>
              </a:rPr>
              <a:t>Накопление ошибки</a:t>
            </a:r>
            <a:r>
              <a:rPr lang="ru-RU" sz="1200" b="0" i="0" kern="1200" dirty="0">
                <a:solidFill>
                  <a:schemeClr val="tx1"/>
                </a:solidFill>
                <a:effectLst/>
                <a:latin typeface="+mn-lt"/>
                <a:ea typeface="+mn-ea"/>
                <a:cs typeface="+mn-cs"/>
              </a:rPr>
              <a:t>: Постепенный дрейф позиции нарушает работу SLAM-систем</a:t>
            </a:r>
          </a:p>
          <a:p>
            <a:r>
              <a:rPr lang="ru-RU" sz="1200" b="1" i="0" kern="1200" dirty="0">
                <a:solidFill>
                  <a:schemeClr val="tx1"/>
                </a:solidFill>
                <a:effectLst/>
                <a:latin typeface="+mn-lt"/>
                <a:ea typeface="+mn-ea"/>
                <a:cs typeface="+mn-cs"/>
              </a:rPr>
              <a:t>Сбой картографирования</a:t>
            </a:r>
            <a:r>
              <a:rPr lang="ru-RU" sz="1200" b="0" i="0" kern="1200" dirty="0">
                <a:solidFill>
                  <a:schemeClr val="tx1"/>
                </a:solidFill>
                <a:effectLst/>
                <a:latin typeface="+mn-lt"/>
                <a:ea typeface="+mn-ea"/>
                <a:cs typeface="+mn-cs"/>
              </a:rPr>
              <a:t>: Несоответствие между картой и реальным положением</a:t>
            </a:r>
          </a:p>
          <a:p>
            <a:r>
              <a:rPr lang="ru-RU" sz="1200" b="1" i="0" kern="1200" dirty="0">
                <a:solidFill>
                  <a:schemeClr val="tx1"/>
                </a:solidFill>
                <a:effectLst/>
                <a:latin typeface="+mn-lt"/>
                <a:ea typeface="+mn-ea"/>
                <a:cs typeface="+mn-cs"/>
              </a:rPr>
              <a:t>Потеря ориентации</a:t>
            </a:r>
            <a:r>
              <a:rPr lang="ru-RU" sz="1200" b="0" i="0" kern="1200" dirty="0">
                <a:solidFill>
                  <a:schemeClr val="tx1"/>
                </a:solidFill>
                <a:effectLst/>
                <a:latin typeface="+mn-lt"/>
                <a:ea typeface="+mn-ea"/>
                <a:cs typeface="+mn-cs"/>
              </a:rPr>
              <a:t>: Система не может определить свое точное местоположение</a:t>
            </a:r>
          </a:p>
          <a:p>
            <a:r>
              <a:rPr lang="ru-RU" sz="1200" b="1" kern="1200" dirty="0">
                <a:solidFill>
                  <a:schemeClr val="tx1"/>
                </a:solidFill>
                <a:effectLst/>
                <a:latin typeface="+mn-lt"/>
                <a:ea typeface="+mn-ea"/>
                <a:cs typeface="+mn-cs"/>
              </a:rPr>
              <a:t>Критические аспекты для защиты:</a:t>
            </a:r>
          </a:p>
          <a:p>
            <a:r>
              <a:rPr lang="ru-RU" sz="1200" b="1" i="0" kern="1200" dirty="0">
                <a:solidFill>
                  <a:schemeClr val="tx1"/>
                </a:solidFill>
                <a:effectLst/>
                <a:latin typeface="+mn-lt"/>
                <a:ea typeface="+mn-ea"/>
                <a:cs typeface="+mn-cs"/>
              </a:rPr>
              <a:t>Кросс-валидация данных</a:t>
            </a:r>
            <a:r>
              <a:rPr lang="ru-RU" sz="1200" b="0" i="0" kern="1200" dirty="0">
                <a:solidFill>
                  <a:schemeClr val="tx1"/>
                </a:solidFill>
                <a:effectLst/>
                <a:latin typeface="+mn-lt"/>
                <a:ea typeface="+mn-ea"/>
                <a:cs typeface="+mn-cs"/>
              </a:rPr>
              <a:t> между различными сенсорами</a:t>
            </a:r>
          </a:p>
          <a:p>
            <a:r>
              <a:rPr lang="ru-RU" sz="1200" b="1" i="0" kern="1200" dirty="0">
                <a:solidFill>
                  <a:schemeClr val="tx1"/>
                </a:solidFill>
                <a:effectLst/>
                <a:latin typeface="+mn-lt"/>
                <a:ea typeface="+mn-ea"/>
                <a:cs typeface="+mn-cs"/>
              </a:rPr>
              <a:t>Аномалий-</a:t>
            </a:r>
            <a:r>
              <a:rPr lang="ru-RU" sz="1200" b="1" i="0" kern="1200" dirty="0" err="1">
                <a:solidFill>
                  <a:schemeClr val="tx1"/>
                </a:solidFill>
                <a:effectLst/>
                <a:latin typeface="+mn-lt"/>
                <a:ea typeface="+mn-ea"/>
                <a:cs typeface="+mn-cs"/>
              </a:rPr>
              <a:t>детекшн</a:t>
            </a:r>
            <a:r>
              <a:rPr lang="ru-RU" sz="1200" b="0" i="0" kern="1200" dirty="0">
                <a:solidFill>
                  <a:schemeClr val="tx1"/>
                </a:solidFill>
                <a:effectLst/>
                <a:latin typeface="+mn-lt"/>
                <a:ea typeface="+mn-ea"/>
                <a:cs typeface="+mn-cs"/>
              </a:rPr>
              <a:t> для выявления несоответствий в показаниях GPS</a:t>
            </a:r>
          </a:p>
          <a:p>
            <a:r>
              <a:rPr lang="ru-RU" sz="1200" b="1" i="0" kern="1200" dirty="0" err="1">
                <a:solidFill>
                  <a:schemeClr val="tx1"/>
                </a:solidFill>
                <a:effectLst/>
                <a:latin typeface="+mn-lt"/>
                <a:ea typeface="+mn-ea"/>
                <a:cs typeface="+mn-cs"/>
              </a:rPr>
              <a:t>Адверсариал</a:t>
            </a:r>
            <a:r>
              <a:rPr lang="ru-RU" sz="1200" b="1" i="0" kern="1200" dirty="0">
                <a:solidFill>
                  <a:schemeClr val="tx1"/>
                </a:solidFill>
                <a:effectLst/>
                <a:latin typeface="+mn-lt"/>
                <a:ea typeface="+mn-ea"/>
                <a:cs typeface="+mn-cs"/>
              </a:rPr>
              <a:t> тренинг</a:t>
            </a:r>
            <a:r>
              <a:rPr lang="ru-RU" sz="1200" b="0" i="0" kern="1200" dirty="0">
                <a:solidFill>
                  <a:schemeClr val="tx1"/>
                </a:solidFill>
                <a:effectLst/>
                <a:latin typeface="+mn-lt"/>
                <a:ea typeface="+mn-ea"/>
                <a:cs typeface="+mn-cs"/>
              </a:rPr>
              <a:t> ИИ-моделей для устойчивости к спуфингу</a:t>
            </a:r>
          </a:p>
          <a:p>
            <a:r>
              <a:rPr lang="ru-RU" sz="1200" b="1" i="0" kern="1200" dirty="0">
                <a:solidFill>
                  <a:schemeClr val="tx1"/>
                </a:solidFill>
                <a:effectLst/>
                <a:latin typeface="+mn-lt"/>
                <a:ea typeface="+mn-ea"/>
                <a:cs typeface="+mn-cs"/>
              </a:rPr>
              <a:t>Мульти-</a:t>
            </a:r>
            <a:r>
              <a:rPr lang="ru-RU" sz="1200" b="1" i="0" kern="1200" dirty="0" err="1">
                <a:solidFill>
                  <a:schemeClr val="tx1"/>
                </a:solidFill>
                <a:effectLst/>
                <a:latin typeface="+mn-lt"/>
                <a:ea typeface="+mn-ea"/>
                <a:cs typeface="+mn-cs"/>
              </a:rPr>
              <a:t>позиционинг</a:t>
            </a:r>
            <a:r>
              <a:rPr lang="ru-RU" sz="1200" b="1" i="0" kern="1200" dirty="0">
                <a:solidFill>
                  <a:schemeClr val="tx1"/>
                </a:solidFill>
                <a:effectLst/>
                <a:latin typeface="+mn-lt"/>
                <a:ea typeface="+mn-ea"/>
                <a:cs typeface="+mn-cs"/>
              </a:rPr>
              <a:t> системы</a:t>
            </a:r>
            <a:r>
              <a:rPr lang="ru-RU" sz="1200" b="0" i="0" kern="1200" dirty="0">
                <a:solidFill>
                  <a:schemeClr val="tx1"/>
                </a:solidFill>
                <a:effectLst/>
                <a:latin typeface="+mn-lt"/>
                <a:ea typeface="+mn-ea"/>
                <a:cs typeface="+mn-cs"/>
              </a:rPr>
              <a:t> (GPS + ГЛОНАСС + Galileo + инерциальные системы)</a:t>
            </a:r>
          </a:p>
          <a:p>
            <a:r>
              <a:rPr lang="ru-RU" sz="1200" b="1" i="0" kern="1200" dirty="0">
                <a:solidFill>
                  <a:schemeClr val="tx1"/>
                </a:solidFill>
                <a:effectLst/>
                <a:latin typeface="+mn-lt"/>
                <a:ea typeface="+mn-ea"/>
                <a:cs typeface="+mn-cs"/>
              </a:rPr>
              <a:t>Физические ограничения</a:t>
            </a:r>
            <a:r>
              <a:rPr lang="ru-RU" sz="1200" b="0" i="0" kern="1200" dirty="0">
                <a:solidFill>
                  <a:schemeClr val="tx1"/>
                </a:solidFill>
                <a:effectLst/>
                <a:latin typeface="+mn-lt"/>
                <a:ea typeface="+mn-ea"/>
                <a:cs typeface="+mn-cs"/>
              </a:rPr>
              <a:t> в алгоритмах планирования траекторий</a:t>
            </a:r>
          </a:p>
          <a:p>
            <a:r>
              <a:rPr lang="ru-RU" sz="1200" b="0" i="0" kern="1200" dirty="0">
                <a:solidFill>
                  <a:schemeClr val="tx1"/>
                </a:solidFill>
                <a:effectLst/>
                <a:latin typeface="+mn-lt"/>
                <a:ea typeface="+mn-ea"/>
                <a:cs typeface="+mn-cs"/>
              </a:rPr>
              <a:t>Данные атаки демонстрируют фундаментальную уязвимость современных автономных систем, где компрометация одного сенсора (GPS) может привести к каскадному отказу всей системы восприятия и принятия решений.</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14</a:t>
            </a:fld>
            <a:endParaRPr lang="ru-RU"/>
          </a:p>
        </p:txBody>
      </p:sp>
    </p:spTree>
    <p:extLst>
      <p:ext uri="{BB962C8B-B14F-4D97-AF65-F5344CB8AC3E}">
        <p14:creationId xmlns:p14="http://schemas.microsoft.com/office/powerpoint/2010/main" val="762350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чет областей интереса</a:t>
            </a:r>
          </a:p>
          <a:p>
            <a:r>
              <a:rPr lang="ru-RU" sz="1200" b="0" i="0" kern="1200" dirty="0">
                <a:solidFill>
                  <a:schemeClr val="tx1"/>
                </a:solidFill>
                <a:effectLst/>
                <a:latin typeface="+mn-lt"/>
                <a:ea typeface="+mn-ea"/>
                <a:cs typeface="+mn-cs"/>
              </a:rPr>
              <a:t>Система локализации транспортного средства, получив некорректные координаты, пересчитывает ожидаемое положение значимых объектов в поле зрения камеры. В контексте обнаружения светофоров это приводит к смещению ROI-окон - областей изображения, в которых система ожидает обнаружить соответствующие дорожные сигналы.</a:t>
            </a:r>
          </a:p>
          <a:p>
            <a:r>
              <a:rPr lang="ru-RU" sz="1200" b="1" i="0" kern="1200" dirty="0">
                <a:solidFill>
                  <a:schemeClr val="tx1"/>
                </a:solidFill>
                <a:effectLst/>
                <a:latin typeface="+mn-lt"/>
                <a:ea typeface="+mn-ea"/>
                <a:cs typeface="+mn-cs"/>
              </a:rPr>
              <a:t>Фаза 3: Ошибочная классификация</a:t>
            </a:r>
          </a:p>
          <a:p>
            <a:r>
              <a:rPr lang="ru-RU" sz="1200" b="0" i="0" kern="1200" dirty="0">
                <a:solidFill>
                  <a:schemeClr val="tx1"/>
                </a:solidFill>
                <a:effectLst/>
                <a:latin typeface="+mn-lt"/>
                <a:ea typeface="+mn-ea"/>
                <a:cs typeface="+mn-cs"/>
              </a:rPr>
              <a:t>Алгоритмы компьютерного зрения, ограниченные областью интереса, анализируют неправильную часть изображения. В типичном сценарии атаки система может:</a:t>
            </a:r>
          </a:p>
          <a:p>
            <a:r>
              <a:rPr lang="ru-RU" sz="1200" b="0" i="0" kern="1200" dirty="0">
                <a:solidFill>
                  <a:schemeClr val="tx1"/>
                </a:solidFill>
                <a:effectLst/>
                <a:latin typeface="+mn-lt"/>
                <a:ea typeface="+mn-ea"/>
                <a:cs typeface="+mn-cs"/>
              </a:rPr>
              <a:t>Принять светофор соседней полосы за собственный</a:t>
            </a:r>
          </a:p>
          <a:p>
            <a:r>
              <a:rPr lang="ru-RU" sz="1200" b="0" i="0" kern="1200" dirty="0">
                <a:solidFill>
                  <a:schemeClr val="tx1"/>
                </a:solidFill>
                <a:effectLst/>
                <a:latin typeface="+mn-lt"/>
                <a:ea typeface="+mn-ea"/>
                <a:cs typeface="+mn-cs"/>
              </a:rPr>
              <a:t>Проанализировать отражение или рекламный щит вместо реального светофора</a:t>
            </a:r>
          </a:p>
          <a:p>
            <a:r>
              <a:rPr lang="ru-RU" sz="1200" b="0" i="0" kern="1200" dirty="0">
                <a:solidFill>
                  <a:schemeClr val="tx1"/>
                </a:solidFill>
                <a:effectLst/>
                <a:latin typeface="+mn-lt"/>
                <a:ea typeface="+mn-ea"/>
                <a:cs typeface="+mn-cs"/>
              </a:rPr>
              <a:t>Полностью пропустить актуальный сигнал из-за смещения ROI</a:t>
            </a:r>
          </a:p>
          <a:p>
            <a:r>
              <a:rPr lang="ru-RU" sz="1200" b="1" i="0" kern="1200" dirty="0">
                <a:solidFill>
                  <a:schemeClr val="tx1"/>
                </a:solidFill>
                <a:effectLst/>
                <a:latin typeface="+mn-lt"/>
                <a:ea typeface="+mn-ea"/>
                <a:cs typeface="+mn-cs"/>
              </a:rPr>
              <a:t>Практическая реализация атаки</a:t>
            </a:r>
          </a:p>
          <a:p>
            <a:r>
              <a:rPr lang="ru-RU" sz="1200" b="1" i="0" kern="1200" dirty="0">
                <a:solidFill>
                  <a:schemeClr val="tx1"/>
                </a:solidFill>
                <a:effectLst/>
                <a:latin typeface="+mn-lt"/>
                <a:ea typeface="+mn-ea"/>
                <a:cs typeface="+mn-cs"/>
              </a:rPr>
              <a:t>Сценарий городского перекрестка</a:t>
            </a:r>
          </a:p>
          <a:p>
            <a:r>
              <a:rPr lang="ru-RU" sz="1200" b="0" i="0" kern="1200" dirty="0">
                <a:solidFill>
                  <a:schemeClr val="tx1"/>
                </a:solidFill>
                <a:effectLst/>
                <a:latin typeface="+mn-lt"/>
                <a:ea typeface="+mn-ea"/>
                <a:cs typeface="+mn-cs"/>
              </a:rPr>
              <a:t>На сложном городском перекрестке с множеством светофоров система автоматически определяет, какой именно сигнал относится к текущей полосе движения. Эта привязка осуществляется на основе точных GPS-координат. При успешной атаке AtkPath7:</a:t>
            </a:r>
          </a:p>
          <a:p>
            <a:r>
              <a:rPr lang="ru-RU" sz="1200" b="1" i="0" kern="1200" dirty="0">
                <a:solidFill>
                  <a:schemeClr val="tx1"/>
                </a:solidFill>
                <a:effectLst/>
                <a:latin typeface="+mn-lt"/>
                <a:ea typeface="+mn-ea"/>
                <a:cs typeface="+mn-cs"/>
              </a:rPr>
              <a:t>Исходное состояние</a:t>
            </a:r>
            <a:r>
              <a:rPr lang="ru-RU" sz="1200" b="0" i="0" kern="1200" dirty="0">
                <a:solidFill>
                  <a:schemeClr val="tx1"/>
                </a:solidFill>
                <a:effectLst/>
                <a:latin typeface="+mn-lt"/>
                <a:ea typeface="+mn-ea"/>
                <a:cs typeface="+mn-cs"/>
              </a:rPr>
              <a:t>: Транспортное средство приближается к перекрестку, система корректно идентифицирует "свой" светофор</a:t>
            </a:r>
          </a:p>
          <a:p>
            <a:r>
              <a:rPr lang="ru-RU" sz="1200" b="1" i="0" kern="1200" dirty="0">
                <a:solidFill>
                  <a:schemeClr val="tx1"/>
                </a:solidFill>
                <a:effectLst/>
                <a:latin typeface="+mn-lt"/>
                <a:ea typeface="+mn-ea"/>
                <a:cs typeface="+mn-cs"/>
              </a:rPr>
              <a:t>Момент атаки</a:t>
            </a:r>
            <a:r>
              <a:rPr lang="ru-RU" sz="1200" b="0" i="0" kern="1200" dirty="0">
                <a:solidFill>
                  <a:schemeClr val="tx1"/>
                </a:solidFill>
                <a:effectLst/>
                <a:latin typeface="+mn-lt"/>
                <a:ea typeface="+mn-ea"/>
                <a:cs typeface="+mn-cs"/>
              </a:rPr>
              <a:t>: GPS-</a:t>
            </a:r>
            <a:r>
              <a:rPr lang="ru-RU" sz="1200" b="0" i="0" kern="1200" dirty="0" err="1">
                <a:solidFill>
                  <a:schemeClr val="tx1"/>
                </a:solidFill>
                <a:effectLst/>
                <a:latin typeface="+mn-lt"/>
                <a:ea typeface="+mn-ea"/>
                <a:cs typeface="+mn-cs"/>
              </a:rPr>
              <a:t>спуфер</a:t>
            </a:r>
            <a:r>
              <a:rPr lang="ru-RU" sz="1200" b="0" i="0" kern="1200" dirty="0">
                <a:solidFill>
                  <a:schemeClr val="tx1"/>
                </a:solidFill>
                <a:effectLst/>
                <a:latin typeface="+mn-lt"/>
                <a:ea typeface="+mn-ea"/>
                <a:cs typeface="+mn-cs"/>
              </a:rPr>
              <a:t> передает координаты, смещенные на 5-10 метров</a:t>
            </a:r>
          </a:p>
          <a:p>
            <a:r>
              <a:rPr lang="ru-RU" sz="1200" b="1" i="0" kern="1200" dirty="0">
                <a:solidFill>
                  <a:schemeClr val="tx1"/>
                </a:solidFill>
                <a:effectLst/>
                <a:latin typeface="+mn-lt"/>
                <a:ea typeface="+mn-ea"/>
                <a:cs typeface="+mn-cs"/>
              </a:rPr>
              <a:t>Эффект</a:t>
            </a:r>
            <a:r>
              <a:rPr lang="ru-RU" sz="1200" b="0" i="0" kern="1200" dirty="0">
                <a:solidFill>
                  <a:schemeClr val="tx1"/>
                </a:solidFill>
                <a:effectLst/>
                <a:latin typeface="+mn-lt"/>
                <a:ea typeface="+mn-ea"/>
                <a:cs typeface="+mn-cs"/>
              </a:rPr>
              <a:t>: ROI смещается на соседний светофор, который показывает зеленый сигнал</a:t>
            </a:r>
          </a:p>
          <a:p>
            <a:r>
              <a:rPr lang="ru-RU" sz="1200" b="1" i="0" kern="1200" dirty="0">
                <a:solidFill>
                  <a:schemeClr val="tx1"/>
                </a:solidFill>
                <a:effectLst/>
                <a:latin typeface="+mn-lt"/>
                <a:ea typeface="+mn-ea"/>
                <a:cs typeface="+mn-cs"/>
              </a:rPr>
              <a:t>Результат</a:t>
            </a:r>
            <a:r>
              <a:rPr lang="ru-RU" sz="1200" b="0" i="0" kern="1200" dirty="0">
                <a:solidFill>
                  <a:schemeClr val="tx1"/>
                </a:solidFill>
                <a:effectLst/>
                <a:latin typeface="+mn-lt"/>
                <a:ea typeface="+mn-ea"/>
                <a:cs typeface="+mn-cs"/>
              </a:rPr>
              <a:t>: Система принимает решение продолжить движение, несмотря на красный сигнал собственного светофора</a:t>
            </a:r>
          </a:p>
          <a:p>
            <a:r>
              <a:rPr lang="ru-RU" sz="1200" b="1" i="0" kern="1200" dirty="0">
                <a:solidFill>
                  <a:schemeClr val="tx1"/>
                </a:solidFill>
                <a:effectLst/>
                <a:latin typeface="+mn-lt"/>
                <a:ea typeface="+mn-ea"/>
                <a:cs typeface="+mn-cs"/>
              </a:rPr>
              <a:t>Технические параметры атаки</a:t>
            </a:r>
          </a:p>
          <a:p>
            <a:r>
              <a:rPr lang="ru-RU" sz="1200" b="1" i="0" kern="1200" dirty="0">
                <a:solidFill>
                  <a:schemeClr val="tx1"/>
                </a:solidFill>
                <a:effectLst/>
                <a:latin typeface="+mn-lt"/>
                <a:ea typeface="+mn-ea"/>
                <a:cs typeface="+mn-cs"/>
              </a:rPr>
              <a:t>Требуемое смещение позиции</a:t>
            </a:r>
            <a:r>
              <a:rPr lang="ru-RU" sz="1200" b="0" i="0" kern="1200" dirty="0">
                <a:solidFill>
                  <a:schemeClr val="tx1"/>
                </a:solidFill>
                <a:effectLst/>
                <a:latin typeface="+mn-lt"/>
                <a:ea typeface="+mn-ea"/>
                <a:cs typeface="+mn-cs"/>
              </a:rPr>
              <a:t>: 3-15 метров (зависит от геометрии перекрестка)</a:t>
            </a:r>
          </a:p>
          <a:p>
            <a:r>
              <a:rPr lang="ru-RU" sz="1200" b="1" i="0" kern="1200" dirty="0">
                <a:solidFill>
                  <a:schemeClr val="tx1"/>
                </a:solidFill>
                <a:effectLst/>
                <a:latin typeface="+mn-lt"/>
                <a:ea typeface="+mn-ea"/>
                <a:cs typeface="+mn-cs"/>
              </a:rPr>
              <a:t>Время воздействия</a:t>
            </a:r>
            <a:r>
              <a:rPr lang="ru-RU" sz="1200" b="0" i="0" kern="1200" dirty="0">
                <a:solidFill>
                  <a:schemeClr val="tx1"/>
                </a:solidFill>
                <a:effectLst/>
                <a:latin typeface="+mn-lt"/>
                <a:ea typeface="+mn-ea"/>
                <a:cs typeface="+mn-cs"/>
              </a:rPr>
              <a:t>: 10-30 секунд до подъезда к перекрестку</a:t>
            </a:r>
          </a:p>
          <a:p>
            <a:r>
              <a:rPr lang="ru-RU" sz="1200" b="1" i="0" kern="1200" dirty="0">
                <a:solidFill>
                  <a:schemeClr val="tx1"/>
                </a:solidFill>
                <a:effectLst/>
                <a:latin typeface="+mn-lt"/>
                <a:ea typeface="+mn-ea"/>
                <a:cs typeface="+mn-cs"/>
              </a:rPr>
              <a:t>Точность спуфинга</a:t>
            </a:r>
            <a:r>
              <a:rPr lang="ru-RU" sz="1200" b="0" i="0" kern="1200" dirty="0">
                <a:solidFill>
                  <a:schemeClr val="tx1"/>
                </a:solidFill>
                <a:effectLst/>
                <a:latin typeface="+mn-lt"/>
                <a:ea typeface="+mn-ea"/>
                <a:cs typeface="+mn-cs"/>
              </a:rPr>
              <a:t>: ±2 метра</a:t>
            </a:r>
          </a:p>
          <a:p>
            <a:r>
              <a:rPr lang="ru-RU" sz="1200" b="1" i="0" kern="1200" dirty="0">
                <a:solidFill>
                  <a:schemeClr val="tx1"/>
                </a:solidFill>
                <a:effectLst/>
                <a:latin typeface="+mn-lt"/>
                <a:ea typeface="+mn-ea"/>
                <a:cs typeface="+mn-cs"/>
              </a:rPr>
              <a:t>Критический период</a:t>
            </a:r>
            <a:r>
              <a:rPr lang="ru-RU" sz="1200" b="0" i="0" kern="1200" dirty="0">
                <a:solidFill>
                  <a:schemeClr val="tx1"/>
                </a:solidFill>
                <a:effectLst/>
                <a:latin typeface="+mn-lt"/>
                <a:ea typeface="+mn-ea"/>
                <a:cs typeface="+mn-cs"/>
              </a:rPr>
              <a:t>: момент определения ROI системой компьютерного зрения</a:t>
            </a:r>
          </a:p>
          <a:p>
            <a:r>
              <a:rPr lang="ru-RU" sz="1200" b="1" i="0" kern="1200" dirty="0">
                <a:solidFill>
                  <a:schemeClr val="tx1"/>
                </a:solidFill>
                <a:effectLst/>
                <a:latin typeface="+mn-lt"/>
                <a:ea typeface="+mn-ea"/>
                <a:cs typeface="+mn-cs"/>
              </a:rPr>
              <a:t>Влияние на архитектуру систем ИИ</a:t>
            </a:r>
          </a:p>
          <a:p>
            <a:r>
              <a:rPr lang="ru-RU" sz="1200" b="1" i="0" kern="1200" dirty="0">
                <a:solidFill>
                  <a:schemeClr val="tx1"/>
                </a:solidFill>
                <a:effectLst/>
                <a:latin typeface="+mn-lt"/>
                <a:ea typeface="+mn-ea"/>
                <a:cs typeface="+mn-cs"/>
              </a:rPr>
              <a:t>На уровне компьютерного зрения</a:t>
            </a:r>
          </a:p>
          <a:p>
            <a:r>
              <a:rPr lang="ru-RU" sz="1200" b="0" i="0" kern="1200" dirty="0">
                <a:solidFill>
                  <a:schemeClr val="tx1"/>
                </a:solidFill>
                <a:effectLst/>
                <a:latin typeface="+mn-lt"/>
                <a:ea typeface="+mn-ea"/>
                <a:cs typeface="+mn-cs"/>
              </a:rPr>
              <a:t>Атака демонстрирует уязвимость каскадных архитектур, где выход одной системы (локализации) непосредственно влияет на входные параметры другой (компьютерного зрения). Отсутствие обратной связи между модулем обнаружения объектов и системой позиционирования создает фундаментальную уязвимость.</a:t>
            </a:r>
          </a:p>
          <a:p>
            <a:r>
              <a:rPr lang="ru-RU" sz="1200" b="1" i="0" kern="1200" dirty="0">
                <a:solidFill>
                  <a:schemeClr val="tx1"/>
                </a:solidFill>
                <a:effectLst/>
                <a:latin typeface="+mn-lt"/>
                <a:ea typeface="+mn-ea"/>
                <a:cs typeface="+mn-cs"/>
              </a:rPr>
              <a:t>На уровне сенсорной фьюжн</a:t>
            </a:r>
          </a:p>
          <a:p>
            <a:r>
              <a:rPr lang="ru-RU" sz="1200" b="0" i="0" kern="1200" dirty="0">
                <a:solidFill>
                  <a:schemeClr val="tx1"/>
                </a:solidFill>
                <a:effectLst/>
                <a:latin typeface="+mn-lt"/>
                <a:ea typeface="+mn-ea"/>
                <a:cs typeface="+mn-cs"/>
              </a:rPr>
              <a:t>Современные системы сенсорной фьюжн часто отдают приоритет GPS-данным при разрешении конфликтов между различными модальностями. Это обусловлено предположением о глобальной точности спутникового позиционирования, которое становится уязвимым местом в контексте AtkPath7.</a:t>
            </a:r>
          </a:p>
          <a:p>
            <a:r>
              <a:rPr lang="ru-RU" sz="1200" b="1" i="0" kern="1200" dirty="0">
                <a:solidFill>
                  <a:schemeClr val="tx1"/>
                </a:solidFill>
                <a:effectLst/>
                <a:latin typeface="+mn-lt"/>
                <a:ea typeface="+mn-ea"/>
                <a:cs typeface="+mn-cs"/>
              </a:rPr>
              <a:t>Методы обнаружения и противодействия</a:t>
            </a:r>
          </a:p>
          <a:p>
            <a:r>
              <a:rPr lang="ru-RU" sz="1200" b="1" i="0" kern="1200" dirty="0">
                <a:solidFill>
                  <a:schemeClr val="tx1"/>
                </a:solidFill>
                <a:effectLst/>
                <a:latin typeface="+mn-lt"/>
                <a:ea typeface="+mn-ea"/>
                <a:cs typeface="+mn-cs"/>
              </a:rPr>
              <a:t>Детектирование аномалий ROI</a:t>
            </a:r>
          </a:p>
          <a:p>
            <a:r>
              <a:rPr lang="ru-RU" sz="1200" b="0" i="0" kern="1200" dirty="0">
                <a:solidFill>
                  <a:schemeClr val="tx1"/>
                </a:solidFill>
                <a:effectLst/>
                <a:latin typeface="+mn-lt"/>
                <a:ea typeface="+mn-ea"/>
                <a:cs typeface="+mn-cs"/>
              </a:rPr>
              <a:t>Мониторинг резких изменений в положении ROI между кадрами</a:t>
            </a:r>
          </a:p>
          <a:p>
            <a:r>
              <a:rPr lang="ru-RU" sz="1200" b="0" i="0" kern="1200" dirty="0">
                <a:solidFill>
                  <a:schemeClr val="tx1"/>
                </a:solidFill>
                <a:effectLst/>
                <a:latin typeface="+mn-lt"/>
                <a:ea typeface="+mn-ea"/>
                <a:cs typeface="+mn-cs"/>
              </a:rPr>
              <a:t>Анализ согласованности между визуальными ориентирами и GPS-координатами</a:t>
            </a:r>
          </a:p>
          <a:p>
            <a:r>
              <a:rPr lang="ru-RU" sz="1200" b="0" i="0" kern="1200" dirty="0">
                <a:solidFill>
                  <a:schemeClr val="tx1"/>
                </a:solidFill>
                <a:effectLst/>
                <a:latin typeface="+mn-lt"/>
                <a:ea typeface="+mn-ea"/>
                <a:cs typeface="+mn-cs"/>
              </a:rPr>
              <a:t>Статистический контроль плавности перемещения областей интереса</a:t>
            </a:r>
          </a:p>
          <a:p>
            <a:r>
              <a:rPr lang="ru-RU" sz="1200" b="1" i="0" kern="1200" dirty="0">
                <a:solidFill>
                  <a:schemeClr val="tx1"/>
                </a:solidFill>
                <a:effectLst/>
                <a:latin typeface="+mn-lt"/>
                <a:ea typeface="+mn-ea"/>
                <a:cs typeface="+mn-cs"/>
              </a:rPr>
              <a:t>Архитектурные улучшения</a:t>
            </a:r>
          </a:p>
          <a:p>
            <a:r>
              <a:rPr lang="ru-RU" sz="1200" b="0" i="0" kern="1200" dirty="0">
                <a:solidFill>
                  <a:schemeClr val="tx1"/>
                </a:solidFill>
                <a:effectLst/>
                <a:latin typeface="+mn-lt"/>
                <a:ea typeface="+mn-ea"/>
                <a:cs typeface="+mn-cs"/>
              </a:rPr>
              <a:t>Внедрение многоуровневой верификации светофоров с анализом всей сцены</a:t>
            </a:r>
          </a:p>
          <a:p>
            <a:r>
              <a:rPr lang="ru-RU" sz="1200" b="0" i="0" kern="1200" dirty="0">
                <a:solidFill>
                  <a:schemeClr val="tx1"/>
                </a:solidFill>
                <a:effectLst/>
                <a:latin typeface="+mn-lt"/>
                <a:ea typeface="+mn-ea"/>
                <a:cs typeface="+mn-cs"/>
              </a:rPr>
              <a:t>Использование картографических данных высокого разрешения для предсказания ожидаемых позиций сигналов</a:t>
            </a:r>
          </a:p>
          <a:p>
            <a:r>
              <a:rPr lang="ru-RU" sz="1200" b="0" i="0" kern="1200" dirty="0">
                <a:solidFill>
                  <a:schemeClr val="tx1"/>
                </a:solidFill>
                <a:effectLst/>
                <a:latin typeface="+mn-lt"/>
                <a:ea typeface="+mn-ea"/>
                <a:cs typeface="+mn-cs"/>
              </a:rPr>
              <a:t>Реализация механизмов кросс-валидации между несколькими независимыми системами обнаружения</a:t>
            </a:r>
          </a:p>
          <a:p>
            <a:r>
              <a:rPr lang="ru-RU" sz="1200" b="1" i="0" kern="1200" dirty="0">
                <a:solidFill>
                  <a:schemeClr val="tx1"/>
                </a:solidFill>
                <a:effectLst/>
                <a:latin typeface="+mn-lt"/>
                <a:ea typeface="+mn-ea"/>
                <a:cs typeface="+mn-cs"/>
              </a:rPr>
              <a:t>Алгоритмические подходы</a:t>
            </a:r>
          </a:p>
          <a:p>
            <a:r>
              <a:rPr lang="ru-RU" sz="1200" b="0" i="0" kern="1200" dirty="0">
                <a:solidFill>
                  <a:schemeClr val="tx1"/>
                </a:solidFill>
                <a:effectLst/>
                <a:latin typeface="+mn-lt"/>
                <a:ea typeface="+mn-ea"/>
                <a:cs typeface="+mn-cs"/>
              </a:rPr>
              <a:t>Введение временной задержки при изменении ROI для фильтрации скачков</a:t>
            </a:r>
          </a:p>
          <a:p>
            <a:r>
              <a:rPr lang="ru-RU" sz="1200" b="0" i="0" kern="1200" dirty="0">
                <a:solidFill>
                  <a:schemeClr val="tx1"/>
                </a:solidFill>
                <a:effectLst/>
                <a:latin typeface="+mn-lt"/>
                <a:ea typeface="+mn-ea"/>
                <a:cs typeface="+mn-cs"/>
              </a:rPr>
              <a:t>Применение машинного обучения для обнаружения аномальных паттернов в последовательностях кадров</a:t>
            </a:r>
          </a:p>
          <a:p>
            <a:r>
              <a:rPr lang="ru-RU" sz="1200" b="0" i="0" kern="1200" dirty="0">
                <a:solidFill>
                  <a:schemeClr val="tx1"/>
                </a:solidFill>
                <a:effectLst/>
                <a:latin typeface="+mn-lt"/>
                <a:ea typeface="+mn-ea"/>
                <a:cs typeface="+mn-cs"/>
              </a:rPr>
              <a:t>Использование геометрических преобразований для проверки согласованности перспективы</a:t>
            </a:r>
          </a:p>
          <a:p>
            <a:r>
              <a:rPr lang="ru-RU" sz="1200" b="1" i="0" kern="1200" dirty="0">
                <a:solidFill>
                  <a:schemeClr val="tx1"/>
                </a:solidFill>
                <a:effectLst/>
                <a:latin typeface="+mn-lt"/>
                <a:ea typeface="+mn-ea"/>
                <a:cs typeface="+mn-cs"/>
              </a:rPr>
              <a:t>Последствия для безопасности</a:t>
            </a:r>
          </a:p>
          <a:p>
            <a:r>
              <a:rPr lang="ru-RU" sz="1200" b="0" i="0" kern="1200" dirty="0">
                <a:solidFill>
                  <a:schemeClr val="tx1"/>
                </a:solidFill>
                <a:effectLst/>
                <a:latin typeface="+mn-lt"/>
                <a:ea typeface="+mn-ea"/>
                <a:cs typeface="+mn-cs"/>
              </a:rPr>
              <a:t>AtkPath7 представляет особую опасность благодаря своей скрытности и целенаправленности. В отличие от атак, вызывающих полный отказ системы, данная атака приводит к целенаправленному неправильному принятию решений, что:</a:t>
            </a:r>
          </a:p>
          <a:p>
            <a:r>
              <a:rPr lang="ru-RU" sz="1200" b="0" i="0" kern="1200" dirty="0">
                <a:solidFill>
                  <a:schemeClr val="tx1"/>
                </a:solidFill>
                <a:effectLst/>
                <a:latin typeface="+mn-lt"/>
                <a:ea typeface="+mn-ea"/>
                <a:cs typeface="+mn-cs"/>
              </a:rPr>
              <a:t>Не вызывает срабатывания аварийных систем</a:t>
            </a:r>
          </a:p>
          <a:p>
            <a:r>
              <a:rPr lang="ru-RU" sz="1200" b="0" i="0" kern="1200" dirty="0">
                <a:solidFill>
                  <a:schemeClr val="tx1"/>
                </a:solidFill>
                <a:effectLst/>
                <a:latin typeface="+mn-lt"/>
                <a:ea typeface="+mn-ea"/>
                <a:cs typeface="+mn-cs"/>
              </a:rPr>
              <a:t>Может оставаться необнаруженной в течение длительного времени</a:t>
            </a:r>
          </a:p>
          <a:p>
            <a:r>
              <a:rPr lang="ru-RU" sz="1200" b="0" i="0" kern="1200" dirty="0">
                <a:solidFill>
                  <a:schemeClr val="tx1"/>
                </a:solidFill>
                <a:effectLst/>
                <a:latin typeface="+mn-lt"/>
                <a:ea typeface="+mn-ea"/>
                <a:cs typeface="+mn-cs"/>
              </a:rPr>
              <a:t>Позволяет атакующему </a:t>
            </a:r>
            <a:r>
              <a:rPr lang="ru-RU" sz="1200" b="0" i="0" kern="1200" dirty="0" err="1">
                <a:solidFill>
                  <a:schemeClr val="tx1"/>
                </a:solidFill>
                <a:effectLst/>
                <a:latin typeface="+mn-lt"/>
                <a:ea typeface="+mn-ea"/>
                <a:cs typeface="+mn-cs"/>
              </a:rPr>
              <a:t>selectively</a:t>
            </a:r>
            <a:r>
              <a:rPr lang="ru-RU" sz="1200" b="0" i="0" kern="1200" dirty="0">
                <a:solidFill>
                  <a:schemeClr val="tx1"/>
                </a:solidFill>
                <a:effectLst/>
                <a:latin typeface="+mn-lt"/>
                <a:ea typeface="+mn-ea"/>
                <a:cs typeface="+mn-cs"/>
              </a:rPr>
              <a:t> вызывать опасные ситуации</a:t>
            </a:r>
          </a:p>
          <a:p>
            <a:r>
              <a:rPr lang="ru-RU" sz="1200" b="0" i="0" kern="1200" dirty="0">
                <a:solidFill>
                  <a:schemeClr val="tx1"/>
                </a:solidFill>
                <a:effectLst/>
                <a:latin typeface="+mn-lt"/>
                <a:ea typeface="+mn-ea"/>
                <a:cs typeface="+mn-cs"/>
              </a:rPr>
              <a:t>Трудно отличима от ошибок алгоритмов компьютерного зрения</a:t>
            </a:r>
          </a:p>
          <a:p>
            <a:r>
              <a:rPr lang="ru-RU" sz="1200" b="0" i="0" kern="1200" dirty="0">
                <a:solidFill>
                  <a:schemeClr val="tx1"/>
                </a:solidFill>
                <a:effectLst/>
                <a:latin typeface="+mn-lt"/>
                <a:ea typeface="+mn-ea"/>
                <a:cs typeface="+mn-cs"/>
              </a:rPr>
              <a:t>Разработка защитных механизмов против AtkPath7 требует глубокого понимания как работы систем позиционирования, так и архитектуры современных алгоритмов компьютерного зрения, что подчеркивает необходимость комплексного подхода к безопасности автономных систем.</a:t>
            </a:r>
          </a:p>
          <a:p>
            <a:br>
              <a:rPr lang="ru-RU" dirty="0"/>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15</a:t>
            </a:fld>
            <a:endParaRPr lang="ru-RU"/>
          </a:p>
        </p:txBody>
      </p:sp>
    </p:spTree>
    <p:extLst>
      <p:ext uri="{BB962C8B-B14F-4D97-AF65-F5344CB8AC3E}">
        <p14:creationId xmlns:p14="http://schemas.microsoft.com/office/powerpoint/2010/main" val="3456716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В контексте современных киберугроз наблюдается качественная трансформация атак на уровне операционных систем, обусловленная интеграцией генеративных моделей искусственного интеллекта. Традиционные OS-</a:t>
            </a:r>
            <a:r>
              <a:rPr lang="ru-RU" sz="1200" b="0" i="0" kern="1200" dirty="0" err="1">
                <a:solidFill>
                  <a:schemeClr val="tx1"/>
                </a:solidFill>
                <a:effectLst/>
                <a:latin typeface="+mn-lt"/>
                <a:ea typeface="+mn-ea"/>
                <a:cs typeface="+mn-cs"/>
              </a:rPr>
              <a:t>level</a:t>
            </a:r>
            <a:r>
              <a:rPr lang="ru-RU" sz="1200" b="0" i="0" kern="1200" dirty="0">
                <a:solidFill>
                  <a:schemeClr val="tx1"/>
                </a:solidFill>
                <a:effectLst/>
                <a:latin typeface="+mn-lt"/>
                <a:ea typeface="+mn-ea"/>
                <a:cs typeface="+mn-cs"/>
              </a:rPr>
              <a:t> атаки, нацеленные на эксплуатацию уязвимостей, получение несанкционированного доступа и выполнение вредоносных операций, эволюционируют за счет применения </a:t>
            </a:r>
            <a:r>
              <a:rPr lang="ru-RU" sz="1200" b="0" i="0" kern="1200" dirty="0" err="1">
                <a:solidFill>
                  <a:schemeClr val="tx1"/>
                </a:solidFill>
                <a:effectLst/>
                <a:latin typeface="+mn-lt"/>
                <a:ea typeface="+mn-ea"/>
                <a:cs typeface="+mn-cs"/>
              </a:rPr>
              <a:t>sophisticated</a:t>
            </a:r>
            <a:r>
              <a:rPr lang="ru-RU" sz="1200" b="0" i="0" kern="1200" dirty="0">
                <a:solidFill>
                  <a:schemeClr val="tx1"/>
                </a:solidFill>
                <a:effectLst/>
                <a:latin typeface="+mn-lt"/>
                <a:ea typeface="+mn-ea"/>
                <a:cs typeface="+mn-cs"/>
              </a:rPr>
              <a:t> AI-методов. Классические векторы атак, включающие </a:t>
            </a:r>
            <a:r>
              <a:rPr lang="ru-RU" sz="1200" b="0" i="0" kern="1200" dirty="0" err="1">
                <a:solidFill>
                  <a:schemeClr val="tx1"/>
                </a:solidFill>
                <a:effectLst/>
                <a:latin typeface="+mn-lt"/>
                <a:ea typeface="+mn-ea"/>
                <a:cs typeface="+mn-cs"/>
              </a:rPr>
              <a:t>rootkits</a:t>
            </a:r>
            <a:r>
              <a:rPr lang="ru-RU" sz="1200" b="0" i="0" kern="1200" dirty="0">
                <a:solidFill>
                  <a:schemeClr val="tx1"/>
                </a:solidFill>
                <a:effectLst/>
                <a:latin typeface="+mn-lt"/>
                <a:ea typeface="+mn-ea"/>
                <a:cs typeface="+mn-cs"/>
              </a:rPr>
              <a:t>, эскалацию привилегий и эксплуатацию системных ресурсов, получают новое измерение через использование генеративного ИИ, что существенно повышает их эффективность и скрытность.</a:t>
            </a:r>
          </a:p>
          <a:p>
            <a:r>
              <a:rPr lang="ru-RU" sz="1200" b="0" i="0" kern="1200" dirty="0">
                <a:solidFill>
                  <a:schemeClr val="tx1"/>
                </a:solidFill>
                <a:effectLst/>
                <a:latin typeface="+mn-lt"/>
                <a:ea typeface="+mn-ea"/>
                <a:cs typeface="+mn-cs"/>
              </a:rPr>
              <a:t>Несмотря на то, что генеративные модели функционируют на более высоком уровне абстракции без прямого низкоуровневого доступа к системным компонентам, они демонстрируют исключительную эффективность в анализе информации операционных систем для поддержки комплексных атак. В исследовании [36] эмпирически доказана возможность создания замкнутой системы с обратной связью между GPT-3.5 и уязвимой виртуальной машиной через SSH-протокол. В данной конфигурации языковая модель выполняет функции интеллектуального аналитического ядра, осуществляющего многоуровневый анализ состояния целевой системы.</a:t>
            </a:r>
          </a:p>
          <a:p>
            <a:r>
              <a:rPr lang="ru-RU" sz="1200" b="0" i="0" kern="1200" dirty="0">
                <a:solidFill>
                  <a:schemeClr val="tx1"/>
                </a:solidFill>
                <a:effectLst/>
                <a:latin typeface="+mn-lt"/>
                <a:ea typeface="+mn-ea"/>
                <a:cs typeface="+mn-cs"/>
              </a:rPr>
              <a:t>Механизм атаки реализуется через последовательный цикл операций: первоначальный сбор телеметрии посредством выполнения системных команд, семантический анализ полученных данных для идентификации потенциальных уязвимостей, и генерацию контекстно-зависимых стратегий атаки с последующим выполнением в среде целевой машины. Особенностью подхода является способность модели адаптивно реагировать на изменения в системе, динамически корректируя тактику эксплуатации на основе анализа выходных данных выполняемых команд.</a:t>
            </a:r>
          </a:p>
          <a:p>
            <a:r>
              <a:rPr lang="ru-RU" sz="1200" b="0" i="0" kern="1200" dirty="0">
                <a:solidFill>
                  <a:schemeClr val="tx1"/>
                </a:solidFill>
                <a:effectLst/>
                <a:latin typeface="+mn-lt"/>
                <a:ea typeface="+mn-ea"/>
                <a:cs typeface="+mn-cs"/>
              </a:rPr>
              <a:t>Генеративный ИИ в данном контексте выступает как мета-инструмент, способный не только идентифицировать известные уязвимости через корреляцию с базами CVE, но и выявлять сложные цепочки эксплуатации, комбинируя различные техники атак. Это включает анализ конфигурационных файлов, выявление слабых мест в настройках безопасности, обнаружение неправильно сконфигурированных сервисов и потенциальных векторов эскалации привилегий.</a:t>
            </a:r>
          </a:p>
          <a:p>
            <a:r>
              <a:rPr lang="ru-RU" sz="1200" b="0" i="0" kern="1200" dirty="0">
                <a:solidFill>
                  <a:schemeClr val="tx1"/>
                </a:solidFill>
                <a:effectLst/>
                <a:latin typeface="+mn-lt"/>
                <a:ea typeface="+mn-ea"/>
                <a:cs typeface="+mn-cs"/>
              </a:rPr>
              <a:t>Практическая реализация подобных систем демонстрирует серьезные последствия для безопасности киберфизических систем, где компрометация операционных систем может привести к катастрофическим последствиям, включая нарушение целостности критической инфраструктуры, несанкционированный сбор конфиденциальных данных и получение полного контроля над управляющими системами. Эффективное противодействие таким угрозам требует разработки </a:t>
            </a:r>
            <a:r>
              <a:rPr lang="ru-RU" sz="1200" b="0" i="0" kern="1200" dirty="0" err="1">
                <a:solidFill>
                  <a:schemeClr val="tx1"/>
                </a:solidFill>
                <a:effectLst/>
                <a:latin typeface="+mn-lt"/>
                <a:ea typeface="+mn-ea"/>
                <a:cs typeface="+mn-cs"/>
              </a:rPr>
              <a:t>advanced</a:t>
            </a:r>
            <a:r>
              <a:rPr lang="ru-RU" sz="1200" b="0" i="0" kern="1200" dirty="0">
                <a:solidFill>
                  <a:schemeClr val="tx1"/>
                </a:solidFill>
                <a:effectLst/>
                <a:latin typeface="+mn-lt"/>
                <a:ea typeface="+mn-ea"/>
                <a:cs typeface="+mn-cs"/>
              </a:rPr>
              <a:t> систем обнаружения, способных анализировать не только сигнатуры атак, но и семантические паттерны взаимодействия с системой, а также реализации </a:t>
            </a:r>
            <a:r>
              <a:rPr lang="ru-RU" sz="1200" b="0" i="0" kern="1200" dirty="0" err="1">
                <a:solidFill>
                  <a:schemeClr val="tx1"/>
                </a:solidFill>
                <a:effectLst/>
                <a:latin typeface="+mn-lt"/>
                <a:ea typeface="+mn-ea"/>
                <a:cs typeface="+mn-cs"/>
              </a:rPr>
              <a:t>proactive</a:t>
            </a:r>
            <a:r>
              <a:rPr lang="ru-RU" sz="1200" b="0" i="0" kern="1200" dirty="0">
                <a:solidFill>
                  <a:schemeClr val="tx1"/>
                </a:solidFill>
                <a:effectLst/>
                <a:latin typeface="+mn-lt"/>
                <a:ea typeface="+mn-ea"/>
                <a:cs typeface="+mn-cs"/>
              </a:rPr>
              <a:t> механизмов защиты, учитывающих специфику AI-генеративных атак.</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16</a:t>
            </a:fld>
            <a:endParaRPr lang="ru-RU"/>
          </a:p>
        </p:txBody>
      </p:sp>
    </p:spTree>
    <p:extLst>
      <p:ext uri="{BB962C8B-B14F-4D97-AF65-F5344CB8AC3E}">
        <p14:creationId xmlns:p14="http://schemas.microsoft.com/office/powerpoint/2010/main" val="37547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Программные атаки: Атаки на уровне программного обеспечения в </a:t>
            </a:r>
            <a:r>
              <a:rPr lang="ru-RU" sz="1200" b="1" kern="1200" dirty="0" err="1">
                <a:solidFill>
                  <a:schemeClr val="tx1"/>
                </a:solidFill>
                <a:effectLst/>
                <a:latin typeface="+mn-lt"/>
                <a:ea typeface="+mn-ea"/>
                <a:cs typeface="+mn-cs"/>
              </a:rPr>
              <a:t>CPSs</a:t>
            </a:r>
            <a:r>
              <a:rPr lang="ru-RU" sz="1200" b="1" kern="1200" dirty="0">
                <a:solidFill>
                  <a:schemeClr val="tx1"/>
                </a:solidFill>
                <a:effectLst/>
                <a:latin typeface="+mn-lt"/>
                <a:ea typeface="+mn-ea"/>
                <a:cs typeface="+mn-cs"/>
              </a:rPr>
              <a:t> используют уязвимости в программных компонентах, управляющих физическими процессами. Однако наиболее распространенный способ использования программного обеспечения - это использование разработчиками вредоносных программ моделей </a:t>
            </a:r>
            <a:r>
              <a:rPr lang="ru-RU" sz="1200" b="1" kern="1200" dirty="0" err="1">
                <a:solidFill>
                  <a:schemeClr val="tx1"/>
                </a:solidFill>
                <a:effectLst/>
                <a:latin typeface="+mn-lt"/>
                <a:ea typeface="+mn-ea"/>
                <a:cs typeface="+mn-cs"/>
              </a:rPr>
              <a:t>GenAI</a:t>
            </a:r>
            <a:r>
              <a:rPr lang="ru-RU" sz="1200" b="1" kern="1200" dirty="0">
                <a:solidFill>
                  <a:schemeClr val="tx1"/>
                </a:solidFill>
                <a:effectLst/>
                <a:latin typeface="+mn-lt"/>
                <a:ea typeface="+mn-ea"/>
                <a:cs typeface="+mn-cs"/>
              </a:rPr>
              <a:t> для создания вредоносных программ. Эти атаки могут манипулировать логикой программного обеспечения, нарушать алгоритмы управления или внедрять вредоносный код, что приводит к несанкционированному управлению, краже данных или повреждению физической инфраструктуры. Такие компании, как GPT, могут создавать вредоносный код, используя свои обширные знания в области различных наборов данных, включая хранилища кода и техническую </a:t>
            </a:r>
            <a:r>
              <a:rPr lang="ru-RU" sz="1200" b="1" kern="1200" dirty="0" err="1">
                <a:solidFill>
                  <a:schemeClr val="tx1"/>
                </a:solidFill>
                <a:effectLst/>
                <a:latin typeface="+mn-lt"/>
                <a:ea typeface="+mn-ea"/>
                <a:cs typeface="+mn-cs"/>
              </a:rPr>
              <a:t>документацию.После</a:t>
            </a:r>
            <a:r>
              <a:rPr lang="ru-RU" sz="1200" b="1" kern="1200" dirty="0">
                <a:solidFill>
                  <a:schemeClr val="tx1"/>
                </a:solidFill>
                <a:effectLst/>
                <a:latin typeface="+mn-lt"/>
                <a:ea typeface="+mn-ea"/>
                <a:cs typeface="+mn-cs"/>
              </a:rPr>
              <a:t> получения специальных инструкций или обучения на наборах данных, содержащих примеры вредоносных программ, эти модели могут синтезировать новые образцы вредоносных программ, код эксплойта или фишинговые скрипты, которые часто не обнаруживаются обычным антивирусным программным обеспечением. Кроме того, злоумышленники могут использовать языковые модели, подобные ChatGPT, для использования существующих методов внедрения SQL и системных данных, создавая специализированную полезную нагрузку на SQL для использования уязвимых систем баз данных. В [38] представлено доказательство концепции, в которой ChatGPT используется для распространения вредоносного программного обеспечения, избегая при этом обнаружения. В работе [37] авторы описывают потенциальное использование GPT путем создания нескольких вредоносных программ (например, программ-вымогателей, червей, кейлоггеров, вредоносных программ грубой силы, вредоносных программ без файлов (PDF) Генеративный искусственный интеллект в кибербезопасности киберфизических систем: преимущества и угрозы. Доступно по адресу: https://www.researchgate.net/publication/381303475_Generative_AI_in_Cyber_Security_of_Cyber_Physical_Systems_Benefits_and_Threats [дата обращения: 22 ноября 2025 г.].</a:t>
            </a:r>
            <a:r>
              <a:rPr lang="ru-RU" dirty="0">
                <a:effectLst/>
              </a:rPr>
              <a:t> Программные атаки: Атаки на уровне программного обеспечения в </a:t>
            </a:r>
            <a:r>
              <a:rPr lang="ru-RU" dirty="0" err="1">
                <a:effectLst/>
              </a:rPr>
              <a:t>CPSs</a:t>
            </a:r>
            <a:r>
              <a:rPr lang="ru-RU" dirty="0">
                <a:effectLst/>
              </a:rPr>
              <a:t> используют уязвимости в программных компонентах, управляющих физическими процессами. Однако наиболее распространенный способ использования программного обеспечения - это использование разработчиками вредоносных программ моделей </a:t>
            </a:r>
            <a:r>
              <a:rPr lang="ru-RU" dirty="0" err="1">
                <a:effectLst/>
              </a:rPr>
              <a:t>GenAI</a:t>
            </a:r>
            <a:r>
              <a:rPr lang="ru-RU" dirty="0">
                <a:effectLst/>
              </a:rPr>
              <a:t> для создания вредоносных программ. Эти атаки могут манипулировать логикой программного обеспечения, нарушать алгоритмы управления или внедрять вредоносный код, что приводит к несанкционированному управлению, краже данных или повреждению физической инфраструктуры. </a:t>
            </a:r>
            <a:r>
              <a:rPr lang="ru-RU" sz="1200" b="1" kern="1200" dirty="0">
                <a:solidFill>
                  <a:schemeClr val="tx1"/>
                </a:solidFill>
                <a:effectLst/>
                <a:latin typeface="+mn-lt"/>
                <a:ea typeface="+mn-ea"/>
                <a:cs typeface="+mn-cs"/>
              </a:rPr>
              <a:t>Угрозы </a:t>
            </a:r>
            <a:r>
              <a:rPr lang="ru-RU" sz="1200" b="1" kern="1200" dirty="0" err="1">
                <a:solidFill>
                  <a:schemeClr val="tx1"/>
                </a:solidFill>
                <a:effectLst/>
                <a:latin typeface="+mn-lt"/>
                <a:ea typeface="+mn-ea"/>
                <a:cs typeface="+mn-cs"/>
              </a:rPr>
              <a:t>GenAI</a:t>
            </a:r>
            <a:r>
              <a:rPr lang="ru-RU" sz="1200" b="1" kern="1200" dirty="0">
                <a:solidFill>
                  <a:schemeClr val="tx1"/>
                </a:solidFill>
                <a:effectLst/>
                <a:latin typeface="+mn-lt"/>
                <a:ea typeface="+mn-ea"/>
                <a:cs typeface="+mn-cs"/>
              </a:rPr>
              <a:t> на программном уровне для КФС: От эксплуатации уязвимостей к генерации вредоносного ПО</a:t>
            </a:r>
          </a:p>
          <a:p>
            <a:r>
              <a:rPr lang="ru-RU" sz="1200" b="0" i="0" kern="1200" dirty="0">
                <a:solidFill>
                  <a:schemeClr val="tx1"/>
                </a:solidFill>
                <a:effectLst/>
                <a:latin typeface="+mn-lt"/>
                <a:ea typeface="+mn-ea"/>
                <a:cs typeface="+mn-cs"/>
              </a:rPr>
              <a:t>Атаки на программном уровне в КФС нацелены на самое сердце системы — программы и алгоритмы, которые непосредственно управляют физическими процессами.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усугубляет эту угрозу, выступая в роли мощного инструмента для злоумышленников.</a:t>
            </a:r>
          </a:p>
          <a:p>
            <a:r>
              <a:rPr lang="ru-RU" sz="1200" b="1" kern="1200" dirty="0">
                <a:solidFill>
                  <a:schemeClr val="tx1"/>
                </a:solidFill>
                <a:effectLst/>
                <a:latin typeface="+mn-lt"/>
                <a:ea typeface="+mn-ea"/>
                <a:cs typeface="+mn-cs"/>
              </a:rPr>
              <a:t>1. Генерация вредоносного кода (</a:t>
            </a:r>
            <a:r>
              <a:rPr lang="ru-RU" sz="1200" b="1" kern="1200" dirty="0" err="1">
                <a:solidFill>
                  <a:schemeClr val="tx1"/>
                </a:solidFill>
                <a:effectLst/>
                <a:latin typeface="+mn-lt"/>
                <a:ea typeface="+mn-ea"/>
                <a:cs typeface="+mn-cs"/>
              </a:rPr>
              <a:t>Malware</a:t>
            </a:r>
            <a:r>
              <a:rPr lang="ru-RU" sz="1200" b="1" kern="1200" dirty="0">
                <a:solidFill>
                  <a:schemeClr val="tx1"/>
                </a:solidFill>
                <a:effectLst/>
                <a:latin typeface="+mn-lt"/>
                <a:ea typeface="+mn-ea"/>
                <a:cs typeface="+mn-cs"/>
              </a:rPr>
              <a:t> Generation)</a:t>
            </a:r>
          </a:p>
          <a:p>
            <a:r>
              <a:rPr lang="ru-RU" sz="1200" b="1" i="0" kern="1200" dirty="0">
                <a:solidFill>
                  <a:schemeClr val="tx1"/>
                </a:solidFill>
                <a:effectLst/>
                <a:latin typeface="+mn-lt"/>
                <a:ea typeface="+mn-ea"/>
                <a:cs typeface="+mn-cs"/>
              </a:rPr>
              <a:t>Механизм:</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Большие языковые модели (LLM), такие как GPT, обучены на огромных массивах данных, включая публичные репозитории кода (</a:t>
            </a:r>
            <a:r>
              <a:rPr lang="ru-RU" sz="1200" b="0" i="0" kern="1200" dirty="0" err="1">
                <a:solidFill>
                  <a:schemeClr val="tx1"/>
                </a:solidFill>
                <a:effectLst/>
                <a:latin typeface="+mn-lt"/>
                <a:ea typeface="+mn-ea"/>
                <a:cs typeface="+mn-cs"/>
              </a:rPr>
              <a:t>GitHub</a:t>
            </a:r>
            <a:r>
              <a:rPr lang="ru-RU" sz="1200" b="0" i="0" kern="1200" dirty="0">
                <a:solidFill>
                  <a:schemeClr val="tx1"/>
                </a:solidFill>
                <a:effectLst/>
                <a:latin typeface="+mn-lt"/>
                <a:ea typeface="+mn-ea"/>
                <a:cs typeface="+mn-cs"/>
              </a:rPr>
              <a:t>), техническую документацию и, что критично, примеры вредоносного ПО. Это позволяет им генерировать функциональные программные фрагменты по текстовому описанию.</a:t>
            </a:r>
          </a:p>
          <a:p>
            <a:r>
              <a:rPr lang="ru-RU" sz="1200" b="1" i="0" kern="1200" dirty="0">
                <a:solidFill>
                  <a:schemeClr val="tx1"/>
                </a:solidFill>
                <a:effectLst/>
                <a:latin typeface="+mn-lt"/>
                <a:ea typeface="+mn-ea"/>
                <a:cs typeface="+mn-cs"/>
              </a:rPr>
              <a:t>Конкретные применения: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Создание новых образцов вредоносного ПО:</a:t>
            </a:r>
            <a:r>
              <a:rPr lang="ru-RU" sz="1200" b="0" i="0" kern="1200" dirty="0">
                <a:solidFill>
                  <a:schemeClr val="tx1"/>
                </a:solidFill>
                <a:effectLst/>
                <a:latin typeface="+mn-lt"/>
                <a:ea typeface="+mn-ea"/>
                <a:cs typeface="+mn-cs"/>
              </a:rPr>
              <a:t> Злоумышленник может попросить модель: "Напиши код программы-вымогателя на Python, которая шифрует файлы в указанной директории". Модель способна сгенерировать работоспособную заготовку.</a:t>
            </a:r>
          </a:p>
          <a:p>
            <a:r>
              <a:rPr lang="ru-RU" sz="1200" b="1" i="0" kern="1200" dirty="0">
                <a:solidFill>
                  <a:schemeClr val="tx1"/>
                </a:solidFill>
                <a:effectLst/>
                <a:latin typeface="+mn-lt"/>
                <a:ea typeface="+mn-ea"/>
                <a:cs typeface="+mn-cs"/>
              </a:rPr>
              <a:t>Генерация полиморфного и </a:t>
            </a:r>
            <a:r>
              <a:rPr lang="ru-RU" sz="1200" b="1" i="0" kern="1200" dirty="0" err="1">
                <a:solidFill>
                  <a:schemeClr val="tx1"/>
                </a:solidFill>
                <a:effectLst/>
                <a:latin typeface="+mn-lt"/>
                <a:ea typeface="+mn-ea"/>
                <a:cs typeface="+mn-cs"/>
              </a:rPr>
              <a:t>метаморфного</a:t>
            </a:r>
            <a:r>
              <a:rPr lang="ru-RU" sz="1200" b="1" i="0" kern="1200" dirty="0">
                <a:solidFill>
                  <a:schemeClr val="tx1"/>
                </a:solidFill>
                <a:effectLst/>
                <a:latin typeface="+mn-lt"/>
                <a:ea typeface="+mn-ea"/>
                <a:cs typeface="+mn-cs"/>
              </a:rPr>
              <a:t> кода: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может автоматически создавать тысячи вариантов одного и того же вредоносного кода, каждый раз изменяя его синтаксис (имена переменных, структуру функций, методы обфускации), сохраняя при этом зловредную функциональность. Это делает </a:t>
            </a:r>
            <a:r>
              <a:rPr lang="ru-RU" sz="1200" b="1" i="0" kern="1200" dirty="0">
                <a:solidFill>
                  <a:schemeClr val="tx1"/>
                </a:solidFill>
                <a:effectLst/>
                <a:latin typeface="+mn-lt"/>
                <a:ea typeface="+mn-ea"/>
                <a:cs typeface="+mn-cs"/>
              </a:rPr>
              <a:t>сигнатурный анализ традиционных антивирусов неэффективным</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Разработка специализированных вредоносных программ:</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Сетевые черви:</a:t>
            </a:r>
            <a:r>
              <a:rPr lang="ru-RU" sz="1200" b="0" i="0" kern="1200" dirty="0">
                <a:solidFill>
                  <a:schemeClr val="tx1"/>
                </a:solidFill>
                <a:effectLst/>
                <a:latin typeface="+mn-lt"/>
                <a:ea typeface="+mn-ea"/>
                <a:cs typeface="+mn-cs"/>
              </a:rPr>
              <a:t> Код, способный к саморепликации и распространению по сети.</a:t>
            </a:r>
          </a:p>
          <a:p>
            <a:pPr lvl="1"/>
            <a:r>
              <a:rPr lang="ru-RU" sz="1200" b="1" i="0" kern="1200" dirty="0">
                <a:solidFill>
                  <a:schemeClr val="tx1"/>
                </a:solidFill>
                <a:effectLst/>
                <a:latin typeface="+mn-lt"/>
                <a:ea typeface="+mn-ea"/>
                <a:cs typeface="+mn-cs"/>
              </a:rPr>
              <a:t>Кейлоггеры:</a:t>
            </a:r>
            <a:r>
              <a:rPr lang="ru-RU" sz="1200" b="0" i="0" kern="1200" dirty="0">
                <a:solidFill>
                  <a:schemeClr val="tx1"/>
                </a:solidFill>
                <a:effectLst/>
                <a:latin typeface="+mn-lt"/>
                <a:ea typeface="+mn-ea"/>
                <a:cs typeface="+mn-cs"/>
              </a:rPr>
              <a:t> Программы, перехватывающие нажатия клавиш.</a:t>
            </a:r>
          </a:p>
          <a:p>
            <a:pPr lvl="1"/>
            <a:r>
              <a:rPr lang="ru-RU" sz="1200" b="1" i="0" kern="1200" dirty="0">
                <a:solidFill>
                  <a:schemeClr val="tx1"/>
                </a:solidFill>
                <a:effectLst/>
                <a:latin typeface="+mn-lt"/>
                <a:ea typeface="+mn-ea"/>
                <a:cs typeface="+mn-cs"/>
              </a:rPr>
              <a:t>Файл-лесс </a:t>
            </a:r>
            <a:r>
              <a:rPr lang="ru-RU" sz="1200" b="1" i="0" kern="1200" dirty="0" err="1">
                <a:solidFill>
                  <a:schemeClr val="tx1"/>
                </a:solidFill>
                <a:effectLst/>
                <a:latin typeface="+mn-lt"/>
                <a:ea typeface="+mn-ea"/>
                <a:cs typeface="+mn-cs"/>
              </a:rPr>
              <a:t>malware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Fileless</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malware</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Вредоносный код, который выполняется непосредственно в оперативной памяти, не оставляя следов на диске, что крайне сложно обнаружить.</a:t>
            </a:r>
          </a:p>
          <a:p>
            <a:pPr lvl="1"/>
            <a:r>
              <a:rPr lang="ru-RU" sz="1200" b="1" i="0" kern="1200" dirty="0">
                <a:solidFill>
                  <a:schemeClr val="tx1"/>
                </a:solidFill>
                <a:effectLst/>
                <a:latin typeface="+mn-lt"/>
                <a:ea typeface="+mn-ea"/>
                <a:cs typeface="+mn-cs"/>
              </a:rPr>
              <a:t>Брут-форс программы:</a:t>
            </a:r>
            <a:r>
              <a:rPr lang="ru-RU" sz="1200" b="0" i="0" kern="1200" dirty="0">
                <a:solidFill>
                  <a:schemeClr val="tx1"/>
                </a:solidFill>
                <a:effectLst/>
                <a:latin typeface="+mn-lt"/>
                <a:ea typeface="+mn-ea"/>
                <a:cs typeface="+mn-cs"/>
              </a:rPr>
              <a:t> Скрипты для автоматического подбора паролей.</a:t>
            </a:r>
          </a:p>
          <a:p>
            <a:r>
              <a:rPr lang="ru-RU" sz="1200" b="1" kern="1200" dirty="0">
                <a:solidFill>
                  <a:schemeClr val="tx1"/>
                </a:solidFill>
                <a:effectLst/>
                <a:latin typeface="+mn-lt"/>
                <a:ea typeface="+mn-ea"/>
                <a:cs typeface="+mn-cs"/>
              </a:rPr>
              <a:t>2. Создание эксплойтов и фишинговых кампаний</a:t>
            </a:r>
          </a:p>
          <a:p>
            <a:r>
              <a:rPr lang="ru-RU" sz="1200" b="1" i="0" kern="1200" dirty="0">
                <a:solidFill>
                  <a:schemeClr val="tx1"/>
                </a:solidFill>
                <a:effectLst/>
                <a:latin typeface="+mn-lt"/>
                <a:ea typeface="+mn-ea"/>
                <a:cs typeface="+mn-cs"/>
              </a:rPr>
              <a:t>Механизм:</a:t>
            </a:r>
            <a:br>
              <a:rPr lang="ru-RU" sz="1200" b="0" i="0" kern="1200" dirty="0">
                <a:solidFill>
                  <a:schemeClr val="tx1"/>
                </a:solidFill>
                <a:effectLst/>
                <a:latin typeface="+mn-lt"/>
                <a:ea typeface="+mn-ea"/>
                <a:cs typeface="+mn-cs"/>
              </a:rPr>
            </a:b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используется для автоматизации и повышения правдоподобности атак, нацеленных на уязвимости в ПО и на человеческий фактор.</a:t>
            </a:r>
          </a:p>
          <a:p>
            <a:r>
              <a:rPr lang="ru-RU" sz="1200" b="1" i="0" kern="1200" dirty="0">
                <a:solidFill>
                  <a:schemeClr val="tx1"/>
                </a:solidFill>
                <a:effectLst/>
                <a:latin typeface="+mn-lt"/>
                <a:ea typeface="+mn-ea"/>
                <a:cs typeface="+mn-cs"/>
              </a:rPr>
              <a:t>Конкретные применения: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Генерация целевых фишинговых писем и скриптов:</a:t>
            </a:r>
            <a:endParaRPr lang="ru-RU" sz="1200" b="0" i="0" kern="1200" dirty="0">
              <a:solidFill>
                <a:schemeClr val="tx1"/>
              </a:solidFill>
              <a:effectLst/>
              <a:latin typeface="+mn-lt"/>
              <a:ea typeface="+mn-ea"/>
              <a:cs typeface="+mn-cs"/>
            </a:endParaRPr>
          </a:p>
          <a:p>
            <a:pPr lvl="1"/>
            <a:r>
              <a:rPr lang="ru-RU" sz="1200" b="0" i="0" kern="1200" dirty="0">
                <a:solidFill>
                  <a:schemeClr val="tx1"/>
                </a:solidFill>
                <a:effectLst/>
                <a:latin typeface="+mn-lt"/>
                <a:ea typeface="+mn-ea"/>
                <a:cs typeface="+mn-cs"/>
              </a:rPr>
              <a:t>Модель может создать персонализированное электронное письмо от имени коллеги или руководителя, не содержащее грамматических ошибок и основанное на реальных корпоративных событиях, что резко повышает вероятность успеха атаки.</a:t>
            </a:r>
          </a:p>
          <a:p>
            <a:pPr lvl="1"/>
            <a:r>
              <a:rPr lang="ru-RU" sz="1200" b="0" i="0" kern="1200" dirty="0">
                <a:solidFill>
                  <a:schemeClr val="tx1"/>
                </a:solidFill>
                <a:effectLst/>
                <a:latin typeface="+mn-lt"/>
                <a:ea typeface="+mn-ea"/>
                <a:cs typeface="+mn-cs"/>
              </a:rPr>
              <a:t>Генерация скриптов для колл-центров мошенников, звучащих максимально естественно.</a:t>
            </a:r>
          </a:p>
          <a:p>
            <a:r>
              <a:rPr lang="ru-RU" sz="1200" b="1" i="0" kern="1200" dirty="0">
                <a:solidFill>
                  <a:schemeClr val="tx1"/>
                </a:solidFill>
                <a:effectLst/>
                <a:latin typeface="+mn-lt"/>
                <a:ea typeface="+mn-ea"/>
                <a:cs typeface="+mn-cs"/>
              </a:rPr>
              <a:t>Создание специализированных эксплойтов:</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SQL-инъекции:</a:t>
            </a:r>
            <a:r>
              <a:rPr lang="ru-RU" sz="1200" b="0" i="0" kern="1200" dirty="0">
                <a:solidFill>
                  <a:schemeClr val="tx1"/>
                </a:solidFill>
                <a:effectLst/>
                <a:latin typeface="+mn-lt"/>
                <a:ea typeface="+mn-ea"/>
                <a:cs typeface="+mn-cs"/>
              </a:rPr>
              <a:t> Злоумышленник может предоставить LLM детали уязвимой системы (версии СУБД, структуру таблиц), и модель сгенерирует готовый SQL-запрос для извлечения, изменения или удаления данных.</a:t>
            </a:r>
          </a:p>
          <a:p>
            <a:pPr lvl="1"/>
            <a:r>
              <a:rPr lang="ru-RU" sz="1200" b="1" i="0" kern="1200" dirty="0">
                <a:solidFill>
                  <a:schemeClr val="tx1"/>
                </a:solidFill>
                <a:effectLst/>
                <a:latin typeface="+mn-lt"/>
                <a:ea typeface="+mn-ea"/>
                <a:cs typeface="+mn-cs"/>
              </a:rPr>
              <a:t>Эксплойты для уязвимостей ПО:</a:t>
            </a:r>
            <a:r>
              <a:rPr lang="ru-RU" sz="1200" b="0" i="0" kern="1200" dirty="0">
                <a:solidFill>
                  <a:schemeClr val="tx1"/>
                </a:solidFill>
                <a:effectLst/>
                <a:latin typeface="+mn-lt"/>
                <a:ea typeface="+mn-ea"/>
                <a:cs typeface="+mn-cs"/>
              </a:rPr>
              <a:t> На основе описания уязвимости (например, из базы CVE)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может помочь в создании кода для ее эксплуатации.</a:t>
            </a:r>
          </a:p>
          <a:p>
            <a:r>
              <a:rPr lang="ru-RU" sz="1200" b="1" kern="1200" dirty="0">
                <a:solidFill>
                  <a:schemeClr val="tx1"/>
                </a:solidFill>
                <a:effectLst/>
                <a:latin typeface="+mn-lt"/>
                <a:ea typeface="+mn-ea"/>
                <a:cs typeface="+mn-cs"/>
              </a:rPr>
              <a:t>3. Манипуляция логикой управления КФС</a:t>
            </a:r>
          </a:p>
          <a:p>
            <a:r>
              <a:rPr lang="ru-RU" sz="1200" b="1" i="0" kern="1200" dirty="0">
                <a:solidFill>
                  <a:schemeClr val="tx1"/>
                </a:solidFill>
                <a:effectLst/>
                <a:latin typeface="+mn-lt"/>
                <a:ea typeface="+mn-ea"/>
                <a:cs typeface="+mn-cs"/>
              </a:rPr>
              <a:t>Механизм:</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Это наиболее опасный для КФС сценарий. Атакующий может использовать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не только для создания вирусов, но и для тонкой модификации легитимного управляющего кода.</a:t>
            </a:r>
          </a:p>
          <a:p>
            <a:r>
              <a:rPr lang="ru-RU" sz="1200" b="1" i="0" kern="1200" dirty="0">
                <a:solidFill>
                  <a:schemeClr val="tx1"/>
                </a:solidFill>
                <a:effectLst/>
                <a:latin typeface="+mn-lt"/>
                <a:ea typeface="+mn-ea"/>
                <a:cs typeface="+mn-cs"/>
              </a:rPr>
              <a:t>Конкретные применения: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Внедрение скрытых </a:t>
            </a:r>
            <a:r>
              <a:rPr lang="ru-RU" sz="1200" b="1" i="0" kern="1200" dirty="0" err="1">
                <a:solidFill>
                  <a:schemeClr val="tx1"/>
                </a:solidFill>
                <a:effectLst/>
                <a:latin typeface="+mn-lt"/>
                <a:ea typeface="+mn-ea"/>
                <a:cs typeface="+mn-cs"/>
              </a:rPr>
              <a:t>backdoor</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Модель может проанализировать исходный код ПЛК (Программируемый логический контроллер) и предложить способы незаметного внедрения кода, который, например, при определенных условиях отключит аварийную сигнализацию.</a:t>
            </a:r>
          </a:p>
          <a:p>
            <a:r>
              <a:rPr lang="ru-RU" sz="1200" b="1" i="0" kern="1200" dirty="0">
                <a:solidFill>
                  <a:schemeClr val="tx1"/>
                </a:solidFill>
                <a:effectLst/>
                <a:latin typeface="+mn-lt"/>
                <a:ea typeface="+mn-ea"/>
                <a:cs typeface="+mn-cs"/>
              </a:rPr>
              <a:t>Манипуляция алгоритмами:</a:t>
            </a:r>
            <a:r>
              <a:rPr lang="ru-RU" sz="1200" b="0" i="0" kern="1200" dirty="0">
                <a:solidFill>
                  <a:schemeClr val="tx1"/>
                </a:solidFill>
                <a:effectLst/>
                <a:latin typeface="+mn-lt"/>
                <a:ea typeface="+mn-ea"/>
                <a:cs typeface="+mn-cs"/>
              </a:rPr>
              <a:t> Целенаправленное изменение параметров в алгоритмах управления, что может привести к постепенному износу оборудования, выпуску бракованной продукции или созданию опасных условий (например, медленное увеличение давления в реакторе до критического уровня).</a:t>
            </a:r>
          </a:p>
          <a:p>
            <a:br>
              <a:rPr lang="ru-RU" dirty="0"/>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17</a:t>
            </a:fld>
            <a:endParaRPr lang="ru-RU"/>
          </a:p>
        </p:txBody>
      </p:sp>
    </p:spTree>
    <p:extLst>
      <p:ext uri="{BB962C8B-B14F-4D97-AF65-F5344CB8AC3E}">
        <p14:creationId xmlns:p14="http://schemas.microsoft.com/office/powerpoint/2010/main" val="2954429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1. Адверсариальные Атаки (</a:t>
            </a:r>
            <a:r>
              <a:rPr lang="ru-RU" sz="1200" b="1" kern="1200" dirty="0" err="1">
                <a:solidFill>
                  <a:schemeClr val="tx1"/>
                </a:solidFill>
                <a:effectLst/>
                <a:latin typeface="+mn-lt"/>
                <a:ea typeface="+mn-ea"/>
                <a:cs typeface="+mn-cs"/>
              </a:rPr>
              <a:t>Adversarial</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Attacks</a:t>
            </a:r>
            <a:r>
              <a:rPr lang="ru-RU" sz="1200" b="1"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Суть:</a:t>
            </a:r>
            <a:r>
              <a:rPr lang="ru-RU" sz="1200" b="0" i="0" kern="1200" dirty="0">
                <a:solidFill>
                  <a:schemeClr val="tx1"/>
                </a:solidFill>
                <a:effectLst/>
                <a:latin typeface="+mn-lt"/>
                <a:ea typeface="+mn-ea"/>
                <a:cs typeface="+mn-cs"/>
              </a:rPr>
              <a:t> Внесение минимальных, часто незаметных для человека изменений во входные данные, чтобы обмануть модель и заставить ее принять неправильное решение.</a:t>
            </a:r>
          </a:p>
          <a:p>
            <a:r>
              <a:rPr lang="ru-RU" sz="1200" b="1" i="0" kern="1200" dirty="0">
                <a:solidFill>
                  <a:schemeClr val="tx1"/>
                </a:solidFill>
                <a:effectLst/>
                <a:latin typeface="+mn-lt"/>
                <a:ea typeface="+mn-ea"/>
                <a:cs typeface="+mn-cs"/>
              </a:rPr>
              <a:t>Белый ящик (White-</a:t>
            </a:r>
            <a:r>
              <a:rPr lang="ru-RU" sz="1200" b="1" i="0" kern="1200" dirty="0" err="1">
                <a:solidFill>
                  <a:schemeClr val="tx1"/>
                </a:solidFill>
                <a:effectLst/>
                <a:latin typeface="+mn-lt"/>
                <a:ea typeface="+mn-ea"/>
                <a:cs typeface="+mn-cs"/>
              </a:rPr>
              <a:t>box</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Атакующий имеет полный доступ к архитектуре, весам и алгоритмам модели. Это позволяет точно рассчитать возмущения, которые максимизируют ошибку модели.</a:t>
            </a:r>
          </a:p>
          <a:p>
            <a:pPr lvl="1"/>
            <a:r>
              <a:rPr lang="ru-RU" sz="1200" b="1" i="0" kern="1200" dirty="0">
                <a:solidFill>
                  <a:schemeClr val="tx1"/>
                </a:solidFill>
                <a:effectLst/>
                <a:latin typeface="+mn-lt"/>
                <a:ea typeface="+mn-ea"/>
                <a:cs typeface="+mn-cs"/>
              </a:rPr>
              <a:t>Пример для КФС:</a:t>
            </a:r>
            <a:r>
              <a:rPr lang="ru-RU" sz="1200" b="0" i="0" kern="1200" dirty="0">
                <a:solidFill>
                  <a:schemeClr val="tx1"/>
                </a:solidFill>
                <a:effectLst/>
                <a:latin typeface="+mn-lt"/>
                <a:ea typeface="+mn-ea"/>
                <a:cs typeface="+mn-cs"/>
              </a:rPr>
              <a:t> Внесение незаметных шумов в видеопоток с камеры наблюдения, чтобы модель компьютерного зрения системы безопасности не распознала злоумышленника.</a:t>
            </a:r>
          </a:p>
          <a:p>
            <a:r>
              <a:rPr lang="ru-RU" sz="1200" b="1" i="0" kern="1200" dirty="0">
                <a:solidFill>
                  <a:schemeClr val="tx1"/>
                </a:solidFill>
                <a:effectLst/>
                <a:latin typeface="+mn-lt"/>
                <a:ea typeface="+mn-ea"/>
                <a:cs typeface="+mn-cs"/>
              </a:rPr>
              <a:t>Черный ящик (Black-</a:t>
            </a:r>
            <a:r>
              <a:rPr lang="ru-RU" sz="1200" b="1" i="0" kern="1200" dirty="0" err="1">
                <a:solidFill>
                  <a:schemeClr val="tx1"/>
                </a:solidFill>
                <a:effectLst/>
                <a:latin typeface="+mn-lt"/>
                <a:ea typeface="+mn-ea"/>
                <a:cs typeface="+mn-cs"/>
              </a:rPr>
              <a:t>box</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Атакующий не имеет доступа к внутренностям модели и может только наблюдать ее входы и выходы. Атака осуществляется путем зондирования и создания схожей модели-суррогата.</a:t>
            </a:r>
          </a:p>
          <a:p>
            <a:pPr lvl="1"/>
            <a:r>
              <a:rPr lang="ru-RU" sz="1200" b="1" i="0" kern="1200" dirty="0">
                <a:solidFill>
                  <a:schemeClr val="tx1"/>
                </a:solidFill>
                <a:effectLst/>
                <a:latin typeface="+mn-lt"/>
                <a:ea typeface="+mn-ea"/>
                <a:cs typeface="+mn-cs"/>
              </a:rPr>
              <a:t>Пример для КФС:</a:t>
            </a:r>
            <a:r>
              <a:rPr lang="ru-RU" sz="1200" b="0" i="0" kern="1200" dirty="0">
                <a:solidFill>
                  <a:schemeClr val="tx1"/>
                </a:solidFill>
                <a:effectLst/>
                <a:latin typeface="+mn-lt"/>
                <a:ea typeface="+mn-ea"/>
                <a:cs typeface="+mn-cs"/>
              </a:rPr>
              <a:t> </a:t>
            </a:r>
            <a:r>
              <a:rPr lang="ru-RU" sz="1200" b="1" i="0" kern="1200" dirty="0">
                <a:solidFill>
                  <a:schemeClr val="tx1"/>
                </a:solidFill>
                <a:effectLst/>
                <a:latin typeface="+mn-lt"/>
                <a:ea typeface="+mn-ea"/>
                <a:cs typeface="+mn-cs"/>
              </a:rPr>
              <a:t>IDSGAN</a:t>
            </a:r>
            <a:r>
              <a:rPr lang="ru-RU" sz="1200" b="0" i="0" kern="1200" dirty="0">
                <a:solidFill>
                  <a:schemeClr val="tx1"/>
                </a:solidFill>
                <a:effectLst/>
                <a:latin typeface="+mn-lt"/>
                <a:ea typeface="+mn-ea"/>
                <a:cs typeface="+mn-cs"/>
              </a:rPr>
              <a:t> — фреймворк, где GAN модифицирует вредоносный сетевой трафик так, чтобы он обходил систему обнаружения вторжений (IDS), при этом сохраняя свою вредоносную функциональность. Атакующий просто проверяет, пропускает ли IDS модифицированные пакеты.</a:t>
            </a:r>
          </a:p>
          <a:p>
            <a:r>
              <a:rPr lang="ru-RU" sz="1200" b="1" kern="1200" dirty="0">
                <a:solidFill>
                  <a:schemeClr val="tx1"/>
                </a:solidFill>
                <a:effectLst/>
                <a:latin typeface="+mn-lt"/>
                <a:ea typeface="+mn-ea"/>
                <a:cs typeface="+mn-cs"/>
              </a:rPr>
              <a:t>2. Атаки на Обучение (</a:t>
            </a:r>
            <a:r>
              <a:rPr lang="ru-RU" sz="1200" b="1" kern="1200" dirty="0" err="1">
                <a:solidFill>
                  <a:schemeClr val="tx1"/>
                </a:solidFill>
                <a:effectLst/>
                <a:latin typeface="+mn-lt"/>
                <a:ea typeface="+mn-ea"/>
                <a:cs typeface="+mn-cs"/>
              </a:rPr>
              <a:t>Training-phase</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Attacks</a:t>
            </a:r>
            <a:r>
              <a:rPr lang="ru-RU" sz="1200" b="1"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Эти атаки нацелены на этап обучения модели, встраивая в нее уязвимости, которые проявляются позже.</a:t>
            </a:r>
          </a:p>
          <a:p>
            <a:r>
              <a:rPr lang="ru-RU" sz="1200" b="1" i="0" kern="1200" dirty="0">
                <a:solidFill>
                  <a:schemeClr val="tx1"/>
                </a:solidFill>
                <a:effectLst/>
                <a:latin typeface="+mn-lt"/>
                <a:ea typeface="+mn-ea"/>
                <a:cs typeface="+mn-cs"/>
              </a:rPr>
              <a:t>Отравление Данных (Data </a:t>
            </a:r>
            <a:r>
              <a:rPr lang="ru-RU" sz="1200" b="1" i="0" kern="1200" dirty="0" err="1">
                <a:solidFill>
                  <a:schemeClr val="tx1"/>
                </a:solidFill>
                <a:effectLst/>
                <a:latin typeface="+mn-lt"/>
                <a:ea typeface="+mn-ea"/>
                <a:cs typeface="+mn-cs"/>
              </a:rPr>
              <a:t>Poisoning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Злоумышленник вносит в тренировочный набор специально сконструированные вредоносные данные.</a:t>
            </a:r>
          </a:p>
          <a:p>
            <a:pPr lvl="1"/>
            <a:r>
              <a:rPr lang="ru-RU" sz="1200" b="1" i="0" kern="1200" dirty="0">
                <a:solidFill>
                  <a:schemeClr val="tx1"/>
                </a:solidFill>
                <a:effectLst/>
                <a:latin typeface="+mn-lt"/>
                <a:ea typeface="+mn-ea"/>
                <a:cs typeface="+mn-cs"/>
              </a:rPr>
              <a:t>Механизм:</a:t>
            </a:r>
            <a:r>
              <a:rPr lang="ru-RU" sz="1200" b="0" i="0" kern="1200" dirty="0">
                <a:solidFill>
                  <a:schemeClr val="tx1"/>
                </a:solidFill>
                <a:effectLst/>
                <a:latin typeface="+mn-lt"/>
                <a:ea typeface="+mn-ea"/>
                <a:cs typeface="+mn-cs"/>
              </a:rPr>
              <a:t> Как описано, с использованием GAN для генерации ядовитых данных. Цель — ухудшить общую производительность модели или внести целенаправленные уязвимости.</a:t>
            </a:r>
          </a:p>
          <a:p>
            <a:pPr lvl="1"/>
            <a:r>
              <a:rPr lang="ru-RU" sz="1200" b="1" i="0" kern="1200" dirty="0">
                <a:solidFill>
                  <a:schemeClr val="tx1"/>
                </a:solidFill>
                <a:effectLst/>
                <a:latin typeface="+mn-lt"/>
                <a:ea typeface="+mn-ea"/>
                <a:cs typeface="+mn-cs"/>
              </a:rPr>
              <a:t>Пример для КФС:</a:t>
            </a:r>
            <a:r>
              <a:rPr lang="ru-RU" sz="1200" b="0" i="0" kern="1200" dirty="0">
                <a:solidFill>
                  <a:schemeClr val="tx1"/>
                </a:solidFill>
                <a:effectLst/>
                <a:latin typeface="+mn-lt"/>
                <a:ea typeface="+mn-ea"/>
                <a:cs typeface="+mn-cs"/>
              </a:rPr>
              <a:t> Отравление данных, на которых обучается модель для прогнозирования нагрузки в умной энергосети. Это может привести к некорректным прогнозам и, как следствие, к веерным отключениям.</a:t>
            </a:r>
          </a:p>
          <a:p>
            <a:r>
              <a:rPr lang="ru-RU" sz="1200" b="1" i="0" kern="1200" dirty="0">
                <a:solidFill>
                  <a:schemeClr val="tx1"/>
                </a:solidFill>
                <a:effectLst/>
                <a:latin typeface="+mn-lt"/>
                <a:ea typeface="+mn-ea"/>
                <a:cs typeface="+mn-cs"/>
              </a:rPr>
              <a:t>Бэкдор-Атаки (</a:t>
            </a:r>
            <a:r>
              <a:rPr lang="ru-RU" sz="1200" b="1" i="0" kern="1200" dirty="0" err="1">
                <a:solidFill>
                  <a:schemeClr val="tx1"/>
                </a:solidFill>
                <a:effectLst/>
                <a:latin typeface="+mn-lt"/>
                <a:ea typeface="+mn-ea"/>
                <a:cs typeface="+mn-cs"/>
              </a:rPr>
              <a:t>Backdoor</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Attacks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Более изощренная форма отравления данных. В тренировочные данные добавляются образцы со скрытым "триггером".</a:t>
            </a:r>
          </a:p>
          <a:p>
            <a:pPr lvl="1"/>
            <a:r>
              <a:rPr lang="ru-RU" sz="1200" b="1" i="0" kern="1200" dirty="0">
                <a:solidFill>
                  <a:schemeClr val="tx1"/>
                </a:solidFill>
                <a:effectLst/>
                <a:latin typeface="+mn-lt"/>
                <a:ea typeface="+mn-ea"/>
                <a:cs typeface="+mn-cs"/>
              </a:rPr>
              <a:t>Механизм:</a:t>
            </a:r>
            <a:r>
              <a:rPr lang="ru-RU" sz="1200" b="0" i="0" kern="1200" dirty="0">
                <a:solidFill>
                  <a:schemeClr val="tx1"/>
                </a:solidFill>
                <a:effectLst/>
                <a:latin typeface="+mn-lt"/>
                <a:ea typeface="+mn-ea"/>
                <a:cs typeface="+mn-cs"/>
              </a:rPr>
              <a:t> Модель обучается корректно работать на "чистых" данных, но при появлении триггера в входных данных ее поведение кардинально меняется на заранее заданное вредоносное.</a:t>
            </a:r>
          </a:p>
          <a:p>
            <a:pPr lvl="1"/>
            <a:r>
              <a:rPr lang="ru-RU" sz="1200" b="1" i="0" kern="1200" dirty="0">
                <a:solidFill>
                  <a:schemeClr val="tx1"/>
                </a:solidFill>
                <a:effectLst/>
                <a:latin typeface="+mn-lt"/>
                <a:ea typeface="+mn-ea"/>
                <a:cs typeface="+mn-cs"/>
              </a:rPr>
              <a:t>Пример для КФС:</a:t>
            </a:r>
            <a:r>
              <a:rPr lang="ru-RU" sz="1200" b="0" i="0" kern="1200" dirty="0">
                <a:solidFill>
                  <a:schemeClr val="tx1"/>
                </a:solidFill>
                <a:effectLst/>
                <a:latin typeface="+mn-lt"/>
                <a:ea typeface="+mn-ea"/>
                <a:cs typeface="+mn-cs"/>
              </a:rPr>
              <a:t> В набор данных для обучения системы распознавания дорожных знаков беспилотного автомобиля добавляются изображения знаков "СТОП" с едва заметным узором (триггер). Модель в обычных условиях работает идеально, но когда видит знак с этим узором, она перестает его распознавать, что приводит к аварии.</a:t>
            </a:r>
          </a:p>
          <a:p>
            <a:r>
              <a:rPr lang="ru-RU" sz="1200" b="1" kern="1200" dirty="0">
                <a:solidFill>
                  <a:schemeClr val="tx1"/>
                </a:solidFill>
                <a:effectLst/>
                <a:latin typeface="+mn-lt"/>
                <a:ea typeface="+mn-ea"/>
                <a:cs typeface="+mn-cs"/>
              </a:rPr>
              <a:t>3. Атаки на Конфиденциальность (</a:t>
            </a:r>
            <a:r>
              <a:rPr lang="ru-RU" sz="1200" b="1" kern="1200" dirty="0" err="1">
                <a:solidFill>
                  <a:schemeClr val="tx1"/>
                </a:solidFill>
                <a:effectLst/>
                <a:latin typeface="+mn-lt"/>
                <a:ea typeface="+mn-ea"/>
                <a:cs typeface="+mn-cs"/>
              </a:rPr>
              <a:t>Privacy</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Attacks</a:t>
            </a:r>
            <a:r>
              <a:rPr lang="ru-RU" sz="1200" b="1"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Эти атаки нацелены на раскрытие конфиденциальной информации, которая использовалась для обучения модели.</a:t>
            </a:r>
          </a:p>
          <a:p>
            <a:r>
              <a:rPr lang="ru-RU" sz="1200" b="1" i="0" kern="1200" dirty="0">
                <a:solidFill>
                  <a:schemeClr val="tx1"/>
                </a:solidFill>
                <a:effectLst/>
                <a:latin typeface="+mn-lt"/>
                <a:ea typeface="+mn-ea"/>
                <a:cs typeface="+mn-cs"/>
              </a:rPr>
              <a:t>Атака на Определение Принадлежности (</a:t>
            </a:r>
            <a:r>
              <a:rPr lang="ru-RU" sz="1200" b="1" i="0" kern="1200" dirty="0" err="1">
                <a:solidFill>
                  <a:schemeClr val="tx1"/>
                </a:solidFill>
                <a:effectLst/>
                <a:latin typeface="+mn-lt"/>
                <a:ea typeface="+mn-ea"/>
                <a:cs typeface="+mn-cs"/>
              </a:rPr>
              <a:t>Membership</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Inference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Attack</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Суть:</a:t>
            </a:r>
            <a:r>
              <a:rPr lang="ru-RU" sz="1200" b="0" i="0" kern="1200" dirty="0">
                <a:solidFill>
                  <a:schemeClr val="tx1"/>
                </a:solidFill>
                <a:effectLst/>
                <a:latin typeface="+mn-lt"/>
                <a:ea typeface="+mn-ea"/>
                <a:cs typeface="+mn-cs"/>
              </a:rPr>
              <a:t> Цель атаки — определить, присутствовал ли конкретный набор данных в обучающей выборке модели.</a:t>
            </a:r>
          </a:p>
          <a:p>
            <a:pPr lvl="1"/>
            <a:r>
              <a:rPr lang="ru-RU" sz="1200" b="1" i="0" kern="1200" dirty="0">
                <a:solidFill>
                  <a:schemeClr val="tx1"/>
                </a:solidFill>
                <a:effectLst/>
                <a:latin typeface="+mn-lt"/>
                <a:ea typeface="+mn-ea"/>
                <a:cs typeface="+mn-cs"/>
              </a:rPr>
              <a:t>Механизм:</a:t>
            </a:r>
            <a:r>
              <a:rPr lang="ru-RU" sz="1200" b="0" i="0" kern="1200" dirty="0">
                <a:solidFill>
                  <a:schemeClr val="tx1"/>
                </a:solidFill>
                <a:effectLst/>
                <a:latin typeface="+mn-lt"/>
                <a:ea typeface="+mn-ea"/>
                <a:cs typeface="+mn-cs"/>
              </a:rPr>
              <a:t> Атакующий использует тот факт, что модели часто имеют более высокую "уверенность" (</a:t>
            </a:r>
            <a:r>
              <a:rPr lang="ru-RU" sz="1200" b="0" i="0" kern="1200" dirty="0" err="1">
                <a:solidFill>
                  <a:schemeClr val="tx1"/>
                </a:solidFill>
                <a:effectLst/>
                <a:latin typeface="+mn-lt"/>
                <a:ea typeface="+mn-ea"/>
                <a:cs typeface="+mn-cs"/>
              </a:rPr>
              <a:t>confidence</a:t>
            </a:r>
            <a:r>
              <a:rPr lang="ru-RU" sz="1200" b="0" i="0" kern="1200" dirty="0">
                <a:solidFill>
                  <a:schemeClr val="tx1"/>
                </a:solidFill>
                <a:effectLst/>
                <a:latin typeface="+mn-lt"/>
                <a:ea typeface="+mn-ea"/>
                <a:cs typeface="+mn-cs"/>
              </a:rPr>
              <a:t>) в своих предсказаниях для данных, на которых они были обучены. Отправляя запросы к модели, он анализирует ее отклик и делает вывод о принадлежности данных к тренировочному набору.</a:t>
            </a:r>
          </a:p>
          <a:p>
            <a:pPr lvl="1"/>
            <a:r>
              <a:rPr lang="ru-RU" sz="1200" b="1" i="0" kern="1200" dirty="0">
                <a:solidFill>
                  <a:schemeClr val="tx1"/>
                </a:solidFill>
                <a:effectLst/>
                <a:latin typeface="+mn-lt"/>
                <a:ea typeface="+mn-ea"/>
                <a:cs typeface="+mn-cs"/>
              </a:rPr>
              <a:t>Пример для КФС:</a:t>
            </a:r>
            <a:r>
              <a:rPr lang="ru-RU" sz="1200" b="0" i="0" kern="1200" dirty="0">
                <a:solidFill>
                  <a:schemeClr val="tx1"/>
                </a:solidFill>
                <a:effectLst/>
                <a:latin typeface="+mn-lt"/>
                <a:ea typeface="+mn-ea"/>
                <a:cs typeface="+mn-cs"/>
              </a:rPr>
              <a:t> Если модель, обнаруживающая аномалии в работе промышленного реактора, обучалась на реальных данных о его работе, включая аварийные ситуации, успешная </a:t>
            </a:r>
            <a:r>
              <a:rPr lang="ru-RU" sz="1200" b="0" i="0" kern="1200" dirty="0" err="1">
                <a:solidFill>
                  <a:schemeClr val="tx1"/>
                </a:solidFill>
                <a:effectLst/>
                <a:latin typeface="+mn-lt"/>
                <a:ea typeface="+mn-ea"/>
                <a:cs typeface="+mn-cs"/>
              </a:rPr>
              <a:t>Membership</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Inference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a:t>
            </a:r>
            <a:r>
              <a:rPr lang="ru-RU" sz="1200" b="0" i="0" kern="1200" dirty="0">
                <a:solidFill>
                  <a:schemeClr val="tx1"/>
                </a:solidFill>
                <a:effectLst/>
                <a:latin typeface="+mn-lt"/>
                <a:ea typeface="+mn-ea"/>
                <a:cs typeface="+mn-cs"/>
              </a:rPr>
              <a:t> может раскрыть факт того, что на предприятии ранее происходили определенные инциденты, что является коммерческой тайной.</a:t>
            </a:r>
          </a:p>
          <a:p>
            <a:r>
              <a:rPr lang="ru-RU" sz="1200" b="1" i="0" kern="1200" dirty="0">
                <a:solidFill>
                  <a:schemeClr val="tx1"/>
                </a:solidFill>
                <a:effectLst/>
                <a:latin typeface="+mn-lt"/>
                <a:ea typeface="+mn-ea"/>
                <a:cs typeface="+mn-cs"/>
              </a:rPr>
              <a:t>Вывод и последствия для КФС:</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Уязвимости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-моделей создают </a:t>
            </a:r>
            <a:r>
              <a:rPr lang="ru-RU" sz="1200" b="1" i="0" kern="1200" dirty="0">
                <a:solidFill>
                  <a:schemeClr val="tx1"/>
                </a:solidFill>
                <a:effectLst/>
                <a:latin typeface="+mn-lt"/>
                <a:ea typeface="+mn-ea"/>
                <a:cs typeface="+mn-cs"/>
              </a:rPr>
              <a:t>косвенный, но чрезвычайно опасный вектор атаки</a:t>
            </a:r>
            <a:r>
              <a:rPr lang="ru-RU" sz="1200" b="0" i="0" kern="1200" dirty="0">
                <a:solidFill>
                  <a:schemeClr val="tx1"/>
                </a:solidFill>
                <a:effectLst/>
                <a:latin typeface="+mn-lt"/>
                <a:ea typeface="+mn-ea"/>
                <a:cs typeface="+mn-cs"/>
              </a:rPr>
              <a:t> на КФС:</a:t>
            </a:r>
          </a:p>
          <a:p>
            <a:r>
              <a:rPr lang="ru-RU" sz="1200" b="1" i="0" kern="1200" dirty="0">
                <a:solidFill>
                  <a:schemeClr val="tx1"/>
                </a:solidFill>
                <a:effectLst/>
                <a:latin typeface="+mn-lt"/>
                <a:ea typeface="+mn-ea"/>
                <a:cs typeface="+mn-cs"/>
              </a:rPr>
              <a:t>Подрыв доверия к системам защиты:</a:t>
            </a:r>
            <a:r>
              <a:rPr lang="ru-RU" sz="1200" b="0" i="0" kern="1200" dirty="0">
                <a:solidFill>
                  <a:schemeClr val="tx1"/>
                </a:solidFill>
                <a:effectLst/>
                <a:latin typeface="+mn-lt"/>
                <a:ea typeface="+mn-ea"/>
                <a:cs typeface="+mn-cs"/>
              </a:rPr>
              <a:t> Если модель обнаружения аномалий можно обойти с помощью адверсариальных примеров или отравить, то вся система безопасности КФС становится ненадежной.</a:t>
            </a:r>
          </a:p>
          <a:p>
            <a:r>
              <a:rPr lang="ru-RU" sz="1200" b="1" i="0" kern="1200" dirty="0">
                <a:solidFill>
                  <a:schemeClr val="tx1"/>
                </a:solidFill>
                <a:effectLst/>
                <a:latin typeface="+mn-lt"/>
                <a:ea typeface="+mn-ea"/>
                <a:cs typeface="+mn-cs"/>
              </a:rPr>
              <a:t>Скрытые угрозы:</a:t>
            </a:r>
            <a:r>
              <a:rPr lang="ru-RU" sz="1200" b="0" i="0" kern="1200" dirty="0">
                <a:solidFill>
                  <a:schemeClr val="tx1"/>
                </a:solidFill>
                <a:effectLst/>
                <a:latin typeface="+mn-lt"/>
                <a:ea typeface="+mn-ea"/>
                <a:cs typeface="+mn-cs"/>
              </a:rPr>
              <a:t> Бэкдор-атаки позволяют заложить "мину замедленного действия" в систему, которая может быть активирована в самый неподходящий момент.</a:t>
            </a:r>
          </a:p>
          <a:p>
            <a:r>
              <a:rPr lang="ru-RU" sz="1200" b="1" i="0" kern="1200" dirty="0">
                <a:solidFill>
                  <a:schemeClr val="tx1"/>
                </a:solidFill>
                <a:effectLst/>
                <a:latin typeface="+mn-lt"/>
                <a:ea typeface="+mn-ea"/>
                <a:cs typeface="+mn-cs"/>
              </a:rPr>
              <a:t>Утечка критической информации: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Membership</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Inference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a:t>
            </a:r>
            <a:r>
              <a:rPr lang="ru-RU" sz="1200" b="0" i="0" kern="1200" dirty="0">
                <a:solidFill>
                  <a:schemeClr val="tx1"/>
                </a:solidFill>
                <a:effectLst/>
                <a:latin typeface="+mn-lt"/>
                <a:ea typeface="+mn-ea"/>
                <a:cs typeface="+mn-cs"/>
              </a:rPr>
              <a:t> может привести к разглашению информации о критической инфраструктуре, которая считалась закрытой.</a:t>
            </a:r>
          </a:p>
          <a:p>
            <a:r>
              <a:rPr lang="ru-RU" sz="1200" b="0" i="0" kern="1200" dirty="0">
                <a:solidFill>
                  <a:schemeClr val="tx1"/>
                </a:solidFill>
                <a:effectLst/>
                <a:latin typeface="+mn-lt"/>
                <a:ea typeface="+mn-ea"/>
                <a:cs typeface="+mn-cs"/>
              </a:rPr>
              <a:t>Таким образом, развертывание </a:t>
            </a:r>
            <a:r>
              <a:rPr lang="ru-RU" sz="1200" b="0" i="0" kern="1200" dirty="0" err="1">
                <a:solidFill>
                  <a:schemeClr val="tx1"/>
                </a:solidFill>
                <a:effectLst/>
                <a:latin typeface="+mn-lt"/>
                <a:ea typeface="+mn-ea"/>
                <a:cs typeface="+mn-cs"/>
              </a:rPr>
              <a:t>GenAI</a:t>
            </a:r>
            <a:r>
              <a:rPr lang="ru-RU" sz="1200" b="0" i="0" kern="1200" dirty="0">
                <a:solidFill>
                  <a:schemeClr val="tx1"/>
                </a:solidFill>
                <a:effectLst/>
                <a:latin typeface="+mn-lt"/>
                <a:ea typeface="+mn-ea"/>
                <a:cs typeface="+mn-cs"/>
              </a:rPr>
              <a:t> для защиты КФС должно сопровождаться </a:t>
            </a:r>
            <a:r>
              <a:rPr lang="ru-RU" sz="1200" b="1" i="0" kern="1200" dirty="0">
                <a:solidFill>
                  <a:schemeClr val="tx1"/>
                </a:solidFill>
                <a:effectLst/>
                <a:latin typeface="+mn-lt"/>
                <a:ea typeface="+mn-ea"/>
                <a:cs typeface="+mn-cs"/>
              </a:rPr>
              <a:t>строгими мерами безопасности самих AI-моделей</a:t>
            </a:r>
            <a:r>
              <a:rPr lang="ru-RU" sz="1200" b="0" i="0" kern="1200" dirty="0">
                <a:solidFill>
                  <a:schemeClr val="tx1"/>
                </a:solidFill>
                <a:effectLst/>
                <a:latin typeface="+mn-lt"/>
                <a:ea typeface="+mn-ea"/>
                <a:cs typeface="+mn-cs"/>
              </a:rPr>
              <a:t>, включая:</a:t>
            </a:r>
          </a:p>
          <a:p>
            <a:r>
              <a:rPr lang="ru-RU" sz="1200" b="1" i="0" kern="1200" dirty="0">
                <a:solidFill>
                  <a:schemeClr val="tx1"/>
                </a:solidFill>
                <a:effectLst/>
                <a:latin typeface="+mn-lt"/>
                <a:ea typeface="+mn-ea"/>
                <a:cs typeface="+mn-cs"/>
              </a:rPr>
              <a:t>Защиту целостности тренировочных данных.</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Регулярное тестирование на устойчивость к адверсариальным атакам.</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Внедрение методов дифференциальной приватности для защиты обучающих данных.</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Принцип "минимальных привилегий" для доступа к моделям.</a:t>
            </a:r>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18</a:t>
            </a:fld>
            <a:endParaRPr lang="ru-RU"/>
          </a:p>
        </p:txBody>
      </p:sp>
    </p:spTree>
    <p:extLst>
      <p:ext uri="{BB962C8B-B14F-4D97-AF65-F5344CB8AC3E}">
        <p14:creationId xmlns:p14="http://schemas.microsoft.com/office/powerpoint/2010/main" val="1564177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Приведённая ниже матрица ATLAS показывает последовательность тактик, используемых при атаках, в виде столбцов слева направо, а также методы машинного обучения, относящиеся к каждой тактике. </a:t>
            </a:r>
            <a:r>
              <a:rPr lang="ru-RU" sz="1200" b="0" i="0" kern="1200" baseline="30000" dirty="0">
                <a:solidFill>
                  <a:schemeClr val="tx1"/>
                </a:solidFill>
                <a:effectLst/>
                <a:latin typeface="+mn-lt"/>
                <a:ea typeface="+mn-ea"/>
                <a:cs typeface="+mn-cs"/>
              </a:rPr>
              <a:t>&amp;</a:t>
            </a:r>
            <a:r>
              <a:rPr lang="ru-RU" dirty="0"/>
              <a:t> указывает на адаптацию из ATT&amp;CK. Нажмите на синие ссылки, чтобы узнать больше о каждом элементе, или выполните поиск и просмотрите тактики и методы ATLAS с помощью ссылок на верхней панели навигации. Просмотрите матрицу ATLAS, выделенную вместе с методами ATT&amp;CK Enterprise, в </a:t>
            </a:r>
            <a:r>
              <a:rPr lang="ru-RU" sz="1200" b="0" i="0" u="none" strike="noStrike" kern="1200" dirty="0">
                <a:solidFill>
                  <a:schemeClr val="tx1"/>
                </a:solidFill>
                <a:effectLst/>
                <a:latin typeface="+mn-lt"/>
                <a:ea typeface="+mn-ea"/>
                <a:cs typeface="+mn-cs"/>
                <a:hlinkClick r:id="rId3"/>
              </a:rPr>
              <a:t>навигаторе ATLAS</a:t>
            </a:r>
            <a:r>
              <a:rPr lang="ru-RU" dirty="0"/>
              <a:t>.</a:t>
            </a:r>
          </a:p>
          <a:p>
            <a:endParaRPr lang="ru-RU" dirty="0"/>
          </a:p>
          <a:p>
            <a:r>
              <a:rPr lang="ru-RU" sz="1200" b="1" kern="1200" dirty="0">
                <a:solidFill>
                  <a:schemeClr val="tx1"/>
                </a:solidFill>
                <a:effectLst/>
                <a:latin typeface="+mn-lt"/>
                <a:ea typeface="+mn-ea"/>
                <a:cs typeface="+mn-cs"/>
              </a:rPr>
              <a:t>Анализ тактик, техник и процедур (TTP) в контексте матрицы ATLAS: полный цикл атаки на системы искусственного интеллекта</a:t>
            </a:r>
          </a:p>
          <a:p>
            <a:r>
              <a:rPr lang="ru-RU" sz="1200" b="1" kern="1200" dirty="0">
                <a:solidFill>
                  <a:schemeClr val="tx1"/>
                </a:solidFill>
                <a:effectLst/>
                <a:latin typeface="+mn-lt"/>
                <a:ea typeface="+mn-ea"/>
                <a:cs typeface="+mn-cs"/>
              </a:rPr>
              <a:t>1. Фундаментальные понятия TTP</a:t>
            </a:r>
            <a:endParaRPr lang="ru-RU" sz="1200" b="0" kern="1200" dirty="0">
              <a:solidFill>
                <a:schemeClr val="tx1"/>
              </a:solidFill>
              <a:effectLst/>
              <a:latin typeface="+mn-lt"/>
              <a:ea typeface="+mn-ea"/>
              <a:cs typeface="+mn-cs"/>
            </a:endParaRPr>
          </a:p>
          <a:p>
            <a:r>
              <a:rPr lang="ru-RU" sz="1200" b="0" kern="1200" dirty="0">
                <a:solidFill>
                  <a:schemeClr val="tx1"/>
                </a:solidFill>
                <a:effectLst/>
                <a:latin typeface="+mn-lt"/>
                <a:ea typeface="+mn-ea"/>
                <a:cs typeface="+mn-cs"/>
              </a:rPr>
              <a:t>В современной кибербезопасности тактики, техники и процедуры (</a:t>
            </a:r>
            <a:r>
              <a:rPr lang="ru-RU" sz="1200" b="0" kern="1200" dirty="0" err="1">
                <a:solidFill>
                  <a:schemeClr val="tx1"/>
                </a:solidFill>
                <a:effectLst/>
                <a:latin typeface="+mn-lt"/>
                <a:ea typeface="+mn-ea"/>
                <a:cs typeface="+mn-cs"/>
              </a:rPr>
              <a:t>Tactics</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Techniques</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and</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Procedures</a:t>
            </a:r>
            <a:r>
              <a:rPr lang="ru-RU" sz="1200" b="0" kern="1200" dirty="0">
                <a:solidFill>
                  <a:schemeClr val="tx1"/>
                </a:solidFill>
                <a:effectLst/>
                <a:latin typeface="+mn-lt"/>
                <a:ea typeface="+mn-ea"/>
                <a:cs typeface="+mn-cs"/>
              </a:rPr>
              <a:t> - TTP) представляют собой иерархическую модель описания кибератак. </a:t>
            </a:r>
            <a:r>
              <a:rPr lang="ru-RU" sz="1200" b="1" kern="1200" dirty="0">
                <a:solidFill>
                  <a:schemeClr val="tx1"/>
                </a:solidFill>
                <a:effectLst/>
                <a:latin typeface="+mn-lt"/>
                <a:ea typeface="+mn-ea"/>
                <a:cs typeface="+mn-cs"/>
              </a:rPr>
              <a:t>Тактики</a:t>
            </a:r>
            <a:r>
              <a:rPr lang="ru-RU" sz="1200" b="0" kern="1200" dirty="0">
                <a:solidFill>
                  <a:schemeClr val="tx1"/>
                </a:solidFill>
                <a:effectLst/>
                <a:latin typeface="+mn-lt"/>
                <a:ea typeface="+mn-ea"/>
                <a:cs typeface="+mn-cs"/>
              </a:rPr>
              <a:t> определяют стратегические цели злоумышленника на каждом этапе атаки, отвечая на вопрос "зачем?". </a:t>
            </a:r>
            <a:r>
              <a:rPr lang="ru-RU" sz="1200" b="1" kern="1200" dirty="0">
                <a:solidFill>
                  <a:schemeClr val="tx1"/>
                </a:solidFill>
                <a:effectLst/>
                <a:latin typeface="+mn-lt"/>
                <a:ea typeface="+mn-ea"/>
                <a:cs typeface="+mn-cs"/>
              </a:rPr>
              <a:t>Техники</a:t>
            </a:r>
            <a:r>
              <a:rPr lang="ru-RU" sz="1200" b="0" kern="1200" dirty="0">
                <a:solidFill>
                  <a:schemeClr val="tx1"/>
                </a:solidFill>
                <a:effectLst/>
                <a:latin typeface="+mn-lt"/>
                <a:ea typeface="+mn-ea"/>
                <a:cs typeface="+mn-cs"/>
              </a:rPr>
              <a:t> представляют собой конкретные методы достижения тактических целей, описывая "как" осуществляется атака. </a:t>
            </a:r>
            <a:r>
              <a:rPr lang="ru-RU" sz="1200" b="1" kern="1200" dirty="0">
                <a:solidFill>
                  <a:schemeClr val="tx1"/>
                </a:solidFill>
                <a:effectLst/>
                <a:latin typeface="+mn-lt"/>
                <a:ea typeface="+mn-ea"/>
                <a:cs typeface="+mn-cs"/>
              </a:rPr>
              <a:t>Процедуры</a:t>
            </a:r>
            <a:r>
              <a:rPr lang="ru-RU" sz="1200" b="0" kern="1200" dirty="0">
                <a:solidFill>
                  <a:schemeClr val="tx1"/>
                </a:solidFill>
                <a:effectLst/>
                <a:latin typeface="+mn-lt"/>
                <a:ea typeface="+mn-ea"/>
                <a:cs typeface="+mn-cs"/>
              </a:rPr>
              <a:t> являются детализированными пошаговыми руководствами по реализации техник, включая конкретные инструменты и скрипты. Матрица ATLAS адаптирует эту модель для специализированных атак на системы искусственного интеллекта и машинного обучения.</a:t>
            </a:r>
          </a:p>
          <a:p>
            <a:r>
              <a:rPr lang="ru-RU" sz="1200" b="1" kern="1200" dirty="0">
                <a:solidFill>
                  <a:schemeClr val="tx1"/>
                </a:solidFill>
                <a:effectLst/>
                <a:latin typeface="+mn-lt"/>
                <a:ea typeface="+mn-ea"/>
                <a:cs typeface="+mn-cs"/>
              </a:rPr>
              <a:t>2. Детальный разбор стадий цепочки атаки</a:t>
            </a:r>
            <a:endParaRPr lang="ru-RU" sz="1200" b="0" kern="1200" dirty="0">
              <a:solidFill>
                <a:schemeClr val="tx1"/>
              </a:solidFill>
              <a:effectLst/>
              <a:latin typeface="+mn-lt"/>
              <a:ea typeface="+mn-ea"/>
              <a:cs typeface="+mn-cs"/>
            </a:endParaRPr>
          </a:p>
          <a:p>
            <a:r>
              <a:rPr lang="ru-RU" sz="1200" b="1" kern="1200" dirty="0">
                <a:solidFill>
                  <a:schemeClr val="tx1"/>
                </a:solidFill>
                <a:effectLst/>
                <a:latin typeface="+mn-lt"/>
                <a:ea typeface="+mn-ea"/>
                <a:cs typeface="+mn-cs"/>
              </a:rPr>
              <a:t>Фаза разведки (</a:t>
            </a:r>
            <a:r>
              <a:rPr lang="ru-RU" sz="1200" b="1" kern="1200" dirty="0" err="1">
                <a:solidFill>
                  <a:schemeClr val="tx1"/>
                </a:solidFill>
                <a:effectLst/>
                <a:latin typeface="+mn-lt"/>
                <a:ea typeface="+mn-ea"/>
                <a:cs typeface="+mn-cs"/>
              </a:rPr>
              <a:t>Reconnaissance</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На начальной стадии злоумышленник собирает информацию о целевой системе ИИ. Тактика включает активное и пассивное сканирование инфраструктуры. Техники включают сбор RAG-индексации (</a:t>
            </a:r>
            <a:r>
              <a:rPr lang="ru-RU" sz="1200" b="0" kern="1200" dirty="0" err="1">
                <a:solidFill>
                  <a:schemeClr val="tx1"/>
                </a:solidFill>
                <a:effectLst/>
                <a:latin typeface="+mn-lt"/>
                <a:ea typeface="+mn-ea"/>
                <a:cs typeface="+mn-cs"/>
              </a:rPr>
              <a:t>Retrieval-Augmented</a:t>
            </a:r>
            <a:r>
              <a:rPr lang="ru-RU" sz="1200" b="0" kern="1200" dirty="0">
                <a:solidFill>
                  <a:schemeClr val="tx1"/>
                </a:solidFill>
                <a:effectLst/>
                <a:latin typeface="+mn-lt"/>
                <a:ea typeface="+mn-ea"/>
                <a:cs typeface="+mn-cs"/>
              </a:rPr>
              <a:t> Generation), поиск открытых уязвимостей ИИ в репозиториях, анализ открытых технических баз данных и идентификацию веб-ресурсов, принадлежащих жертве. Процедуры могут включать автоматизированный парсинг </a:t>
            </a:r>
            <a:r>
              <a:rPr lang="ru-RU" sz="1200" b="0" kern="1200" dirty="0" err="1">
                <a:solidFill>
                  <a:schemeClr val="tx1"/>
                </a:solidFill>
                <a:effectLst/>
                <a:latin typeface="+mn-lt"/>
                <a:ea typeface="+mn-ea"/>
                <a:cs typeface="+mn-cs"/>
              </a:rPr>
              <a:t>GitHub</a:t>
            </a:r>
            <a:r>
              <a:rPr lang="ru-RU" sz="1200" b="0" kern="1200" dirty="0">
                <a:solidFill>
                  <a:schemeClr val="tx1"/>
                </a:solidFill>
                <a:effectLst/>
                <a:latin typeface="+mn-lt"/>
                <a:ea typeface="+mn-ea"/>
                <a:cs typeface="+mn-cs"/>
              </a:rPr>
              <a:t> репозиториев, сканирование API </a:t>
            </a:r>
            <a:r>
              <a:rPr lang="ru-RU" sz="1200" b="0" kern="1200" dirty="0" err="1">
                <a:solidFill>
                  <a:schemeClr val="tx1"/>
                </a:solidFill>
                <a:effectLst/>
                <a:latin typeface="+mn-lt"/>
                <a:ea typeface="+mn-ea"/>
                <a:cs typeface="+mn-cs"/>
              </a:rPr>
              <a:t>эндпоинтов</a:t>
            </a:r>
            <a:r>
              <a:rPr lang="ru-RU" sz="1200" b="0" kern="1200" dirty="0">
                <a:solidFill>
                  <a:schemeClr val="tx1"/>
                </a:solidFill>
                <a:effectLst/>
                <a:latin typeface="+mn-lt"/>
                <a:ea typeface="+mn-ea"/>
                <a:cs typeface="+mn-cs"/>
              </a:rPr>
              <a:t> и анализ документации к ML-моделям.</a:t>
            </a:r>
          </a:p>
          <a:p>
            <a:r>
              <a:rPr lang="ru-RU" sz="1200" b="1" kern="1200" dirty="0">
                <a:solidFill>
                  <a:schemeClr val="tx1"/>
                </a:solidFill>
                <a:effectLst/>
                <a:latin typeface="+mn-lt"/>
                <a:ea typeface="+mn-ea"/>
                <a:cs typeface="+mn-cs"/>
              </a:rPr>
              <a:t>Фаза разработки (Resource Development)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Злоумышленник подготавливает необходимые ресурсы для атаки. Тактика включает приобретение инфраструктуры и разработку </a:t>
            </a:r>
            <a:r>
              <a:rPr lang="ru-RU" sz="1200" b="0" kern="1200" dirty="0" err="1">
                <a:solidFill>
                  <a:schemeClr val="tx1"/>
                </a:solidFill>
                <a:effectLst/>
                <a:latin typeface="+mn-lt"/>
                <a:ea typeface="+mn-ea"/>
                <a:cs typeface="+mn-cs"/>
              </a:rPr>
              <a:t>capabilities</a:t>
            </a:r>
            <a:r>
              <a:rPr lang="ru-RU" sz="1200" b="0" kern="1200" dirty="0">
                <a:solidFill>
                  <a:schemeClr val="tx1"/>
                </a:solidFill>
                <a:effectLst/>
                <a:latin typeface="+mn-lt"/>
                <a:ea typeface="+mn-ea"/>
                <a:cs typeface="+mn-cs"/>
              </a:rPr>
              <a:t>. Техники включают приобретение общедоступных артефактов ИИ, создание отравленных наборов данных и публикацию вредоносных моделей. Процедуры включают создание поддельных учетных записей в ML-платформах, разработку специализированных инструментов для </a:t>
            </a:r>
            <a:r>
              <a:rPr lang="ru-RU" sz="1200" b="0" kern="1200" dirty="0" err="1">
                <a:solidFill>
                  <a:schemeClr val="tx1"/>
                </a:solidFill>
                <a:effectLst/>
                <a:latin typeface="+mn-lt"/>
                <a:ea typeface="+mn-ea"/>
                <a:cs typeface="+mn-cs"/>
              </a:rPr>
              <a:t>poisoning</a:t>
            </a:r>
            <a:r>
              <a:rPr lang="ru-RU" sz="1200" b="0" kern="1200" dirty="0">
                <a:solidFill>
                  <a:schemeClr val="tx1"/>
                </a:solidFill>
                <a:effectLst/>
                <a:latin typeface="+mn-lt"/>
                <a:ea typeface="+mn-ea"/>
                <a:cs typeface="+mn-cs"/>
              </a:rPr>
              <a:t> атак и подготовку </a:t>
            </a:r>
            <a:r>
              <a:rPr lang="ru-RU" sz="1200" b="0" kern="1200" dirty="0" err="1">
                <a:solidFill>
                  <a:schemeClr val="tx1"/>
                </a:solidFill>
                <a:effectLst/>
                <a:latin typeface="+mn-lt"/>
                <a:ea typeface="+mn-ea"/>
                <a:cs typeface="+mn-cs"/>
              </a:rPr>
              <a:t>инференс</a:t>
            </a:r>
            <a:r>
              <a:rPr lang="ru-RU" sz="1200" b="0" kern="1200" dirty="0">
                <a:solidFill>
                  <a:schemeClr val="tx1"/>
                </a:solidFill>
                <a:effectLst/>
                <a:latin typeface="+mn-lt"/>
                <a:ea typeface="+mn-ea"/>
                <a:cs typeface="+mn-cs"/>
              </a:rPr>
              <a:t>-инфраструктуры.</a:t>
            </a:r>
          </a:p>
          <a:p>
            <a:r>
              <a:rPr lang="ru-RU" sz="1200" b="1" kern="1200" dirty="0">
                <a:solidFill>
                  <a:schemeClr val="tx1"/>
                </a:solidFill>
                <a:effectLst/>
                <a:latin typeface="+mn-lt"/>
                <a:ea typeface="+mn-ea"/>
                <a:cs typeface="+mn-cs"/>
              </a:rPr>
              <a:t>Фаза первоначального доступа (</a:t>
            </a:r>
            <a:r>
              <a:rPr lang="ru-RU" sz="1200" b="1" kern="1200" dirty="0" err="1">
                <a:solidFill>
                  <a:schemeClr val="tx1"/>
                </a:solidFill>
                <a:effectLst/>
                <a:latin typeface="+mn-lt"/>
                <a:ea typeface="+mn-ea"/>
                <a:cs typeface="+mn-cs"/>
              </a:rPr>
              <a:t>Initial</a:t>
            </a:r>
            <a:r>
              <a:rPr lang="ru-RU" sz="1200" b="1" kern="1200" dirty="0">
                <a:solidFill>
                  <a:schemeClr val="tx1"/>
                </a:solidFill>
                <a:effectLst/>
                <a:latin typeface="+mn-lt"/>
                <a:ea typeface="+mn-ea"/>
                <a:cs typeface="+mn-cs"/>
              </a:rPr>
              <a:t> Access)</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направлена на получение первоначального доступа к системе ИИ. Техники включают компрометацию цепочки поставок ИИ, эксплуатацию публичных API вывода моделей и фишинг с использованием AI-генеративного контента. Процедуры включают внедрение </a:t>
            </a:r>
            <a:r>
              <a:rPr lang="ru-RU" sz="1200" b="0" kern="1200" dirty="0" err="1">
                <a:solidFill>
                  <a:schemeClr val="tx1"/>
                </a:solidFill>
                <a:effectLst/>
                <a:latin typeface="+mn-lt"/>
                <a:ea typeface="+mn-ea"/>
                <a:cs typeface="+mn-cs"/>
              </a:rPr>
              <a:t>backdoor</a:t>
            </a:r>
            <a:r>
              <a:rPr lang="ru-RU" sz="1200" b="0" kern="1200" dirty="0">
                <a:solidFill>
                  <a:schemeClr val="tx1"/>
                </a:solidFill>
                <a:effectLst/>
                <a:latin typeface="+mn-lt"/>
                <a:ea typeface="+mn-ea"/>
                <a:cs typeface="+mn-cs"/>
              </a:rPr>
              <a:t> в тренировочные </a:t>
            </a:r>
            <a:r>
              <a:rPr lang="ru-RU" sz="1200" b="0" kern="1200" dirty="0" err="1">
                <a:solidFill>
                  <a:schemeClr val="tx1"/>
                </a:solidFill>
                <a:effectLst/>
                <a:latin typeface="+mn-lt"/>
                <a:ea typeface="+mn-ea"/>
                <a:cs typeface="+mn-cs"/>
              </a:rPr>
              <a:t>пайплайны</a:t>
            </a:r>
            <a:r>
              <a:rPr lang="ru-RU" sz="1200" b="0" kern="1200" dirty="0">
                <a:solidFill>
                  <a:schemeClr val="tx1"/>
                </a:solidFill>
                <a:effectLst/>
                <a:latin typeface="+mn-lt"/>
                <a:ea typeface="+mn-ea"/>
                <a:cs typeface="+mn-cs"/>
              </a:rPr>
              <a:t>, эксплуатацию уязвимостей в ML-</a:t>
            </a:r>
            <a:r>
              <a:rPr lang="ru-RU" sz="1200" b="0" kern="1200" dirty="0" err="1">
                <a:solidFill>
                  <a:schemeClr val="tx1"/>
                </a:solidFill>
                <a:effectLst/>
                <a:latin typeface="+mn-lt"/>
                <a:ea typeface="+mn-ea"/>
                <a:cs typeface="+mn-cs"/>
              </a:rPr>
              <a:t>ops</a:t>
            </a:r>
            <a:r>
              <a:rPr lang="ru-RU" sz="1200" b="0" kern="1200" dirty="0">
                <a:solidFill>
                  <a:schemeClr val="tx1"/>
                </a:solidFill>
                <a:effectLst/>
                <a:latin typeface="+mn-lt"/>
                <a:ea typeface="+mn-ea"/>
                <a:cs typeface="+mn-cs"/>
              </a:rPr>
              <a:t> платформах и подделку AI-сервисов.</a:t>
            </a:r>
          </a:p>
          <a:p>
            <a:r>
              <a:rPr lang="ru-RU" sz="1200" b="1" kern="1200" dirty="0">
                <a:solidFill>
                  <a:schemeClr val="tx1"/>
                </a:solidFill>
                <a:effectLst/>
                <a:latin typeface="+mn-lt"/>
                <a:ea typeface="+mn-ea"/>
                <a:cs typeface="+mn-cs"/>
              </a:rPr>
              <a:t>Фаза выполнения (</a:t>
            </a:r>
            <a:r>
              <a:rPr lang="ru-RU" sz="1200" b="1" kern="1200" dirty="0" err="1">
                <a:solidFill>
                  <a:schemeClr val="tx1"/>
                </a:solidFill>
                <a:effectLst/>
                <a:latin typeface="+mn-lt"/>
                <a:ea typeface="+mn-ea"/>
                <a:cs typeface="+mn-cs"/>
              </a:rPr>
              <a:t>Execution</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направлена на запуск вредоносного кода или команд в целевой среде. Техники включают инъекцию в LLM (</a:t>
            </a:r>
            <a:r>
              <a:rPr lang="ru-RU" sz="1200" b="0" kern="1200" dirty="0" err="1">
                <a:solidFill>
                  <a:schemeClr val="tx1"/>
                </a:solidFill>
                <a:effectLst/>
                <a:latin typeface="+mn-lt"/>
                <a:ea typeface="+mn-ea"/>
                <a:cs typeface="+mn-cs"/>
              </a:rPr>
              <a:t>Prompt</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Injection</a:t>
            </a:r>
            <a:r>
              <a:rPr lang="ru-RU" sz="1200" b="0" kern="1200" dirty="0">
                <a:solidFill>
                  <a:schemeClr val="tx1"/>
                </a:solidFill>
                <a:effectLst/>
                <a:latin typeface="+mn-lt"/>
                <a:ea typeface="+mn-ea"/>
                <a:cs typeface="+mn-cs"/>
              </a:rPr>
              <a:t>), выполнение команд через интерпретатор кода и манипуляцию контекстом AI-агента. Процедуры включают эксплуатацию уязвимостей в системах RAG, внедрение </a:t>
            </a:r>
            <a:r>
              <a:rPr lang="ru-RU" sz="1200" b="0" kern="1200" dirty="0" err="1">
                <a:solidFill>
                  <a:schemeClr val="tx1"/>
                </a:solidFill>
                <a:effectLst/>
                <a:latin typeface="+mn-lt"/>
                <a:ea typeface="+mn-ea"/>
                <a:cs typeface="+mn-cs"/>
              </a:rPr>
              <a:t>malicious</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payload</a:t>
            </a:r>
            <a:r>
              <a:rPr lang="ru-RU" sz="1200" b="0" kern="1200" dirty="0">
                <a:solidFill>
                  <a:schemeClr val="tx1"/>
                </a:solidFill>
                <a:effectLst/>
                <a:latin typeface="+mn-lt"/>
                <a:ea typeface="+mn-ea"/>
                <a:cs typeface="+mn-cs"/>
              </a:rPr>
              <a:t> в тренировочные процессы и использование уязвимостей в системах автоматического машинного обучения (</a:t>
            </a:r>
            <a:r>
              <a:rPr lang="ru-RU" sz="1200" b="0" kern="1200" dirty="0" err="1">
                <a:solidFill>
                  <a:schemeClr val="tx1"/>
                </a:solidFill>
                <a:effectLst/>
                <a:latin typeface="+mn-lt"/>
                <a:ea typeface="+mn-ea"/>
                <a:cs typeface="+mn-cs"/>
              </a:rPr>
              <a:t>AutoML</a:t>
            </a:r>
            <a:r>
              <a:rPr lang="ru-RU" sz="1200" b="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Фаза сохранения (</a:t>
            </a:r>
            <a:r>
              <a:rPr lang="ru-RU" sz="1200" b="1" kern="1200" dirty="0" err="1">
                <a:solidFill>
                  <a:schemeClr val="tx1"/>
                </a:solidFill>
                <a:effectLst/>
                <a:latin typeface="+mn-lt"/>
                <a:ea typeface="+mn-ea"/>
                <a:cs typeface="+mn-cs"/>
              </a:rPr>
              <a:t>Persistence</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обеспечивает сохранение доступа к системе после компрометации. Техники включают модификацию конфигурации AI-агента, внедрение </a:t>
            </a:r>
            <a:r>
              <a:rPr lang="ru-RU" sz="1200" b="0" kern="1200" dirty="0" err="1">
                <a:solidFill>
                  <a:schemeClr val="tx1"/>
                </a:solidFill>
                <a:effectLst/>
                <a:latin typeface="+mn-lt"/>
                <a:ea typeface="+mn-ea"/>
                <a:cs typeface="+mn-cs"/>
              </a:rPr>
              <a:t>backdoor</a:t>
            </a:r>
            <a:r>
              <a:rPr lang="ru-RU" sz="1200" b="0" kern="1200" dirty="0">
                <a:solidFill>
                  <a:schemeClr val="tx1"/>
                </a:solidFill>
                <a:effectLst/>
                <a:latin typeface="+mn-lt"/>
                <a:ea typeface="+mn-ea"/>
                <a:cs typeface="+mn-cs"/>
              </a:rPr>
              <a:t> в ML-модели и манипуляцию весами нейронных сетей. Процедуры включают изменение конфигурационных файлов тренировочных </a:t>
            </a:r>
            <a:r>
              <a:rPr lang="ru-RU" sz="1200" b="0" kern="1200" dirty="0" err="1">
                <a:solidFill>
                  <a:schemeClr val="tx1"/>
                </a:solidFill>
                <a:effectLst/>
                <a:latin typeface="+mn-lt"/>
                <a:ea typeface="+mn-ea"/>
                <a:cs typeface="+mn-cs"/>
              </a:rPr>
              <a:t>пайплайнов</a:t>
            </a:r>
            <a:r>
              <a:rPr lang="ru-RU" sz="1200" b="0" kern="1200" dirty="0">
                <a:solidFill>
                  <a:schemeClr val="tx1"/>
                </a:solidFill>
                <a:effectLst/>
                <a:latin typeface="+mn-lt"/>
                <a:ea typeface="+mn-ea"/>
                <a:cs typeface="+mn-cs"/>
              </a:rPr>
              <a:t>, модификацию сервисов AI-</a:t>
            </a:r>
            <a:r>
              <a:rPr lang="ru-RU" sz="1200" b="0" kern="1200" dirty="0" err="1">
                <a:solidFill>
                  <a:schemeClr val="tx1"/>
                </a:solidFill>
                <a:effectLst/>
                <a:latin typeface="+mn-lt"/>
                <a:ea typeface="+mn-ea"/>
                <a:cs typeface="+mn-cs"/>
              </a:rPr>
              <a:t>инференса</a:t>
            </a:r>
            <a:r>
              <a:rPr lang="ru-RU" sz="1200" b="0" kern="1200" dirty="0">
                <a:solidFill>
                  <a:schemeClr val="tx1"/>
                </a:solidFill>
                <a:effectLst/>
                <a:latin typeface="+mn-lt"/>
                <a:ea typeface="+mn-ea"/>
                <a:cs typeface="+mn-cs"/>
              </a:rPr>
              <a:t> и создание скрытых учетных записей в ML-платформах.</a:t>
            </a:r>
          </a:p>
          <a:p>
            <a:r>
              <a:rPr lang="ru-RU" sz="1200" b="1" kern="1200" dirty="0">
                <a:solidFill>
                  <a:schemeClr val="tx1"/>
                </a:solidFill>
                <a:effectLst/>
                <a:latin typeface="+mn-lt"/>
                <a:ea typeface="+mn-ea"/>
                <a:cs typeface="+mn-cs"/>
              </a:rPr>
              <a:t>Фаза эскалации привилегий (</a:t>
            </a:r>
            <a:r>
              <a:rPr lang="ru-RU" sz="1200" b="1" kern="1200" dirty="0" err="1">
                <a:solidFill>
                  <a:schemeClr val="tx1"/>
                </a:solidFill>
                <a:effectLst/>
                <a:latin typeface="+mn-lt"/>
                <a:ea typeface="+mn-ea"/>
                <a:cs typeface="+mn-cs"/>
              </a:rPr>
              <a:t>Privilege</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Escalation</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направлена на получение повышенных привилегий в AI-системе. Техники включают манипуляцию правами доступа к моделям, эксплуатацию уязвимостей в системах управления ML-жизненным циклом (</a:t>
            </a:r>
            <a:r>
              <a:rPr lang="ru-RU" sz="1200" b="0" kern="1200" dirty="0" err="1">
                <a:solidFill>
                  <a:schemeClr val="tx1"/>
                </a:solidFill>
                <a:effectLst/>
                <a:latin typeface="+mn-lt"/>
                <a:ea typeface="+mn-ea"/>
                <a:cs typeface="+mn-cs"/>
              </a:rPr>
              <a:t>MLOps</a:t>
            </a:r>
            <a:r>
              <a:rPr lang="ru-RU" sz="1200" b="0" kern="1200" dirty="0">
                <a:solidFill>
                  <a:schemeClr val="tx1"/>
                </a:solidFill>
                <a:effectLst/>
                <a:latin typeface="+mn-lt"/>
                <a:ea typeface="+mn-ea"/>
                <a:cs typeface="+mn-cs"/>
              </a:rPr>
              <a:t>) и несанкционированный доступ к тренировочным кластерам. Процедуры включают атаки на системы аутентификации ML-платформ и эксплуатацию </a:t>
            </a:r>
            <a:r>
              <a:rPr lang="ru-RU" sz="1200" b="0" kern="1200" dirty="0" err="1">
                <a:solidFill>
                  <a:schemeClr val="tx1"/>
                </a:solidFill>
                <a:effectLst/>
                <a:latin typeface="+mn-lt"/>
                <a:ea typeface="+mn-ea"/>
                <a:cs typeface="+mn-cs"/>
              </a:rPr>
              <a:t>misconfigurations</a:t>
            </a:r>
            <a:r>
              <a:rPr lang="ru-RU" sz="1200" b="0" kern="1200" dirty="0">
                <a:solidFill>
                  <a:schemeClr val="tx1"/>
                </a:solidFill>
                <a:effectLst/>
                <a:latin typeface="+mn-lt"/>
                <a:ea typeface="+mn-ea"/>
                <a:cs typeface="+mn-cs"/>
              </a:rPr>
              <a:t> в распределенных тренировочных системах.</a:t>
            </a:r>
          </a:p>
          <a:p>
            <a:r>
              <a:rPr lang="ru-RU" sz="1200" b="1" kern="1200" dirty="0">
                <a:solidFill>
                  <a:schemeClr val="tx1"/>
                </a:solidFill>
                <a:effectLst/>
                <a:latin typeface="+mn-lt"/>
                <a:ea typeface="+mn-ea"/>
                <a:cs typeface="+mn-cs"/>
              </a:rPr>
              <a:t>Фаза обхода защиты (Defense </a:t>
            </a:r>
            <a:r>
              <a:rPr lang="ru-RU" sz="1200" b="1" kern="1200" dirty="0" err="1">
                <a:solidFill>
                  <a:schemeClr val="tx1"/>
                </a:solidFill>
                <a:effectLst/>
                <a:latin typeface="+mn-lt"/>
                <a:ea typeface="+mn-ea"/>
                <a:cs typeface="+mn-cs"/>
              </a:rPr>
              <a:t>Evasion</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методы обхода систем защиты AI-систем. Техники включают уклонение от AI-моделей детектирования, </a:t>
            </a:r>
            <a:r>
              <a:rPr lang="ru-RU" sz="1200" b="0" kern="1200" dirty="0" err="1">
                <a:solidFill>
                  <a:schemeClr val="tx1"/>
                </a:solidFill>
                <a:effectLst/>
                <a:latin typeface="+mn-lt"/>
                <a:ea typeface="+mn-ea"/>
                <a:cs typeface="+mn-cs"/>
              </a:rPr>
              <a:t>jailbreak</a:t>
            </a:r>
            <a:r>
              <a:rPr lang="ru-RU" sz="1200" b="0" kern="1200" dirty="0">
                <a:solidFill>
                  <a:schemeClr val="tx1"/>
                </a:solidFill>
                <a:effectLst/>
                <a:latin typeface="+mn-lt"/>
                <a:ea typeface="+mn-ea"/>
                <a:cs typeface="+mn-cs"/>
              </a:rPr>
              <a:t> LLM, маскировку под доверенные выходные компоненты LLM и запутывание </a:t>
            </a:r>
            <a:r>
              <a:rPr lang="ru-RU" sz="1200" b="0" kern="1200" dirty="0" err="1">
                <a:solidFill>
                  <a:schemeClr val="tx1"/>
                </a:solidFill>
                <a:effectLst/>
                <a:latin typeface="+mn-lt"/>
                <a:ea typeface="+mn-ea"/>
                <a:cs typeface="+mn-cs"/>
              </a:rPr>
              <a:t>adversarial</a:t>
            </a:r>
            <a:r>
              <a:rPr lang="ru-RU" sz="1200" b="0" kern="1200" dirty="0">
                <a:solidFill>
                  <a:schemeClr val="tx1"/>
                </a:solidFill>
                <a:effectLst/>
                <a:latin typeface="+mn-lt"/>
                <a:ea typeface="+mn-ea"/>
                <a:cs typeface="+mn-cs"/>
              </a:rPr>
              <a:t> примеров. Процедуры включают генерацию стелс-промптов, использование </a:t>
            </a:r>
            <a:r>
              <a:rPr lang="ru-RU" sz="1200" b="0" kern="1200" dirty="0" err="1">
                <a:solidFill>
                  <a:schemeClr val="tx1"/>
                </a:solidFill>
                <a:effectLst/>
                <a:latin typeface="+mn-lt"/>
                <a:ea typeface="+mn-ea"/>
                <a:cs typeface="+mn-cs"/>
              </a:rPr>
              <a:t>adversarial</a:t>
            </a:r>
            <a:r>
              <a:rPr lang="ru-RU" sz="1200" b="0" kern="1200" dirty="0">
                <a:solidFill>
                  <a:schemeClr val="tx1"/>
                </a:solidFill>
                <a:effectLst/>
                <a:latin typeface="+mn-lt"/>
                <a:ea typeface="+mn-ea"/>
                <a:cs typeface="+mn-cs"/>
              </a:rPr>
              <a:t> атак </a:t>
            </a:r>
            <a:r>
              <a:rPr lang="ru-RU" sz="1200" b="0" kern="1200" dirty="0" err="1">
                <a:solidFill>
                  <a:schemeClr val="tx1"/>
                </a:solidFill>
                <a:effectLst/>
                <a:latin typeface="+mn-lt"/>
                <a:ea typeface="+mn-ea"/>
                <a:cs typeface="+mn-cs"/>
              </a:rPr>
              <a:t>white-box</a:t>
            </a:r>
            <a:r>
              <a:rPr lang="ru-RU" sz="1200" b="0" kern="1200" dirty="0">
                <a:solidFill>
                  <a:schemeClr val="tx1"/>
                </a:solidFill>
                <a:effectLst/>
                <a:latin typeface="+mn-lt"/>
                <a:ea typeface="+mn-ea"/>
                <a:cs typeface="+mn-cs"/>
              </a:rPr>
              <a:t> и </a:t>
            </a:r>
            <a:r>
              <a:rPr lang="ru-RU" sz="1200" b="0" kern="1200" dirty="0" err="1">
                <a:solidFill>
                  <a:schemeClr val="tx1"/>
                </a:solidFill>
                <a:effectLst/>
                <a:latin typeface="+mn-lt"/>
                <a:ea typeface="+mn-ea"/>
                <a:cs typeface="+mn-cs"/>
              </a:rPr>
              <a:t>black-box</a:t>
            </a:r>
            <a:r>
              <a:rPr lang="ru-RU" sz="1200" b="0" kern="1200" dirty="0">
                <a:solidFill>
                  <a:schemeClr val="tx1"/>
                </a:solidFill>
                <a:effectLst/>
                <a:latin typeface="+mn-lt"/>
                <a:ea typeface="+mn-ea"/>
                <a:cs typeface="+mn-cs"/>
              </a:rPr>
              <a:t> типа, и манипуляцию метаданными ML-моделей.</a:t>
            </a:r>
          </a:p>
          <a:p>
            <a:r>
              <a:rPr lang="ru-RU" sz="1200" b="1" kern="1200" dirty="0">
                <a:solidFill>
                  <a:schemeClr val="tx1"/>
                </a:solidFill>
                <a:effectLst/>
                <a:latin typeface="+mn-lt"/>
                <a:ea typeface="+mn-ea"/>
                <a:cs typeface="+mn-cs"/>
              </a:rPr>
              <a:t>Фаза доступа к учетным данным (</a:t>
            </a:r>
            <a:r>
              <a:rPr lang="ru-RU" sz="1200" b="1" kern="1200" dirty="0" err="1">
                <a:solidFill>
                  <a:schemeClr val="tx1"/>
                </a:solidFill>
                <a:effectLst/>
                <a:latin typeface="+mn-lt"/>
                <a:ea typeface="+mn-ea"/>
                <a:cs typeface="+mn-cs"/>
              </a:rPr>
              <a:t>Credential</a:t>
            </a:r>
            <a:r>
              <a:rPr lang="ru-RU" sz="1200" b="1" kern="1200" dirty="0">
                <a:solidFill>
                  <a:schemeClr val="tx1"/>
                </a:solidFill>
                <a:effectLst/>
                <a:latin typeface="+mn-lt"/>
                <a:ea typeface="+mn-ea"/>
                <a:cs typeface="+mn-cs"/>
              </a:rPr>
              <a:t> Access)</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направлена на кражу учетных данных AI-систем. Техники включают сбор учетных данных от AI-агента, кражу ключей API ML-сервисов и перехват токенов аутентификации </a:t>
            </a:r>
            <a:r>
              <a:rPr lang="ru-RU" sz="1200" b="0" kern="1200" dirty="0" err="1">
                <a:solidFill>
                  <a:schemeClr val="tx1"/>
                </a:solidFill>
                <a:effectLst/>
                <a:latin typeface="+mn-lt"/>
                <a:ea typeface="+mn-ea"/>
                <a:cs typeface="+mn-cs"/>
              </a:rPr>
              <a:t>MLOps</a:t>
            </a:r>
            <a:r>
              <a:rPr lang="ru-RU" sz="1200" b="0" kern="1200" dirty="0">
                <a:solidFill>
                  <a:schemeClr val="tx1"/>
                </a:solidFill>
                <a:effectLst/>
                <a:latin typeface="+mn-lt"/>
                <a:ea typeface="+mn-ea"/>
                <a:cs typeface="+mn-cs"/>
              </a:rPr>
              <a:t>-платформ. Процедуры включают атаки на системы хранения секретов в AI-инфраструктуре и эксплуатацию уязвимостей в системах управления моделями.</a:t>
            </a:r>
          </a:p>
          <a:p>
            <a:r>
              <a:rPr lang="ru-RU" sz="1200" b="1" kern="1200" dirty="0">
                <a:solidFill>
                  <a:schemeClr val="tx1"/>
                </a:solidFill>
                <a:effectLst/>
                <a:latin typeface="+mn-lt"/>
                <a:ea typeface="+mn-ea"/>
                <a:cs typeface="+mn-cs"/>
              </a:rPr>
              <a:t>Фаза обнаружения (Discovery)</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обнаружение ресурсов и возможностей AI-системы. Техники включают обнаружение конфигурации AI-агента, идентификацию онтологии моделей ИИ и анализ артефактов ML-</a:t>
            </a:r>
            <a:r>
              <a:rPr lang="ru-RU" sz="1200" b="0" kern="1200" dirty="0" err="1">
                <a:solidFill>
                  <a:schemeClr val="tx1"/>
                </a:solidFill>
                <a:effectLst/>
                <a:latin typeface="+mn-lt"/>
                <a:ea typeface="+mn-ea"/>
                <a:cs typeface="+mn-cs"/>
              </a:rPr>
              <a:t>пайплайнов</a:t>
            </a:r>
            <a:r>
              <a:rPr lang="ru-RU" sz="1200" b="0" kern="1200" dirty="0">
                <a:solidFill>
                  <a:schemeClr val="tx1"/>
                </a:solidFill>
                <a:effectLst/>
                <a:latin typeface="+mn-lt"/>
                <a:ea typeface="+mn-ea"/>
                <a:cs typeface="+mn-cs"/>
              </a:rPr>
              <a:t>. Процедуры включают сканирование сетевых сервисов AI-инфраструктуры и анализ метаданных ML-моделей.</a:t>
            </a:r>
          </a:p>
          <a:p>
            <a:r>
              <a:rPr lang="ru-RU" sz="1200" b="1" kern="1200" dirty="0">
                <a:solidFill>
                  <a:schemeClr val="tx1"/>
                </a:solidFill>
                <a:effectLst/>
                <a:latin typeface="+mn-lt"/>
                <a:ea typeface="+mn-ea"/>
                <a:cs typeface="+mn-cs"/>
              </a:rPr>
              <a:t>Фаза бокового перемещения (</a:t>
            </a:r>
            <a:r>
              <a:rPr lang="ru-RU" sz="1200" b="1" kern="1200" dirty="0" err="1">
                <a:solidFill>
                  <a:schemeClr val="tx1"/>
                </a:solidFill>
                <a:effectLst/>
                <a:latin typeface="+mn-lt"/>
                <a:ea typeface="+mn-ea"/>
                <a:cs typeface="+mn-cs"/>
              </a:rPr>
              <a:t>Lateral</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Movement</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перемещение через AI-инфраструктуру. Техники включают использование альтернативной аутентификации и эксплуатацию </a:t>
            </a:r>
            <a:r>
              <a:rPr lang="ru-RU" sz="1200" b="0" kern="1200" dirty="0" err="1">
                <a:solidFill>
                  <a:schemeClr val="tx1"/>
                </a:solidFill>
                <a:effectLst/>
                <a:latin typeface="+mn-lt"/>
                <a:ea typeface="+mn-ea"/>
                <a:cs typeface="+mn-cs"/>
              </a:rPr>
              <a:t>trust-relationships</a:t>
            </a:r>
            <a:r>
              <a:rPr lang="ru-RU" sz="1200" b="0" kern="1200" dirty="0">
                <a:solidFill>
                  <a:schemeClr val="tx1"/>
                </a:solidFill>
                <a:effectLst/>
                <a:latin typeface="+mn-lt"/>
                <a:ea typeface="+mn-ea"/>
                <a:cs typeface="+mn-cs"/>
              </a:rPr>
              <a:t> между AI-компонентами. Процедуры включают использование скомпрометированных API ключей для доступа к смежным сервисам и эксплуатацию уязвимостей в системах </a:t>
            </a:r>
            <a:r>
              <a:rPr lang="ru-RU" sz="1200" b="0" kern="1200" dirty="0" err="1">
                <a:solidFill>
                  <a:schemeClr val="tx1"/>
                </a:solidFill>
                <a:effectLst/>
                <a:latin typeface="+mn-lt"/>
                <a:ea typeface="+mn-ea"/>
                <a:cs typeface="+mn-cs"/>
              </a:rPr>
              <a:t>оркестрации</a:t>
            </a:r>
            <a:r>
              <a:rPr lang="ru-RU" sz="1200" b="0" kern="1200" dirty="0">
                <a:solidFill>
                  <a:schemeClr val="tx1"/>
                </a:solidFill>
                <a:effectLst/>
                <a:latin typeface="+mn-lt"/>
                <a:ea typeface="+mn-ea"/>
                <a:cs typeface="+mn-cs"/>
              </a:rPr>
              <a:t> AI-</a:t>
            </a:r>
            <a:r>
              <a:rPr lang="ru-RU" sz="1200" b="0" kern="1200" dirty="0" err="1">
                <a:solidFill>
                  <a:schemeClr val="tx1"/>
                </a:solidFill>
                <a:effectLst/>
                <a:latin typeface="+mn-lt"/>
                <a:ea typeface="+mn-ea"/>
                <a:cs typeface="+mn-cs"/>
              </a:rPr>
              <a:t>workloads</a:t>
            </a:r>
            <a:r>
              <a:rPr lang="ru-RU" sz="1200" b="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Фаза сбора данных (Collection)</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сбор данных из AI-систем. Техники включают сбор данных от AI-сервисов, извлечение информации из репозиториев и кражу интеллектуальной собственности ML-моделей. Процедуры включают дамп параметров нейронных сетей и кражу тренировочных данных.</a:t>
            </a:r>
          </a:p>
          <a:p>
            <a:r>
              <a:rPr lang="ru-RU" sz="1200" b="1" kern="1200" dirty="0">
                <a:solidFill>
                  <a:schemeClr val="tx1"/>
                </a:solidFill>
                <a:effectLst/>
                <a:latin typeface="+mn-lt"/>
                <a:ea typeface="+mn-ea"/>
                <a:cs typeface="+mn-cs"/>
              </a:rPr>
              <a:t>Фаза атаки на ИИ (AI </a:t>
            </a:r>
            <a:r>
              <a:rPr lang="ru-RU" sz="1200" b="1" kern="1200" dirty="0" err="1">
                <a:solidFill>
                  <a:schemeClr val="tx1"/>
                </a:solidFill>
                <a:effectLst/>
                <a:latin typeface="+mn-lt"/>
                <a:ea typeface="+mn-ea"/>
                <a:cs typeface="+mn-cs"/>
              </a:rPr>
              <a:t>Attack</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Специфическая тактика матрицы ATLAS, включающая прямые атаки на AI-компоненты. Техники включают создание состязательных данных, генерацию глубоких подделок, манипуляцию ML-моделями и создание прокси-моделей ИИ. Процедуры включают реализацию атак типа Model </a:t>
            </a:r>
            <a:r>
              <a:rPr lang="ru-RU" sz="1200" b="0" kern="1200" dirty="0" err="1">
                <a:solidFill>
                  <a:schemeClr val="tx1"/>
                </a:solidFill>
                <a:effectLst/>
                <a:latin typeface="+mn-lt"/>
                <a:ea typeface="+mn-ea"/>
                <a:cs typeface="+mn-cs"/>
              </a:rPr>
              <a:t>Stealing</a:t>
            </a:r>
            <a:r>
              <a:rPr lang="ru-RU" sz="1200" b="0" kern="1200" dirty="0">
                <a:solidFill>
                  <a:schemeClr val="tx1"/>
                </a:solidFill>
                <a:effectLst/>
                <a:latin typeface="+mn-lt"/>
                <a:ea typeface="+mn-ea"/>
                <a:cs typeface="+mn-cs"/>
              </a:rPr>
              <a:t>, Model </a:t>
            </a:r>
            <a:r>
              <a:rPr lang="ru-RU" sz="1200" b="0" kern="1200" dirty="0" err="1">
                <a:solidFill>
                  <a:schemeClr val="tx1"/>
                </a:solidFill>
                <a:effectLst/>
                <a:latin typeface="+mn-lt"/>
                <a:ea typeface="+mn-ea"/>
                <a:cs typeface="+mn-cs"/>
              </a:rPr>
              <a:t>Inversion</a:t>
            </a:r>
            <a:r>
              <a:rPr lang="ru-RU" sz="1200" b="0" kern="1200" dirty="0">
                <a:solidFill>
                  <a:schemeClr val="tx1"/>
                </a:solidFill>
                <a:effectLst/>
                <a:latin typeface="+mn-lt"/>
                <a:ea typeface="+mn-ea"/>
                <a:cs typeface="+mn-cs"/>
              </a:rPr>
              <a:t> и </a:t>
            </a:r>
            <a:r>
              <a:rPr lang="ru-RU" sz="1200" b="0" kern="1200" dirty="0" err="1">
                <a:solidFill>
                  <a:schemeClr val="tx1"/>
                </a:solidFill>
                <a:effectLst/>
                <a:latin typeface="+mn-lt"/>
                <a:ea typeface="+mn-ea"/>
                <a:cs typeface="+mn-cs"/>
              </a:rPr>
              <a:t>Membership</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Inference</a:t>
            </a:r>
            <a:r>
              <a:rPr lang="ru-RU" sz="1200" b="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Фаза командования и контроля (Command </a:t>
            </a:r>
            <a:r>
              <a:rPr lang="ru-RU" sz="1200" b="1" kern="1200" dirty="0" err="1">
                <a:solidFill>
                  <a:schemeClr val="tx1"/>
                </a:solidFill>
                <a:effectLst/>
                <a:latin typeface="+mn-lt"/>
                <a:ea typeface="+mn-ea"/>
                <a:cs typeface="+mn-cs"/>
              </a:rPr>
              <a:t>and</a:t>
            </a:r>
            <a:r>
              <a:rPr lang="ru-RU" sz="1200" b="1" kern="1200" dirty="0">
                <a:solidFill>
                  <a:schemeClr val="tx1"/>
                </a:solidFill>
                <a:effectLst/>
                <a:latin typeface="+mn-lt"/>
                <a:ea typeface="+mn-ea"/>
                <a:cs typeface="+mn-cs"/>
              </a:rPr>
              <a:t> Control)</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установление канала управления скомпрометированной AI-системой. Техники включают использование легитимных AI-сервисов для C2-коммуникации и маскировку трафика под легитимный ML-трафик. Процедуры включают использование стеганографии в ML-моделях и эксплуатацию </a:t>
            </a:r>
            <a:r>
              <a:rPr lang="ru-RU" sz="1200" b="0" kern="1200" dirty="0" err="1">
                <a:solidFill>
                  <a:schemeClr val="tx1"/>
                </a:solidFill>
                <a:effectLst/>
                <a:latin typeface="+mn-lt"/>
                <a:ea typeface="+mn-ea"/>
                <a:cs typeface="+mn-cs"/>
              </a:rPr>
              <a:t>WebSocket</a:t>
            </a:r>
            <a:r>
              <a:rPr lang="ru-RU" sz="1200" b="0" kern="1200" dirty="0">
                <a:solidFill>
                  <a:schemeClr val="tx1"/>
                </a:solidFill>
                <a:effectLst/>
                <a:latin typeface="+mn-lt"/>
                <a:ea typeface="+mn-ea"/>
                <a:cs typeface="+mn-cs"/>
              </a:rPr>
              <a:t> соединений в AI-интерфейсах.</a:t>
            </a:r>
          </a:p>
          <a:p>
            <a:r>
              <a:rPr lang="ru-RU" sz="1200" b="1" kern="1200" dirty="0">
                <a:solidFill>
                  <a:schemeClr val="tx1"/>
                </a:solidFill>
                <a:effectLst/>
                <a:latin typeface="+mn-lt"/>
                <a:ea typeface="+mn-ea"/>
                <a:cs typeface="+mn-cs"/>
              </a:rPr>
              <a:t>Фаза </a:t>
            </a:r>
            <a:r>
              <a:rPr lang="ru-RU" sz="1200" b="1" kern="1200" dirty="0" err="1">
                <a:solidFill>
                  <a:schemeClr val="tx1"/>
                </a:solidFill>
                <a:effectLst/>
                <a:latin typeface="+mn-lt"/>
                <a:ea typeface="+mn-ea"/>
                <a:cs typeface="+mn-cs"/>
              </a:rPr>
              <a:t>эксфильтрации</a:t>
            </a:r>
            <a:r>
              <a:rPr lang="ru-RU" sz="1200" b="1" kern="1200" dirty="0">
                <a:solidFill>
                  <a:schemeClr val="tx1"/>
                </a:solidFill>
                <a:effectLst/>
                <a:latin typeface="+mn-lt"/>
                <a:ea typeface="+mn-ea"/>
                <a:cs typeface="+mn-cs"/>
              </a:rPr>
              <a:t> (</a:t>
            </a:r>
            <a:r>
              <a:rPr lang="ru-RU" sz="1200" b="1" kern="1200" dirty="0" err="1">
                <a:solidFill>
                  <a:schemeClr val="tx1"/>
                </a:solidFill>
                <a:effectLst/>
                <a:latin typeface="+mn-lt"/>
                <a:ea typeface="+mn-ea"/>
                <a:cs typeface="+mn-cs"/>
              </a:rPr>
              <a:t>Exfiltration</a:t>
            </a:r>
            <a:r>
              <a:rPr lang="ru-RU" sz="1200" b="1" kern="1200" dirty="0">
                <a:solidFill>
                  <a:schemeClr val="tx1"/>
                </a:solidFill>
                <a:effectLst/>
                <a:latin typeface="+mn-lt"/>
                <a:ea typeface="+mn-ea"/>
                <a:cs typeface="+mn-cs"/>
              </a:rPr>
              <a: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кражу данных из AI-систем. Техники включают </a:t>
            </a:r>
            <a:r>
              <a:rPr lang="ru-RU" sz="1200" b="0" kern="1200" dirty="0" err="1">
                <a:solidFill>
                  <a:schemeClr val="tx1"/>
                </a:solidFill>
                <a:effectLst/>
                <a:latin typeface="+mn-lt"/>
                <a:ea typeface="+mn-ea"/>
                <a:cs typeface="+mn-cs"/>
              </a:rPr>
              <a:t>эксфильтрацию</a:t>
            </a:r>
            <a:r>
              <a:rPr lang="ru-RU" sz="1200" b="0" kern="1200" dirty="0">
                <a:solidFill>
                  <a:schemeClr val="tx1"/>
                </a:solidFill>
                <a:effectLst/>
                <a:latin typeface="+mn-lt"/>
                <a:ea typeface="+mn-ea"/>
                <a:cs typeface="+mn-cs"/>
              </a:rPr>
              <a:t> через AI-сервисы, кражу моделей через API и скрытую передачу данных через параметры ML-моделей. Процедуры включают использование сжатых и зашифрованных каналов для передачи украденных ML-артефактов.</a:t>
            </a:r>
          </a:p>
          <a:p>
            <a:r>
              <a:rPr lang="ru-RU" sz="1200" b="1" kern="1200" dirty="0">
                <a:solidFill>
                  <a:schemeClr val="tx1"/>
                </a:solidFill>
                <a:effectLst/>
                <a:latin typeface="+mn-lt"/>
                <a:ea typeface="+mn-ea"/>
                <a:cs typeface="+mn-cs"/>
              </a:rPr>
              <a:t>Фаза воздействия (Impact)</a:t>
            </a:r>
            <a:br>
              <a:rPr lang="ru-RU" sz="1200" b="0" kern="1200" dirty="0">
                <a:solidFill>
                  <a:schemeClr val="tx1"/>
                </a:solidFill>
                <a:effectLst/>
                <a:latin typeface="+mn-lt"/>
                <a:ea typeface="+mn-ea"/>
                <a:cs typeface="+mn-cs"/>
              </a:rPr>
            </a:br>
            <a:r>
              <a:rPr lang="ru-RU" sz="1200" b="0" kern="1200" dirty="0">
                <a:solidFill>
                  <a:schemeClr val="tx1"/>
                </a:solidFill>
                <a:effectLst/>
                <a:latin typeface="+mn-lt"/>
                <a:ea typeface="+mn-ea"/>
                <a:cs typeface="+mn-cs"/>
              </a:rPr>
              <a:t>Тактика включает оказание воздействия на целевые AI-системы. Техники включают нарушение доступности AI-сервисов, повреждение ML-моделей и манипуляцию выходными данными ИИ-систем. Процедуры включают атаки на тренировочные </a:t>
            </a:r>
            <a:r>
              <a:rPr lang="ru-RU" sz="1200" b="0" kern="1200" dirty="0" err="1">
                <a:solidFill>
                  <a:schemeClr val="tx1"/>
                </a:solidFill>
                <a:effectLst/>
                <a:latin typeface="+mn-lt"/>
                <a:ea typeface="+mn-ea"/>
                <a:cs typeface="+mn-cs"/>
              </a:rPr>
              <a:t>пайплайны</a:t>
            </a:r>
            <a:r>
              <a:rPr lang="ru-RU" sz="1200" b="0" kern="1200" dirty="0">
                <a:solidFill>
                  <a:schemeClr val="tx1"/>
                </a:solidFill>
                <a:effectLst/>
                <a:latin typeface="+mn-lt"/>
                <a:ea typeface="+mn-ea"/>
                <a:cs typeface="+mn-cs"/>
              </a:rPr>
              <a:t> и саботаж процессов ML-</a:t>
            </a:r>
            <a:r>
              <a:rPr lang="ru-RU" sz="1200" b="0" kern="1200" dirty="0" err="1">
                <a:solidFill>
                  <a:schemeClr val="tx1"/>
                </a:solidFill>
                <a:effectLst/>
                <a:latin typeface="+mn-lt"/>
                <a:ea typeface="+mn-ea"/>
                <a:cs typeface="+mn-cs"/>
              </a:rPr>
              <a:t>инференса</a:t>
            </a:r>
            <a:r>
              <a:rPr lang="ru-RU" sz="1200" b="0" kern="1200" dirty="0">
                <a:solidFill>
                  <a:schemeClr val="tx1"/>
                </a:solidFill>
                <a:effectLst/>
                <a:latin typeface="+mn-lt"/>
                <a:ea typeface="+mn-ea"/>
                <a:cs typeface="+mn-cs"/>
              </a:rPr>
              <a:t>.</a:t>
            </a:r>
          </a:p>
          <a:p>
            <a:r>
              <a:rPr lang="ru-RU" sz="1200" b="0" kern="1200" dirty="0">
                <a:solidFill>
                  <a:schemeClr val="tx1"/>
                </a:solidFill>
                <a:effectLst/>
                <a:latin typeface="+mn-lt"/>
                <a:ea typeface="+mn-ea"/>
                <a:cs typeface="+mn-cs"/>
              </a:rPr>
              <a:t>Каждая из этих фаз представляет собой сложный многоуровневый процесс, требующий специализированных знаний как в области кибербезопасности, так и в области машинного обучения и искусственного интеллекта. Понимание полного цикла TTP позволяет разрабатывать более эффективные системы защиты для AI-инфраструктуры и киберфизических систем, использующих искусственный интеллект.</a:t>
            </a:r>
          </a:p>
          <a:p>
            <a:br>
              <a:rPr lang="ru-RU" sz="1200" b="0" i="0" kern="1200" dirty="0">
                <a:solidFill>
                  <a:schemeClr val="tx1"/>
                </a:solidFill>
                <a:effectLst/>
                <a:latin typeface="+mn-lt"/>
                <a:ea typeface="+mn-ea"/>
                <a:cs typeface="+mn-cs"/>
              </a:rPr>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19</a:t>
            </a:fld>
            <a:endParaRPr lang="ru-RU"/>
          </a:p>
        </p:txBody>
      </p:sp>
    </p:spTree>
    <p:extLst>
      <p:ext uri="{BB962C8B-B14F-4D97-AF65-F5344CB8AC3E}">
        <p14:creationId xmlns:p14="http://schemas.microsoft.com/office/powerpoint/2010/main" val="1746883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Сбор информации о личности жертвы</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собирать информацию о личности жертвы, которую можно использовать для таргетирования. Информация о личности может включать в себя различные сведения, в том числе личные данные (например, имена сотрудников, адреса электронной почты, фотографии и т. д.), а также конфиденциальные сведения, такие как учётные данные или настройки многофакторной аутентификации (MFA).</a:t>
            </a:r>
          </a:p>
          <a:p>
            <a:r>
              <a:rPr lang="ru-RU" sz="1200" b="0" i="0" u="none" strike="noStrike" kern="1200" dirty="0">
                <a:solidFill>
                  <a:schemeClr val="tx1"/>
                </a:solidFill>
                <a:effectLst/>
                <a:latin typeface="+mn-lt"/>
                <a:ea typeface="+mn-ea"/>
                <a:cs typeface="+mn-cs"/>
              </a:rPr>
              <a:t>Злоумышленники могут собирать эту информацию различными способами, например напрямую запрашивать её, </a:t>
            </a:r>
            <a:r>
              <a:rPr lang="ru-RU" sz="1200" b="0" i="0" u="none" strike="noStrike" kern="1200" dirty="0">
                <a:solidFill>
                  <a:schemeClr val="tx1"/>
                </a:solidFill>
                <a:effectLst/>
                <a:latin typeface="+mn-lt"/>
                <a:ea typeface="+mn-ea"/>
                <a:cs typeface="+mn-cs"/>
                <a:hlinkClick r:id="rId3"/>
              </a:rPr>
              <a:t>искать на сайтах, принадлежащих жертве</a:t>
            </a:r>
            <a:r>
              <a:rPr lang="ru-RU" sz="1200" b="0" i="0" u="none" strike="noStrike" kern="1200" dirty="0">
                <a:solidFill>
                  <a:schemeClr val="tx1"/>
                </a:solidFill>
                <a:effectLst/>
                <a:latin typeface="+mn-lt"/>
                <a:ea typeface="+mn-ea"/>
                <a:cs typeface="+mn-cs"/>
              </a:rPr>
              <a:t>, или получать её из утечек на чёрном рынке.</a:t>
            </a:r>
          </a:p>
          <a:p>
            <a:r>
              <a:rPr lang="ru-RU" sz="1200" b="0" i="0" u="none" strike="noStrike" kern="1200" dirty="0">
                <a:solidFill>
                  <a:schemeClr val="tx1"/>
                </a:solidFill>
                <a:effectLst/>
                <a:latin typeface="+mn-lt"/>
                <a:ea typeface="+mn-ea"/>
                <a:cs typeface="+mn-cs"/>
              </a:rPr>
              <a:t>Злоумышленники могут использовать собранные данные о жертвах для создания дипфейков и убедительной имитации их личности. Это может дать злоумышленникам возможность </a:t>
            </a:r>
            <a:r>
              <a:rPr lang="ru-RU" sz="1200" b="0" i="0" u="none" strike="noStrike" kern="1200" dirty="0">
                <a:solidFill>
                  <a:schemeClr val="tx1"/>
                </a:solidFill>
                <a:effectLst/>
                <a:latin typeface="+mn-lt"/>
                <a:ea typeface="+mn-ea"/>
                <a:cs typeface="+mn-cs"/>
                <a:hlinkClick r:id="rId4"/>
              </a:rPr>
              <a:t>создавать учётные записи</a:t>
            </a:r>
            <a:r>
              <a:rPr lang="ru-RU" sz="1200" b="0" i="0" u="none" strike="noStrike" kern="1200" dirty="0">
                <a:solidFill>
                  <a:schemeClr val="tx1"/>
                </a:solidFill>
                <a:effectLst/>
                <a:latin typeface="+mn-lt"/>
                <a:ea typeface="+mn-ea"/>
                <a:cs typeface="+mn-cs"/>
              </a:rPr>
              <a:t> под вымышленной личностью или проводить убедительные </a:t>
            </a:r>
            <a:r>
              <a:rPr lang="ru-RU" sz="1200" b="0" i="0" u="none" strike="noStrike" kern="1200" dirty="0">
                <a:solidFill>
                  <a:schemeClr val="tx1"/>
                </a:solidFill>
                <a:effectLst/>
                <a:latin typeface="+mn-lt"/>
                <a:ea typeface="+mn-ea"/>
                <a:cs typeface="+mn-cs"/>
                <a:hlinkClick r:id="rId5"/>
              </a:rPr>
              <a:t>фишинговые</a:t>
            </a:r>
            <a:r>
              <a:rPr lang="ru-RU" sz="1200" b="0" i="0" u="none" strike="noStrike" kern="1200" dirty="0">
                <a:solidFill>
                  <a:schemeClr val="tx1"/>
                </a:solidFill>
                <a:effectLst/>
                <a:latin typeface="+mn-lt"/>
                <a:ea typeface="+mn-ea"/>
                <a:cs typeface="+mn-cs"/>
              </a:rPr>
              <a:t> атаки.</a:t>
            </a:r>
          </a:p>
          <a:p>
            <a:r>
              <a:rPr lang="ru-RU" sz="1200" b="0" i="0" kern="1200" dirty="0">
                <a:solidFill>
                  <a:schemeClr val="tx1"/>
                </a:solidFill>
                <a:effectLst/>
                <a:latin typeface="+mn-lt"/>
                <a:ea typeface="+mn-ea"/>
                <a:cs typeface="+mn-cs"/>
              </a:rPr>
              <a:t>Создание учетных записей</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создавать учётные записи в различных сервисах для таргетинга, получения доступа к ресурсам, необходимым для </a:t>
            </a:r>
            <a:r>
              <a:rPr lang="ru-RU" sz="1200" b="0" i="0" u="none" strike="noStrike" kern="1200" dirty="0">
                <a:solidFill>
                  <a:schemeClr val="tx1"/>
                </a:solidFill>
                <a:effectLst/>
                <a:latin typeface="+mn-lt"/>
                <a:ea typeface="+mn-ea"/>
                <a:cs typeface="+mn-cs"/>
                <a:hlinkClick r:id="rId6"/>
              </a:rPr>
              <a:t>имитации атаки ИИ</a:t>
            </a:r>
            <a:r>
              <a:rPr lang="ru-RU" sz="1200" b="0" i="0" u="none" strike="noStrike" kern="1200" dirty="0">
                <a:solidFill>
                  <a:schemeClr val="tx1"/>
                </a:solidFill>
                <a:effectLst/>
                <a:latin typeface="+mn-lt"/>
                <a:ea typeface="+mn-ea"/>
                <a:cs typeface="+mn-cs"/>
              </a:rPr>
              <a:t>, или для выдачи себя за жертву.</a:t>
            </a:r>
          </a:p>
          <a:p>
            <a:r>
              <a:rPr lang="ru-RU" sz="1200" b="0" i="0" kern="1200" dirty="0">
                <a:solidFill>
                  <a:schemeClr val="tx1"/>
                </a:solidFill>
                <a:effectLst/>
                <a:latin typeface="+mn-lt"/>
                <a:ea typeface="+mn-ea"/>
                <a:cs typeface="+mn-cs"/>
              </a:rPr>
              <a:t>Приобретите инфраструктуру: потребительское оборудование</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приобретать потребительское оборудование для проведения своих атак. Владение оборудованием даёт злоумышленнику полный контроль над средой. Такие устройства сложно отследить.</a:t>
            </a:r>
          </a:p>
          <a:p>
            <a:r>
              <a:rPr lang="ru-RU" sz="1200" b="0" i="0" kern="1200" dirty="0">
                <a:solidFill>
                  <a:schemeClr val="tx1"/>
                </a:solidFill>
                <a:effectLst/>
                <a:latin typeface="+mn-lt"/>
                <a:ea typeface="+mn-ea"/>
                <a:cs typeface="+mn-cs"/>
              </a:rPr>
              <a:t>Получение возможностей: программные инструменты</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искать и приобретать программные инструменты для своих операций. Программное обеспечение, предназначенное для законного использования, может быть перепрофилировано злоумышленниками для вредоносных целей. Злоумышленники могут модифицировать или настраивать программные инструменты для достижения своих целей. Программные инструменты, используемые для атак на системы искусственного интеллекта, сами по себе не обязательно основаны на искусственном интеллекте.</a:t>
            </a:r>
          </a:p>
          <a:p>
            <a:r>
              <a:rPr lang="ru-RU" sz="1200" b="0" i="0" kern="1200" dirty="0">
                <a:solidFill>
                  <a:schemeClr val="tx1"/>
                </a:solidFill>
                <a:effectLst/>
                <a:latin typeface="+mn-lt"/>
                <a:ea typeface="+mn-ea"/>
                <a:cs typeface="+mn-cs"/>
              </a:rPr>
              <a:t>Получение возможностей: реализация состязательных атак с использованием ИИ</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искать существующие реализации атак с использованием ИИ с открытым исходным кодом. Исследовательское сообщество часто публикует свой код для обеспечения воспроизводимости и проведения дальнейших исследований. Библиотеки, предназначенные для исследовательских целей, такие как </a:t>
            </a:r>
            <a:r>
              <a:rPr lang="ru-RU" sz="1200" b="0" i="0" u="none" strike="noStrike" kern="1200" dirty="0" err="1">
                <a:solidFill>
                  <a:schemeClr val="tx1"/>
                </a:solidFill>
                <a:effectLst/>
                <a:latin typeface="+mn-lt"/>
                <a:ea typeface="+mn-ea"/>
                <a:cs typeface="+mn-cs"/>
              </a:rPr>
              <a:t>CleverHans</a:t>
            </a:r>
            <a:r>
              <a:rPr lang="ru-RU" sz="1200" b="0" i="0" u="none" strike="noStrike" kern="1200" dirty="0">
                <a:solidFill>
                  <a:schemeClr val="tx1"/>
                </a:solidFill>
                <a:effectLst/>
                <a:latin typeface="+mn-lt"/>
                <a:ea typeface="+mn-ea"/>
                <a:cs typeface="+mn-cs"/>
              </a:rPr>
              <a:t>, </a:t>
            </a:r>
            <a:r>
              <a:rPr lang="ru-RU" sz="1200" b="0" i="0" u="none" strike="noStrike" kern="1200" dirty="0" err="1">
                <a:solidFill>
                  <a:schemeClr val="tx1"/>
                </a:solidFill>
                <a:effectLst/>
                <a:latin typeface="+mn-lt"/>
                <a:ea typeface="+mn-ea"/>
                <a:cs typeface="+mn-cs"/>
              </a:rPr>
              <a:t>Adversarial</a:t>
            </a:r>
            <a:r>
              <a:rPr lang="ru-RU" sz="1200" b="0" i="0" u="none" strike="noStrike" kern="1200" dirty="0">
                <a:solidFill>
                  <a:schemeClr val="tx1"/>
                </a:solidFill>
                <a:effectLst/>
                <a:latin typeface="+mn-lt"/>
                <a:ea typeface="+mn-ea"/>
                <a:cs typeface="+mn-cs"/>
              </a:rPr>
              <a:t> </a:t>
            </a:r>
            <a:r>
              <a:rPr lang="ru-RU" sz="1200" b="0" i="0" u="none" strike="noStrike" kern="1200" dirty="0" err="1">
                <a:solidFill>
                  <a:schemeClr val="tx1"/>
                </a:solidFill>
                <a:effectLst/>
                <a:latin typeface="+mn-lt"/>
                <a:ea typeface="+mn-ea"/>
                <a:cs typeface="+mn-cs"/>
              </a:rPr>
              <a:t>Robustness</a:t>
            </a:r>
            <a:r>
              <a:rPr lang="ru-RU" sz="1200" b="0" i="0" u="none" strike="noStrike" kern="1200" dirty="0">
                <a:solidFill>
                  <a:schemeClr val="tx1"/>
                </a:solidFill>
                <a:effectLst/>
                <a:latin typeface="+mn-lt"/>
                <a:ea typeface="+mn-ea"/>
                <a:cs typeface="+mn-cs"/>
              </a:rPr>
              <a:t> </a:t>
            </a:r>
            <a:r>
              <a:rPr lang="ru-RU" sz="1200" b="0" i="0" u="none" strike="noStrike" kern="1200" dirty="0" err="1">
                <a:solidFill>
                  <a:schemeClr val="tx1"/>
                </a:solidFill>
                <a:effectLst/>
                <a:latin typeface="+mn-lt"/>
                <a:ea typeface="+mn-ea"/>
                <a:cs typeface="+mn-cs"/>
              </a:rPr>
              <a:t>Toolbox</a:t>
            </a:r>
            <a:r>
              <a:rPr lang="ru-RU" sz="1200" b="0" i="0" u="none" strike="noStrike" kern="1200" dirty="0">
                <a:solidFill>
                  <a:schemeClr val="tx1"/>
                </a:solidFill>
                <a:effectLst/>
                <a:latin typeface="+mn-lt"/>
                <a:ea typeface="+mn-ea"/>
                <a:cs typeface="+mn-cs"/>
              </a:rPr>
              <a:t> и </a:t>
            </a:r>
            <a:r>
              <a:rPr lang="ru-RU" sz="1200" b="0" i="0" u="none" strike="noStrike" kern="1200" dirty="0" err="1">
                <a:solidFill>
                  <a:schemeClr val="tx1"/>
                </a:solidFill>
                <a:effectLst/>
                <a:latin typeface="+mn-lt"/>
                <a:ea typeface="+mn-ea"/>
                <a:cs typeface="+mn-cs"/>
              </a:rPr>
              <a:t>FoolBox</a:t>
            </a:r>
            <a:r>
              <a:rPr lang="ru-RU" sz="1200" b="0" i="0" u="none" strike="noStrike" kern="1200" dirty="0">
                <a:solidFill>
                  <a:schemeClr val="tx1"/>
                </a:solidFill>
                <a:effectLst/>
                <a:latin typeface="+mn-lt"/>
                <a:ea typeface="+mn-ea"/>
                <a:cs typeface="+mn-cs"/>
              </a:rPr>
              <a:t>, могут быть использованы злоумышленниками в качестве оружия. Злоумышленники также могут получать и использовать в своих атаках инструменты, изначально не предназначенные для состязательных атак с использованием ИИ.</a:t>
            </a:r>
          </a:p>
          <a:p>
            <a:r>
              <a:rPr lang="ru-RU" sz="1200" b="0" i="0" kern="1200" dirty="0">
                <a:solidFill>
                  <a:schemeClr val="tx1"/>
                </a:solidFill>
                <a:effectLst/>
                <a:latin typeface="+mn-lt"/>
                <a:ea typeface="+mn-ea"/>
                <a:cs typeface="+mn-cs"/>
              </a:rPr>
              <a:t>Продукт или услуга с поддержкой ИИ</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использовать продукт или услугу, в основе которых лежит искусственный интеллект, чтобы получить доступ к базовой модели ИИ. Такой косвенный доступ к модели может привести к раскрытию деталей модели ИИ или её выводов в журналах или метаданных.</a:t>
            </a:r>
          </a:p>
          <a:p>
            <a:r>
              <a:rPr lang="ru-RU" sz="1200" b="0" i="0" kern="1200" dirty="0">
                <a:solidFill>
                  <a:schemeClr val="tx1"/>
                </a:solidFill>
                <a:effectLst/>
                <a:latin typeface="+mn-lt"/>
                <a:ea typeface="+mn-ea"/>
                <a:cs typeface="+mn-cs"/>
              </a:rPr>
              <a:t>Уклонение от модели искусственного Интеллекта</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Злоумышленники могут </a:t>
            </a:r>
            <a:r>
              <a:rPr lang="ru-RU" sz="1200" b="0" i="0" u="none" strike="noStrike" kern="1200" dirty="0">
                <a:solidFill>
                  <a:schemeClr val="tx1"/>
                </a:solidFill>
                <a:effectLst/>
                <a:latin typeface="+mn-lt"/>
                <a:ea typeface="+mn-ea"/>
                <a:cs typeface="+mn-cs"/>
                <a:hlinkClick r:id="rId7"/>
              </a:rPr>
              <a:t>создавать состязательные данные</a:t>
            </a:r>
            <a:r>
              <a:rPr lang="ru-RU" sz="1200" b="0" i="0" u="none" strike="noStrike" kern="1200" dirty="0">
                <a:solidFill>
                  <a:schemeClr val="tx1"/>
                </a:solidFill>
                <a:effectLst/>
                <a:latin typeface="+mn-lt"/>
                <a:ea typeface="+mn-ea"/>
                <a:cs typeface="+mn-cs"/>
              </a:rPr>
              <a:t>, которые мешают модели ИИ правильно идентифицировать содержимое данных, или </a:t>
            </a:r>
            <a:r>
              <a:rPr lang="ru-RU" sz="1200" b="0" i="0" u="none" strike="noStrike" kern="1200" dirty="0">
                <a:solidFill>
                  <a:schemeClr val="tx1"/>
                </a:solidFill>
                <a:effectLst/>
                <a:latin typeface="+mn-lt"/>
                <a:ea typeface="+mn-ea"/>
                <a:cs typeface="+mn-cs"/>
                <a:hlinkClick r:id="rId8"/>
              </a:rPr>
              <a:t>создавать дипфейки</a:t>
            </a:r>
            <a:r>
              <a:rPr lang="ru-RU" sz="1200" b="0" i="0" u="none" strike="noStrike" kern="1200" dirty="0">
                <a:solidFill>
                  <a:schemeClr val="tx1"/>
                </a:solidFill>
                <a:effectLst/>
                <a:latin typeface="+mn-lt"/>
                <a:ea typeface="+mn-ea"/>
                <a:cs typeface="+mn-cs"/>
              </a:rPr>
              <a:t>, которые вводят в заблуждение модель ИИ, ожидающую получить достоверные данные.</a:t>
            </a:r>
          </a:p>
          <a:p>
            <a:r>
              <a:rPr lang="ru-RU" sz="1200" b="0" i="0" u="none" strike="noStrike" kern="1200" dirty="0">
                <a:solidFill>
                  <a:schemeClr val="tx1"/>
                </a:solidFill>
                <a:effectLst/>
                <a:latin typeface="+mn-lt"/>
                <a:ea typeface="+mn-ea"/>
                <a:cs typeface="+mn-cs"/>
              </a:rPr>
              <a:t>Этот метод можно использовать для обхода последующих задач, в которых задействован ИИ. Злоумышленник может обойти систему обнаружения вирусов/вредоносного ПО на основе ИИ или сканирование сети, чтобы провести традиционную кибератаку. Обход модели ИИ с помощью создания дипфейков также может обеспечить первоначальный доступ к системам, использующим биометрическую аутентификацию на основе ИИ.</a:t>
            </a:r>
          </a:p>
          <a:p>
            <a:r>
              <a:rPr lang="ru-RU" sz="1200" b="0" i="0" kern="1200" dirty="0">
                <a:solidFill>
                  <a:schemeClr val="tx1"/>
                </a:solidFill>
                <a:effectLst/>
                <a:latin typeface="+mn-lt"/>
                <a:ea typeface="+mn-ea"/>
                <a:cs typeface="+mn-cs"/>
              </a:rPr>
              <a:t>Внешний вред: финансовый ущерб</a:t>
            </a:r>
          </a:p>
          <a:p>
            <a:r>
              <a:rPr lang="ru-RU" sz="1200" b="0" i="0" u="none" strike="noStrike" kern="1200" dirty="0">
                <a:solidFill>
                  <a:schemeClr val="tx1"/>
                </a:solidFill>
                <a:effectLst/>
                <a:latin typeface="+mn-lt"/>
                <a:ea typeface="+mn-ea"/>
                <a:cs typeface="+mn-cs"/>
              </a:rPr>
              <a:t>Краткие сведения</a:t>
            </a:r>
          </a:p>
          <a:p>
            <a:r>
              <a:rPr lang="ru-RU" sz="1200" b="0" i="0" u="none" strike="noStrike" kern="1200" dirty="0">
                <a:solidFill>
                  <a:schemeClr val="tx1"/>
                </a:solidFill>
                <a:effectLst/>
                <a:latin typeface="+mn-lt"/>
                <a:ea typeface="+mn-ea"/>
                <a:cs typeface="+mn-cs"/>
              </a:rPr>
              <a:t>Финансовый ущерб подразумевает потерю богатства, имущества или других денежных активов в результате кражи, мошенничества, подделки документов или принуждения к предоставлению финансовых ресурсов противнику.</a:t>
            </a:r>
          </a:p>
          <a:p>
            <a:endParaRPr lang="ru-RU" sz="1200" b="0" i="0" u="none" strike="noStrike" kern="1200" dirty="0">
              <a:solidFill>
                <a:schemeClr val="tx1"/>
              </a:solidFill>
              <a:effectLst/>
              <a:latin typeface="+mn-lt"/>
              <a:ea typeface="+mn-ea"/>
              <a:cs typeface="+mn-cs"/>
            </a:endParaRPr>
          </a:p>
          <a:p>
            <a:endParaRPr lang="ru-RU" sz="1200" b="0" i="0" u="none" strike="noStrike" kern="1200" dirty="0">
              <a:solidFill>
                <a:schemeClr val="tx1"/>
              </a:solidFill>
              <a:effectLst/>
              <a:latin typeface="+mn-lt"/>
              <a:ea typeface="+mn-ea"/>
              <a:cs typeface="+mn-cs"/>
            </a:endParaRPr>
          </a:p>
          <a:p>
            <a:endParaRPr lang="ru-RU" sz="1200" b="0" i="0" u="none" strike="noStrike"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20</a:t>
            </a:fld>
            <a:endParaRPr lang="ru-RU"/>
          </a:p>
        </p:txBody>
      </p:sp>
    </p:spTree>
    <p:extLst>
      <p:ext uri="{BB962C8B-B14F-4D97-AF65-F5344CB8AC3E}">
        <p14:creationId xmlns:p14="http://schemas.microsoft.com/office/powerpoint/2010/main" val="1844063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Выводы по анализу атак на системы ИИ и с использованием ИИ</a:t>
            </a:r>
          </a:p>
          <a:p>
            <a:r>
              <a:rPr lang="ru-RU" sz="1200" b="0" i="0" kern="1200" dirty="0">
                <a:solidFill>
                  <a:schemeClr val="tx1"/>
                </a:solidFill>
                <a:effectLst/>
                <a:latin typeface="+mn-lt"/>
                <a:ea typeface="+mn-ea"/>
                <a:cs typeface="+mn-cs"/>
              </a:rPr>
              <a:t>На основе комплексного анализа инцидентов кибербезопасности, связанных с искусственным интеллектом, можно сформулировать следующие систематические выводы:</a:t>
            </a:r>
          </a:p>
          <a:p>
            <a:r>
              <a:rPr lang="ru-RU" sz="1200" b="1" kern="1200" dirty="0">
                <a:solidFill>
                  <a:schemeClr val="tx1"/>
                </a:solidFill>
                <a:effectLst/>
                <a:latin typeface="+mn-lt"/>
                <a:ea typeface="+mn-ea"/>
                <a:cs typeface="+mn-cs"/>
              </a:rPr>
              <a:t>1. Трансформация </a:t>
            </a:r>
            <a:r>
              <a:rPr lang="ru-RU" sz="1200" b="1" kern="1200" dirty="0" err="1">
                <a:solidFill>
                  <a:schemeClr val="tx1"/>
                </a:solidFill>
                <a:effectLst/>
                <a:latin typeface="+mn-lt"/>
                <a:ea typeface="+mn-ea"/>
                <a:cs typeface="+mn-cs"/>
              </a:rPr>
              <a:t>ландшафса</a:t>
            </a:r>
            <a:r>
              <a:rPr lang="ru-RU" sz="1200" b="1" kern="1200" dirty="0">
                <a:solidFill>
                  <a:schemeClr val="tx1"/>
                </a:solidFill>
                <a:effectLst/>
                <a:latin typeface="+mn-lt"/>
                <a:ea typeface="+mn-ea"/>
                <a:cs typeface="+mn-cs"/>
              </a:rPr>
              <a:t> киберугроз</a:t>
            </a:r>
          </a:p>
          <a:p>
            <a:r>
              <a:rPr lang="ru-RU" sz="1200" b="1" i="0" kern="1200" dirty="0">
                <a:solidFill>
                  <a:schemeClr val="tx1"/>
                </a:solidFill>
                <a:effectLst/>
                <a:latin typeface="+mn-lt"/>
                <a:ea typeface="+mn-ea"/>
                <a:cs typeface="+mn-cs"/>
              </a:rPr>
              <a:t>Генеративный ИИ стал катализатором качественного изменения</a:t>
            </a:r>
            <a:r>
              <a:rPr lang="ru-RU" sz="1200" b="0" i="0" kern="1200" dirty="0">
                <a:solidFill>
                  <a:schemeClr val="tx1"/>
                </a:solidFill>
                <a:effectLst/>
                <a:latin typeface="+mn-lt"/>
                <a:ea typeface="+mn-ea"/>
                <a:cs typeface="+mn-cs"/>
              </a:rPr>
              <a:t> кибератак: от простой автоматизации к созданию адаптивных, </a:t>
            </a:r>
            <a:r>
              <a:rPr lang="ru-RU" sz="1200" b="0" i="0" kern="1200" dirty="0" err="1">
                <a:solidFill>
                  <a:schemeClr val="tx1"/>
                </a:solidFill>
                <a:effectLst/>
                <a:latin typeface="+mn-lt"/>
                <a:ea typeface="+mn-ea"/>
                <a:cs typeface="+mn-cs"/>
              </a:rPr>
              <a:t>труднообнаружимых</a:t>
            </a:r>
            <a:r>
              <a:rPr lang="ru-RU" sz="1200" b="0" i="0" kern="1200" dirty="0">
                <a:solidFill>
                  <a:schemeClr val="tx1"/>
                </a:solidFill>
                <a:effectLst/>
                <a:latin typeface="+mn-lt"/>
                <a:ea typeface="+mn-ea"/>
                <a:cs typeface="+mn-cs"/>
              </a:rPr>
              <a:t> многоэтапных атак</a:t>
            </a:r>
          </a:p>
          <a:p>
            <a:r>
              <a:rPr lang="ru-RU" sz="1200" b="1" i="0" kern="1200" dirty="0">
                <a:solidFill>
                  <a:schemeClr val="tx1"/>
                </a:solidFill>
                <a:effectLst/>
                <a:latin typeface="+mn-lt"/>
                <a:ea typeface="+mn-ea"/>
                <a:cs typeface="+mn-cs"/>
              </a:rPr>
              <a:t>Сформировалась триада "Нападение-Защита-Уязвимость"</a:t>
            </a:r>
            <a:r>
              <a:rPr lang="ru-RU" sz="1200" b="0" i="0" kern="1200" dirty="0">
                <a:solidFill>
                  <a:schemeClr val="tx1"/>
                </a:solidFill>
                <a:effectLst/>
                <a:latin typeface="+mn-lt"/>
                <a:ea typeface="+mn-ea"/>
                <a:cs typeface="+mn-cs"/>
              </a:rPr>
              <a:t>, где одни и те же технологии ИИ используются как для атак, так и для защиты, при этом сами модели ИИ становятся новой поверхностью атаки</a:t>
            </a:r>
          </a:p>
          <a:p>
            <a:r>
              <a:rPr lang="ru-RU" sz="1200" b="1" kern="1200" dirty="0">
                <a:solidFill>
                  <a:schemeClr val="tx1"/>
                </a:solidFill>
                <a:effectLst/>
                <a:latin typeface="+mn-lt"/>
                <a:ea typeface="+mn-ea"/>
                <a:cs typeface="+mn-cs"/>
              </a:rPr>
              <a:t>2. Критические уязвимости киберфизических систем (КФС)</a:t>
            </a:r>
          </a:p>
          <a:p>
            <a:r>
              <a:rPr lang="ru-RU" sz="1200" b="1" i="0" kern="1200" dirty="0" err="1">
                <a:solidFill>
                  <a:schemeClr val="tx1"/>
                </a:solidFill>
                <a:effectLst/>
                <a:latin typeface="+mn-lt"/>
                <a:ea typeface="+mn-ea"/>
                <a:cs typeface="+mn-cs"/>
              </a:rPr>
              <a:t>Интерdependency</a:t>
            </a:r>
            <a:r>
              <a:rPr lang="ru-RU" sz="1200" b="1" i="0" kern="1200" dirty="0">
                <a:solidFill>
                  <a:schemeClr val="tx1"/>
                </a:solidFill>
                <a:effectLst/>
                <a:latin typeface="+mn-lt"/>
                <a:ea typeface="+mn-ea"/>
                <a:cs typeface="+mn-cs"/>
              </a:rPr>
              <a:t> между кибернетическими и физическими компонентами</a:t>
            </a:r>
            <a:r>
              <a:rPr lang="ru-RU" sz="1200" b="0" i="0" kern="1200" dirty="0">
                <a:solidFill>
                  <a:schemeClr val="tx1"/>
                </a:solidFill>
                <a:effectLst/>
                <a:latin typeface="+mn-lt"/>
                <a:ea typeface="+mn-ea"/>
                <a:cs typeface="+mn-cs"/>
              </a:rPr>
              <a:t> создает каскадные эффекты: атака на ИИ-модель может привести к физическим последствиям</a:t>
            </a:r>
          </a:p>
          <a:p>
            <a:r>
              <a:rPr lang="ru-RU" sz="1200" b="1" i="0" kern="1200" dirty="0">
                <a:solidFill>
                  <a:schemeClr val="tx1"/>
                </a:solidFill>
                <a:effectLst/>
                <a:latin typeface="+mn-lt"/>
                <a:ea typeface="+mn-ea"/>
                <a:cs typeface="+mn-cs"/>
              </a:rPr>
              <a:t>Отсутствие безопасности по </a:t>
            </a:r>
            <a:r>
              <a:rPr lang="ru-RU" sz="1200" b="1" i="0" kern="1200" dirty="0" err="1">
                <a:solidFill>
                  <a:schemeClr val="tx1"/>
                </a:solidFill>
                <a:effectLst/>
                <a:latin typeface="+mn-lt"/>
                <a:ea typeface="+mn-ea"/>
                <a:cs typeface="+mn-cs"/>
              </a:rPr>
              <a:t>design</a:t>
            </a:r>
            <a:r>
              <a:rPr lang="ru-RU" sz="1200" b="0" i="0" kern="1200" dirty="0">
                <a:solidFill>
                  <a:schemeClr val="tx1"/>
                </a:solidFill>
                <a:effectLst/>
                <a:latin typeface="+mn-lt"/>
                <a:ea typeface="+mn-ea"/>
                <a:cs typeface="+mn-cs"/>
              </a:rPr>
              <a:t> в большинстве промышленных систем ИИ, где приоритет отдается функциональности, а не защищенности</a:t>
            </a:r>
          </a:p>
          <a:p>
            <a:r>
              <a:rPr lang="ru-RU" sz="1200" b="1" i="0" kern="1200" dirty="0">
                <a:solidFill>
                  <a:schemeClr val="tx1"/>
                </a:solidFill>
                <a:effectLst/>
                <a:latin typeface="+mn-lt"/>
                <a:ea typeface="+mn-ea"/>
                <a:cs typeface="+mn-cs"/>
              </a:rPr>
              <a:t>Низкая осведомленность о специализированных атаках</a:t>
            </a:r>
            <a:r>
              <a:rPr lang="ru-RU" sz="1200" b="0" i="0" kern="1200" dirty="0">
                <a:solidFill>
                  <a:schemeClr val="tx1"/>
                </a:solidFill>
                <a:effectLst/>
                <a:latin typeface="+mn-lt"/>
                <a:ea typeface="+mn-ea"/>
                <a:cs typeface="+mn-cs"/>
              </a:rPr>
              <a:t> на ML-модели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poisoning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backdoors</a:t>
            </a:r>
            <a:r>
              <a:rPr lang="ru-RU" sz="1200" b="0" i="0" kern="1200" dirty="0">
                <a:solidFill>
                  <a:schemeClr val="tx1"/>
                </a:solidFill>
                <a:effectLst/>
                <a:latin typeface="+mn-lt"/>
                <a:ea typeface="+mn-ea"/>
                <a:cs typeface="+mn-cs"/>
              </a:rPr>
              <a:t>) среди разработчиков КФС</a:t>
            </a:r>
          </a:p>
          <a:p>
            <a:r>
              <a:rPr lang="ru-RU" sz="1200" b="1" kern="1200" dirty="0">
                <a:solidFill>
                  <a:schemeClr val="tx1"/>
                </a:solidFill>
                <a:effectLst/>
                <a:latin typeface="+mn-lt"/>
                <a:ea typeface="+mn-ea"/>
                <a:cs typeface="+mn-cs"/>
              </a:rPr>
              <a:t>3. Эффективность атак с использованием ИИ</a:t>
            </a:r>
          </a:p>
          <a:p>
            <a:r>
              <a:rPr lang="ru-RU" sz="1200" b="1" i="0" kern="1200" dirty="0">
                <a:solidFill>
                  <a:schemeClr val="tx1"/>
                </a:solidFill>
                <a:effectLst/>
                <a:latin typeface="+mn-lt"/>
                <a:ea typeface="+mn-ea"/>
                <a:cs typeface="+mn-cs"/>
              </a:rPr>
              <a:t>Автоматизация разведки и анализа уязвимостей</a:t>
            </a:r>
            <a:r>
              <a:rPr lang="ru-RU" sz="1200" b="0" i="0" kern="1200" dirty="0">
                <a:solidFill>
                  <a:schemeClr val="tx1"/>
                </a:solidFill>
                <a:effectLst/>
                <a:latin typeface="+mn-lt"/>
                <a:ea typeface="+mn-ea"/>
                <a:cs typeface="+mn-cs"/>
              </a:rPr>
              <a:t> через LLM (как в случае OS-</a:t>
            </a:r>
            <a:r>
              <a:rPr lang="ru-RU" sz="1200" b="0" i="0" kern="1200" dirty="0" err="1">
                <a:solidFill>
                  <a:schemeClr val="tx1"/>
                </a:solidFill>
                <a:effectLst/>
                <a:latin typeface="+mn-lt"/>
                <a:ea typeface="+mn-ea"/>
                <a:cs typeface="+mn-cs"/>
              </a:rPr>
              <a:t>level</a:t>
            </a:r>
            <a:r>
              <a:rPr lang="ru-RU" sz="1200" b="0" i="0" kern="1200" dirty="0">
                <a:solidFill>
                  <a:schemeClr val="tx1"/>
                </a:solidFill>
                <a:effectLst/>
                <a:latin typeface="+mn-lt"/>
                <a:ea typeface="+mn-ea"/>
                <a:cs typeface="+mn-cs"/>
              </a:rPr>
              <a:t> атак через GPT)</a:t>
            </a:r>
          </a:p>
          <a:p>
            <a:r>
              <a:rPr lang="ru-RU" sz="1200" b="1" i="0" kern="1200" dirty="0">
                <a:solidFill>
                  <a:schemeClr val="tx1"/>
                </a:solidFill>
                <a:effectLst/>
                <a:latin typeface="+mn-lt"/>
                <a:ea typeface="+mn-ea"/>
                <a:cs typeface="+mn-cs"/>
              </a:rPr>
              <a:t>Преодоление биометрической защиты</a:t>
            </a:r>
            <a:r>
              <a:rPr lang="ru-RU" sz="1200" b="0" i="0" kern="1200" dirty="0">
                <a:solidFill>
                  <a:schemeClr val="tx1"/>
                </a:solidFill>
                <a:effectLst/>
                <a:latin typeface="+mn-lt"/>
                <a:ea typeface="+mn-ea"/>
                <a:cs typeface="+mn-cs"/>
              </a:rPr>
              <a:t> через генерацию синтетического контента (</a:t>
            </a:r>
            <a:r>
              <a:rPr lang="ru-RU" sz="1200" b="0" i="0" kern="1200" dirty="0" err="1">
                <a:solidFill>
                  <a:schemeClr val="tx1"/>
                </a:solidFill>
                <a:effectLst/>
                <a:latin typeface="+mn-lt"/>
                <a:ea typeface="+mn-ea"/>
                <a:cs typeface="+mn-cs"/>
              </a:rPr>
              <a:t>Camera</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Hijack</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Масштабирование социальной инженерии</a:t>
            </a:r>
            <a:r>
              <a:rPr lang="ru-RU" sz="1200" b="0" i="0" kern="1200" dirty="0">
                <a:solidFill>
                  <a:schemeClr val="tx1"/>
                </a:solidFill>
                <a:effectLst/>
                <a:latin typeface="+mn-lt"/>
                <a:ea typeface="+mn-ea"/>
                <a:cs typeface="+mn-cs"/>
              </a:rPr>
              <a:t> за счет персонализированных фишинговых атак, генерируемых ИИ</a:t>
            </a:r>
          </a:p>
          <a:p>
            <a:r>
              <a:rPr lang="ru-RU" sz="1200" b="1" kern="1200" dirty="0">
                <a:solidFill>
                  <a:schemeClr val="tx1"/>
                </a:solidFill>
                <a:effectLst/>
                <a:latin typeface="+mn-lt"/>
                <a:ea typeface="+mn-ea"/>
                <a:cs typeface="+mn-cs"/>
              </a:rPr>
              <a:t>4. Тактико-технические особенности современных атак</a:t>
            </a:r>
          </a:p>
          <a:p>
            <a:r>
              <a:rPr lang="ru-RU" sz="1200" b="1" kern="1200" dirty="0">
                <a:solidFill>
                  <a:schemeClr val="tx1"/>
                </a:solidFill>
                <a:effectLst/>
                <a:latin typeface="+mn-lt"/>
                <a:ea typeface="+mn-ea"/>
                <a:cs typeface="+mn-cs"/>
              </a:rPr>
              <a:t>5. Недостатки современных систем защиты</a:t>
            </a:r>
          </a:p>
          <a:p>
            <a:r>
              <a:rPr lang="ru-RU" sz="1200" b="1" i="0" kern="1200" dirty="0">
                <a:solidFill>
                  <a:schemeClr val="tx1"/>
                </a:solidFill>
                <a:effectLst/>
                <a:latin typeface="+mn-lt"/>
                <a:ea typeface="+mn-ea"/>
                <a:cs typeface="+mn-cs"/>
              </a:rPr>
              <a:t>Реактивный характер защиты</a:t>
            </a:r>
            <a:r>
              <a:rPr lang="ru-RU" sz="1200" b="0" i="0" kern="1200" dirty="0">
                <a:solidFill>
                  <a:schemeClr val="tx1"/>
                </a:solidFill>
                <a:effectLst/>
                <a:latin typeface="+mn-lt"/>
                <a:ea typeface="+mn-ea"/>
                <a:cs typeface="+mn-cs"/>
              </a:rPr>
              <a:t> - большинство систем обнаруживают только известные атаки</a:t>
            </a:r>
          </a:p>
          <a:p>
            <a:r>
              <a:rPr lang="ru-RU" sz="1200" b="1" i="0" kern="1200" dirty="0">
                <a:solidFill>
                  <a:schemeClr val="tx1"/>
                </a:solidFill>
                <a:effectLst/>
                <a:latin typeface="+mn-lt"/>
                <a:ea typeface="+mn-ea"/>
                <a:cs typeface="+mn-cs"/>
              </a:rPr>
              <a:t>Неспособность детектировать </a:t>
            </a:r>
            <a:r>
              <a:rPr lang="ru-RU" sz="1200" b="1" i="0" kern="1200" dirty="0" err="1">
                <a:solidFill>
                  <a:schemeClr val="tx1"/>
                </a:solidFill>
                <a:effectLst/>
                <a:latin typeface="+mn-lt"/>
                <a:ea typeface="+mn-ea"/>
                <a:cs typeface="+mn-cs"/>
              </a:rPr>
              <a:t>zero-day</a:t>
            </a:r>
            <a:r>
              <a:rPr lang="ru-RU" sz="1200" b="1" i="0" kern="1200" dirty="0">
                <a:solidFill>
                  <a:schemeClr val="tx1"/>
                </a:solidFill>
                <a:effectLst/>
                <a:latin typeface="+mn-lt"/>
                <a:ea typeface="+mn-ea"/>
                <a:cs typeface="+mn-cs"/>
              </a:rPr>
              <a:t> атаки</a:t>
            </a:r>
            <a:r>
              <a:rPr lang="ru-RU" sz="1200" b="0" i="0" kern="1200" dirty="0">
                <a:solidFill>
                  <a:schemeClr val="tx1"/>
                </a:solidFill>
                <a:effectLst/>
                <a:latin typeface="+mn-lt"/>
                <a:ea typeface="+mn-ea"/>
                <a:cs typeface="+mn-cs"/>
              </a:rPr>
              <a:t> на ML-модели</a:t>
            </a:r>
          </a:p>
          <a:p>
            <a:r>
              <a:rPr lang="ru-RU" sz="1200" b="1" i="0" kern="1200" dirty="0">
                <a:solidFill>
                  <a:schemeClr val="tx1"/>
                </a:solidFill>
                <a:effectLst/>
                <a:latin typeface="+mn-lt"/>
                <a:ea typeface="+mn-ea"/>
                <a:cs typeface="+mn-cs"/>
              </a:rPr>
              <a:t>Отсутствие стандартов безопасности</a:t>
            </a:r>
            <a:r>
              <a:rPr lang="ru-RU" sz="1200" b="0" i="0" kern="1200" dirty="0">
                <a:solidFill>
                  <a:schemeClr val="tx1"/>
                </a:solidFill>
                <a:effectLst/>
                <a:latin typeface="+mn-lt"/>
                <a:ea typeface="+mn-ea"/>
                <a:cs typeface="+mn-cs"/>
              </a:rPr>
              <a:t> для ИИ-систем в критической инфраструктуре</a:t>
            </a:r>
          </a:p>
          <a:p>
            <a:r>
              <a:rPr lang="ru-RU" sz="1200" b="1" kern="1200" dirty="0">
                <a:solidFill>
                  <a:schemeClr val="tx1"/>
                </a:solidFill>
                <a:effectLst/>
                <a:latin typeface="+mn-lt"/>
                <a:ea typeface="+mn-ea"/>
                <a:cs typeface="+mn-cs"/>
              </a:rPr>
              <a:t>6. Экономические и регуляторные последствия</a:t>
            </a:r>
          </a:p>
          <a:p>
            <a:r>
              <a:rPr lang="ru-RU" sz="1200" b="1" i="0" kern="1200" dirty="0">
                <a:solidFill>
                  <a:schemeClr val="tx1"/>
                </a:solidFill>
                <a:effectLst/>
                <a:latin typeface="+mn-lt"/>
                <a:ea typeface="+mn-ea"/>
                <a:cs typeface="+mn-cs"/>
              </a:rPr>
              <a:t>Прямые финансовые потери</a:t>
            </a:r>
            <a:r>
              <a:rPr lang="ru-RU" sz="1200" b="0" i="0" kern="1200" dirty="0">
                <a:solidFill>
                  <a:schemeClr val="tx1"/>
                </a:solidFill>
                <a:effectLst/>
                <a:latin typeface="+mn-lt"/>
                <a:ea typeface="+mn-ea"/>
                <a:cs typeface="+mn-cs"/>
              </a:rPr>
              <a:t> от AI-усиленных атак исчисляются миллиардами долларов (инцидент с налоговой системой - $77 млн)</a:t>
            </a:r>
          </a:p>
          <a:p>
            <a:r>
              <a:rPr lang="ru-RU" sz="1200" b="1" i="0" kern="1200" dirty="0">
                <a:solidFill>
                  <a:schemeClr val="tx1"/>
                </a:solidFill>
                <a:effectLst/>
                <a:latin typeface="+mn-lt"/>
                <a:ea typeface="+mn-ea"/>
                <a:cs typeface="+mn-cs"/>
              </a:rPr>
              <a:t>Необходимость разработки новых стандартов</a:t>
            </a:r>
            <a:r>
              <a:rPr lang="ru-RU" sz="1200" b="0" i="0" kern="1200" dirty="0">
                <a:solidFill>
                  <a:schemeClr val="tx1"/>
                </a:solidFill>
                <a:effectLst/>
                <a:latin typeface="+mn-lt"/>
                <a:ea typeface="+mn-ea"/>
                <a:cs typeface="+mn-cs"/>
              </a:rPr>
              <a:t> кибербезопасности для ИИ-систем</a:t>
            </a:r>
          </a:p>
          <a:p>
            <a:r>
              <a:rPr lang="ru-RU" sz="1200" b="1" i="0" kern="1200" dirty="0">
                <a:solidFill>
                  <a:schemeClr val="tx1"/>
                </a:solidFill>
                <a:effectLst/>
                <a:latin typeface="+mn-lt"/>
                <a:ea typeface="+mn-ea"/>
                <a:cs typeface="+mn-cs"/>
              </a:rPr>
              <a:t>Важность страхования </a:t>
            </a:r>
            <a:r>
              <a:rPr lang="ru-RU" sz="1200" b="1" i="0" kern="1200" dirty="0" err="1">
                <a:solidFill>
                  <a:schemeClr val="tx1"/>
                </a:solidFill>
                <a:effectLst/>
                <a:latin typeface="+mn-lt"/>
                <a:ea typeface="+mn-ea"/>
                <a:cs typeface="+mn-cs"/>
              </a:rPr>
              <a:t>киберрисков</a:t>
            </a:r>
            <a:r>
              <a:rPr lang="ru-RU" sz="1200" b="0" i="0" kern="1200" dirty="0">
                <a:solidFill>
                  <a:schemeClr val="tx1"/>
                </a:solidFill>
                <a:effectLst/>
                <a:latin typeface="+mn-lt"/>
                <a:ea typeface="+mn-ea"/>
                <a:cs typeface="+mn-cs"/>
              </a:rPr>
              <a:t>, связанных с компрометацией ИИ-моделей</a:t>
            </a:r>
          </a:p>
          <a:p>
            <a:r>
              <a:rPr lang="ru-RU" sz="1200" b="1" kern="1200" dirty="0">
                <a:solidFill>
                  <a:schemeClr val="tx1"/>
                </a:solidFill>
                <a:effectLst/>
                <a:latin typeface="+mn-lt"/>
                <a:ea typeface="+mn-ea"/>
                <a:cs typeface="+mn-cs"/>
              </a:rPr>
              <a:t>7. Перспективные направления защиты</a:t>
            </a:r>
          </a:p>
          <a:p>
            <a:r>
              <a:rPr lang="ru-RU" sz="1200" b="1" i="0" kern="1200" dirty="0">
                <a:solidFill>
                  <a:schemeClr val="tx1"/>
                </a:solidFill>
                <a:effectLst/>
                <a:latin typeface="+mn-lt"/>
                <a:ea typeface="+mn-ea"/>
                <a:cs typeface="+mn-cs"/>
              </a:rPr>
              <a:t>Развитие </a:t>
            </a:r>
            <a:r>
              <a:rPr lang="ru-RU" sz="1200" b="1" i="0" kern="1200" dirty="0" err="1">
                <a:solidFill>
                  <a:schemeClr val="tx1"/>
                </a:solidFill>
                <a:effectLst/>
                <a:latin typeface="+mn-lt"/>
                <a:ea typeface="+mn-ea"/>
                <a:cs typeface="+mn-cs"/>
              </a:rPr>
              <a:t>Adversarial</a:t>
            </a:r>
            <a:r>
              <a:rPr lang="ru-RU" sz="1200" b="1" i="0" kern="1200" dirty="0">
                <a:solidFill>
                  <a:schemeClr val="tx1"/>
                </a:solidFill>
                <a:effectLst/>
                <a:latin typeface="+mn-lt"/>
                <a:ea typeface="+mn-ea"/>
                <a:cs typeface="+mn-cs"/>
              </a:rPr>
              <a:t> ML</a:t>
            </a:r>
            <a:r>
              <a:rPr lang="ru-RU" sz="1200" b="0" i="0" kern="1200" dirty="0">
                <a:solidFill>
                  <a:schemeClr val="tx1"/>
                </a:solidFill>
                <a:effectLst/>
                <a:latin typeface="+mn-lt"/>
                <a:ea typeface="+mn-ea"/>
                <a:cs typeface="+mn-cs"/>
              </a:rPr>
              <a:t> - создание моделей, устойчивых к состязательным атакам</a:t>
            </a:r>
          </a:p>
          <a:p>
            <a:r>
              <a:rPr lang="ru-RU" sz="1200" b="1" i="0" kern="1200" dirty="0">
                <a:solidFill>
                  <a:schemeClr val="tx1"/>
                </a:solidFill>
                <a:effectLst/>
                <a:latin typeface="+mn-lt"/>
                <a:ea typeface="+mn-ea"/>
                <a:cs typeface="+mn-cs"/>
              </a:rPr>
              <a:t>Внедрение </a:t>
            </a:r>
            <a:r>
              <a:rPr lang="ru-RU" sz="1200" b="1" i="0" kern="1200" dirty="0" err="1">
                <a:solidFill>
                  <a:schemeClr val="tx1"/>
                </a:solidFill>
                <a:effectLst/>
                <a:latin typeface="+mn-lt"/>
                <a:ea typeface="+mn-ea"/>
                <a:cs typeface="+mn-cs"/>
              </a:rPr>
              <a:t>Explainable</a:t>
            </a:r>
            <a:r>
              <a:rPr lang="ru-RU" sz="1200" b="1" i="0" kern="1200" dirty="0">
                <a:solidFill>
                  <a:schemeClr val="tx1"/>
                </a:solidFill>
                <a:effectLst/>
                <a:latin typeface="+mn-lt"/>
                <a:ea typeface="+mn-ea"/>
                <a:cs typeface="+mn-cs"/>
              </a:rPr>
              <a:t> AI (XAI)</a:t>
            </a:r>
            <a:r>
              <a:rPr lang="ru-RU" sz="1200" b="0" i="0" kern="1200" dirty="0">
                <a:solidFill>
                  <a:schemeClr val="tx1"/>
                </a:solidFill>
                <a:effectLst/>
                <a:latin typeface="+mn-lt"/>
                <a:ea typeface="+mn-ea"/>
                <a:cs typeface="+mn-cs"/>
              </a:rPr>
              <a:t> для интерпретации решений ИИ-моделей</a:t>
            </a:r>
          </a:p>
          <a:p>
            <a:r>
              <a:rPr lang="ru-RU" sz="1200" b="1" i="0" kern="1200" dirty="0">
                <a:solidFill>
                  <a:schemeClr val="tx1"/>
                </a:solidFill>
                <a:effectLst/>
                <a:latin typeface="+mn-lt"/>
                <a:ea typeface="+mn-ea"/>
                <a:cs typeface="+mn-cs"/>
              </a:rPr>
              <a:t>Разработка систем мониторинга целостности</a:t>
            </a:r>
            <a:r>
              <a:rPr lang="ru-RU" sz="1200" b="0" i="0" kern="1200" dirty="0">
                <a:solidFill>
                  <a:schemeClr val="tx1"/>
                </a:solidFill>
                <a:effectLst/>
                <a:latin typeface="+mn-lt"/>
                <a:ea typeface="+mn-ea"/>
                <a:cs typeface="+mn-cs"/>
              </a:rPr>
              <a:t> ML-моделей в реальном времени</a:t>
            </a:r>
          </a:p>
          <a:p>
            <a:r>
              <a:rPr lang="ru-RU" sz="1200" b="1" i="0" kern="1200" dirty="0">
                <a:solidFill>
                  <a:schemeClr val="tx1"/>
                </a:solidFill>
                <a:effectLst/>
                <a:latin typeface="+mn-lt"/>
                <a:ea typeface="+mn-ea"/>
                <a:cs typeface="+mn-cs"/>
              </a:rPr>
              <a:t>Создание федеративных систем обучения</a:t>
            </a:r>
            <a:r>
              <a:rPr lang="ru-RU" sz="1200" b="0" i="0" kern="1200" dirty="0">
                <a:solidFill>
                  <a:schemeClr val="tx1"/>
                </a:solidFill>
                <a:effectLst/>
                <a:latin typeface="+mn-lt"/>
                <a:ea typeface="+mn-ea"/>
                <a:cs typeface="+mn-cs"/>
              </a:rPr>
              <a:t> для защиты конфиденциальности данных</a:t>
            </a:r>
          </a:p>
          <a:p>
            <a:r>
              <a:rPr lang="ru-RU" sz="1200" b="1" kern="1200" dirty="0">
                <a:solidFill>
                  <a:schemeClr val="tx1"/>
                </a:solidFill>
                <a:effectLst/>
                <a:latin typeface="+mn-lt"/>
                <a:ea typeface="+mn-ea"/>
                <a:cs typeface="+mn-cs"/>
              </a:rPr>
              <a:t>8. Рекомендации для организаций</a:t>
            </a:r>
          </a:p>
          <a:p>
            <a:r>
              <a:rPr lang="ru-RU" sz="1200" b="1" i="0" kern="1200" dirty="0">
                <a:solidFill>
                  <a:schemeClr val="tx1"/>
                </a:solidFill>
                <a:effectLst/>
                <a:latin typeface="+mn-lt"/>
                <a:ea typeface="+mn-ea"/>
                <a:cs typeface="+mn-cs"/>
              </a:rPr>
              <a:t>Принцип "безопасность по умолчанию"</a:t>
            </a:r>
            <a:r>
              <a:rPr lang="ru-RU" sz="1200" b="0" i="0" kern="1200" dirty="0">
                <a:solidFill>
                  <a:schemeClr val="tx1"/>
                </a:solidFill>
                <a:effectLst/>
                <a:latin typeface="+mn-lt"/>
                <a:ea typeface="+mn-ea"/>
                <a:cs typeface="+mn-cs"/>
              </a:rPr>
              <a:t> при разработке и внедрении ИИ-систем</a:t>
            </a:r>
          </a:p>
          <a:p>
            <a:r>
              <a:rPr lang="ru-RU" sz="1200" b="1" i="0" kern="1200" dirty="0">
                <a:solidFill>
                  <a:schemeClr val="tx1"/>
                </a:solidFill>
                <a:effectLst/>
                <a:latin typeface="+mn-lt"/>
                <a:ea typeface="+mn-ea"/>
                <a:cs typeface="+mn-cs"/>
              </a:rPr>
              <a:t>Регулярный аудит ML-моделей</a:t>
            </a:r>
            <a:r>
              <a:rPr lang="ru-RU" sz="1200" b="0" i="0" kern="1200" dirty="0">
                <a:solidFill>
                  <a:schemeClr val="tx1"/>
                </a:solidFill>
                <a:effectLst/>
                <a:latin typeface="+mn-lt"/>
                <a:ea typeface="+mn-ea"/>
                <a:cs typeface="+mn-cs"/>
              </a:rPr>
              <a:t> на уязвимости и </a:t>
            </a:r>
            <a:r>
              <a:rPr lang="ru-RU" sz="1200" b="0" i="0" kern="1200" dirty="0" err="1">
                <a:solidFill>
                  <a:schemeClr val="tx1"/>
                </a:solidFill>
                <a:effectLst/>
                <a:latin typeface="+mn-lt"/>
                <a:ea typeface="+mn-ea"/>
                <a:cs typeface="+mn-cs"/>
              </a:rPr>
              <a:t>backdoors</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Обучение персонала</a:t>
            </a:r>
            <a:r>
              <a:rPr lang="ru-RU" sz="1200" b="0" i="0" kern="1200" dirty="0">
                <a:solidFill>
                  <a:schemeClr val="tx1"/>
                </a:solidFill>
                <a:effectLst/>
                <a:latin typeface="+mn-lt"/>
                <a:ea typeface="+mn-ea"/>
                <a:cs typeface="+mn-cs"/>
              </a:rPr>
              <a:t> особенностям AI-усиленных кибератак</a:t>
            </a:r>
          </a:p>
          <a:p>
            <a:r>
              <a:rPr lang="ru-RU" sz="1200" b="1" i="0" kern="1200" dirty="0">
                <a:solidFill>
                  <a:schemeClr val="tx1"/>
                </a:solidFill>
                <a:effectLst/>
                <a:latin typeface="+mn-lt"/>
                <a:ea typeface="+mn-ea"/>
                <a:cs typeface="+mn-cs"/>
              </a:rPr>
              <a:t>Разработка инцидент-ответа</a:t>
            </a:r>
            <a:r>
              <a:rPr lang="ru-RU" sz="1200" b="0" i="0" kern="1200" dirty="0">
                <a:solidFill>
                  <a:schemeClr val="tx1"/>
                </a:solidFill>
                <a:effectLst/>
                <a:latin typeface="+mn-lt"/>
                <a:ea typeface="+mn-ea"/>
                <a:cs typeface="+mn-cs"/>
              </a:rPr>
              <a:t> для сценариев компрометации ИИ-систем</a:t>
            </a:r>
          </a:p>
          <a:p>
            <a:r>
              <a:rPr lang="ru-RU" sz="1200" b="1" kern="1200" dirty="0">
                <a:solidFill>
                  <a:schemeClr val="tx1"/>
                </a:solidFill>
                <a:effectLst/>
                <a:latin typeface="+mn-lt"/>
                <a:ea typeface="+mn-ea"/>
                <a:cs typeface="+mn-cs"/>
              </a:rPr>
              <a:t>Заключение</a:t>
            </a:r>
          </a:p>
          <a:p>
            <a:r>
              <a:rPr lang="ru-RU" sz="1200" b="0" i="0" kern="1200" dirty="0">
                <a:solidFill>
                  <a:schemeClr val="tx1"/>
                </a:solidFill>
                <a:effectLst/>
                <a:latin typeface="+mn-lt"/>
                <a:ea typeface="+mn-ea"/>
                <a:cs typeface="+mn-cs"/>
              </a:rPr>
              <a:t>Эволюция кибератак с использованием искусственного интеллекта представляет собой не просто технологический вызов, а фундаментальное изменение парадигмы кибербезопасности. Традиционные подходы к защите оказываются неэффективными против адаптивных, самообучающихся систем атак. Успешное противодействие требует глубокой интеграции знаний в области машинного обучения, кибербезопасности и предметных областей, где применяются ИИ-системы.</a:t>
            </a:r>
          </a:p>
          <a:p>
            <a:r>
              <a:rPr lang="ru-RU" sz="1200" b="0" i="0" kern="1200" dirty="0">
                <a:solidFill>
                  <a:schemeClr val="tx1"/>
                </a:solidFill>
                <a:effectLst/>
                <a:latin typeface="+mn-lt"/>
                <a:ea typeface="+mn-ea"/>
                <a:cs typeface="+mn-cs"/>
              </a:rPr>
              <a:t>Критически важным становится развитие </a:t>
            </a:r>
            <a:r>
              <a:rPr lang="ru-RU" sz="1200" b="0" i="0" kern="1200" dirty="0" err="1">
                <a:solidFill>
                  <a:schemeClr val="tx1"/>
                </a:solidFill>
                <a:effectLst/>
                <a:latin typeface="+mn-lt"/>
                <a:ea typeface="+mn-ea"/>
                <a:cs typeface="+mn-cs"/>
              </a:rPr>
              <a:t>pro-active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defense</a:t>
            </a:r>
            <a:r>
              <a:rPr lang="ru-RU" sz="1200" b="0" i="0" kern="1200" dirty="0">
                <a:solidFill>
                  <a:schemeClr val="tx1"/>
                </a:solidFill>
                <a:effectLst/>
                <a:latin typeface="+mn-lt"/>
                <a:ea typeface="+mn-ea"/>
                <a:cs typeface="+mn-cs"/>
              </a:rPr>
              <a:t> - систем, способных предсказывать и предотвращать атаки до их реализации, а также создание нормативной базы, обеспечивающей безопасность ИИ-систем на протяжении всего их жизненного цикла. Следующие 3-5 лет станут определяющими для формирования устойчивой экосистемы безопасного искусственного интеллекта.</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21</a:t>
            </a:fld>
            <a:endParaRPr lang="ru-RU"/>
          </a:p>
        </p:txBody>
      </p:sp>
    </p:spTree>
    <p:extLst>
      <p:ext uri="{BB962C8B-B14F-4D97-AF65-F5344CB8AC3E}">
        <p14:creationId xmlns:p14="http://schemas.microsoft.com/office/powerpoint/2010/main" val="552074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png"/><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B533-9AAA-A1CC-E7CE-DDBD73169A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7DA9B4-9B9F-A361-2520-5FFEA31356B4}"/>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EDEDF4B-761F-61E7-6A31-CA54BEC310B7}"/>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21A1178-14D5-FF26-403F-95764A20C1A2}"/>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20E603B-193D-9B1A-D474-266217C339E9}"/>
              </a:ext>
            </a:extLst>
          </p:cNvPr>
          <p:cNvSpPr txBox="1"/>
          <p:nvPr/>
        </p:nvSpPr>
        <p:spPr>
          <a:xfrm>
            <a:off x="1402080" y="1690391"/>
            <a:ext cx="9696545" cy="1384995"/>
          </a:xfrm>
          <a:prstGeom prst="rect">
            <a:avLst/>
          </a:prstGeom>
          <a:noFill/>
        </p:spPr>
        <p:txBody>
          <a:bodyPr wrap="square">
            <a:spAutoFit/>
          </a:bodyPr>
          <a:lstStyle/>
          <a:p>
            <a:r>
              <a:rPr lang="ru-RU" sz="2800" dirty="0"/>
              <a:t>Кибербезопасность </a:t>
            </a:r>
          </a:p>
          <a:p>
            <a:r>
              <a:rPr lang="ru-RU" sz="2800" dirty="0"/>
              <a:t>Сценарии атак на киберфизические системы</a:t>
            </a:r>
          </a:p>
          <a:p>
            <a:endParaRPr lang="en" sz="28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7FC7A1F-9EF8-EE1F-DB21-6D7FC9AC839A}"/>
              </a:ext>
            </a:extLst>
          </p:cNvPr>
          <p:cNvSpPr/>
          <p:nvPr/>
        </p:nvSpPr>
        <p:spPr>
          <a:xfrm>
            <a:off x="640080" y="1573924"/>
            <a:ext cx="109728" cy="2834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Рисунок 9">
            <a:extLst>
              <a:ext uri="{FF2B5EF4-FFF2-40B4-BE49-F238E27FC236}">
                <a16:creationId xmlns:a16="http://schemas.microsoft.com/office/drawing/2014/main" id="{CE714E3C-602B-209E-0E60-C141CD2484FE}"/>
              </a:ext>
            </a:extLst>
          </p:cNvPr>
          <p:cNvPicPr>
            <a:picLocks noChangeAspect="1"/>
          </p:cNvPicPr>
          <p:nvPr/>
        </p:nvPicPr>
        <p:blipFill>
          <a:blip r:embed="rId2"/>
          <a:stretch>
            <a:fillRect/>
          </a:stretch>
        </p:blipFill>
        <p:spPr>
          <a:xfrm>
            <a:off x="364037" y="248094"/>
            <a:ext cx="771542" cy="866369"/>
          </a:xfrm>
          <a:prstGeom prst="rect">
            <a:avLst/>
          </a:prstGeom>
        </p:spPr>
      </p:pic>
      <p:sp>
        <p:nvSpPr>
          <p:cNvPr id="5" name="TextBox 4">
            <a:extLst>
              <a:ext uri="{FF2B5EF4-FFF2-40B4-BE49-F238E27FC236}">
                <a16:creationId xmlns:a16="http://schemas.microsoft.com/office/drawing/2014/main" id="{3EF9F6C1-43A5-83FA-0315-A03EC7CD7B9C}"/>
              </a:ext>
            </a:extLst>
          </p:cNvPr>
          <p:cNvSpPr txBox="1"/>
          <p:nvPr/>
        </p:nvSpPr>
        <p:spPr>
          <a:xfrm>
            <a:off x="1135577" y="3111027"/>
            <a:ext cx="3612267" cy="461665"/>
          </a:xfrm>
          <a:prstGeom prst="rect">
            <a:avLst/>
          </a:prstGeom>
          <a:noFill/>
        </p:spPr>
        <p:txBody>
          <a:bodyPr wrap="square">
            <a:spAutoFit/>
          </a:bodyPr>
          <a:lstStyle/>
          <a:p>
            <a:r>
              <a:rPr lang="ru-RU" sz="2400" dirty="0">
                <a:latin typeface="Times New Roman" panose="02020603050405020304" pitchFamily="18" charset="0"/>
                <a:cs typeface="Times New Roman" panose="02020603050405020304" pitchFamily="18" charset="0"/>
              </a:rPr>
              <a:t>Басан Е.С.</a:t>
            </a:r>
            <a:endParaRPr lang="e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314D0B-5C52-1F55-35C3-DE335D8076B4}"/>
              </a:ext>
            </a:extLst>
          </p:cNvPr>
          <p:cNvSpPr txBox="1"/>
          <p:nvPr/>
        </p:nvSpPr>
        <p:spPr>
          <a:xfrm>
            <a:off x="1513953" y="6108633"/>
            <a:ext cx="8676413" cy="584775"/>
          </a:xfrm>
          <a:prstGeom prst="rect">
            <a:avLst/>
          </a:prstGeom>
          <a:noFill/>
        </p:spPr>
        <p:txBody>
          <a:bodyPr wrap="none">
            <a:spAutoFit/>
          </a:bodyPr>
          <a:lstStyle/>
          <a:p>
            <a:pPr algn="ctr"/>
            <a:r>
              <a:rPr lang="ru-RU" sz="1600" b="1" dirty="0">
                <a:solidFill>
                  <a:schemeClr val="bg1"/>
                </a:solidFill>
                <a:latin typeface="Times New Roman" panose="02020603050405020304" pitchFamily="18" charset="0"/>
                <a:cs typeface="Times New Roman" panose="02020603050405020304" pitchFamily="18" charset="0"/>
              </a:rPr>
              <a:t>Международная школа молодых ученых «Искусственный интеллект и кибербезопасность»</a:t>
            </a:r>
            <a:endParaRPr lang="ru-RU" sz="1600" dirty="0">
              <a:solidFill>
                <a:schemeClr val="bg1"/>
              </a:solidFill>
              <a:latin typeface="Times New Roman" panose="02020603050405020304" pitchFamily="18" charset="0"/>
              <a:cs typeface="Times New Roman" panose="02020603050405020304" pitchFamily="18" charset="0"/>
            </a:endParaRPr>
          </a:p>
          <a:p>
            <a:pPr algn="ctr"/>
            <a:r>
              <a:rPr lang="ru-RU" sz="1600" b="1" dirty="0">
                <a:solidFill>
                  <a:schemeClr val="bg1"/>
                </a:solidFill>
                <a:latin typeface="Times New Roman" panose="02020603050405020304" pitchFamily="18" charset="0"/>
                <a:cs typeface="Times New Roman" panose="02020603050405020304" pitchFamily="18" charset="0"/>
              </a:rPr>
              <a:t>25-28 ноября 2025, Ставрополь, Россия</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891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0B30-EA65-6054-B674-26343D3867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B2B641-49BE-5B77-DC40-CEC3A2E54936}"/>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15C6584-DF26-4E7D-1F0F-C9B47AE423FC}"/>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3A45851-4769-BC14-0A9E-09715B51C1F2}"/>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A078D8E1-9151-21C3-8488-F404021A81E3}"/>
              </a:ext>
            </a:extLst>
          </p:cNvPr>
          <p:cNvSpPr/>
          <p:nvPr/>
        </p:nvSpPr>
        <p:spPr>
          <a:xfrm>
            <a:off x="640080" y="1573924"/>
            <a:ext cx="109728" cy="2834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443E970-B05C-DD3D-65ED-9A287801D6B3}"/>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B18E602F-37E6-0D1D-56DB-7A64105AA3E0}"/>
              </a:ext>
            </a:extLst>
          </p:cNvPr>
          <p:cNvPicPr>
            <a:picLocks noChangeAspect="1"/>
          </p:cNvPicPr>
          <p:nvPr/>
        </p:nvPicPr>
        <p:blipFill>
          <a:blip r:embed="rId3"/>
          <a:stretch>
            <a:fillRect/>
          </a:stretch>
        </p:blipFill>
        <p:spPr>
          <a:xfrm>
            <a:off x="364037" y="248094"/>
            <a:ext cx="771542" cy="866369"/>
          </a:xfrm>
          <a:prstGeom prst="rect">
            <a:avLst/>
          </a:prstGeom>
        </p:spPr>
      </p:pic>
      <p:pic>
        <p:nvPicPr>
          <p:cNvPr id="7" name="Picture 32" descr="Новая уязвимость GHOST угрожает популярным дистрибутивам на базе Linux /  Блог компании Positive Technologies / Хабр">
            <a:extLst>
              <a:ext uri="{FF2B5EF4-FFF2-40B4-BE49-F238E27FC236}">
                <a16:creationId xmlns:a16="http://schemas.microsoft.com/office/drawing/2014/main" id="{3819193C-C2F1-C66D-35A6-7EA8871834A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392" b="97614" l="10000" r="90000">
                        <a14:foregroundMark x1="52267" y1="5964" x2="52267" y2="5964"/>
                        <a14:foregroundMark x1="48400" y1="1392" x2="48400" y2="1392"/>
                        <a14:foregroundMark x1="62133" y1="43340" x2="56800" y2="71173"/>
                        <a14:foregroundMark x1="42400" y1="51889" x2="69600" y2="59841"/>
                        <a14:foregroundMark x1="69600" y1="48310" x2="69600" y2="62425"/>
                        <a14:foregroundMark x1="69600" y1="62425" x2="64133" y2="68588"/>
                        <a14:foregroundMark x1="64133" y1="68588" x2="58800" y2="68191"/>
                        <a14:foregroundMark x1="52133" y1="57654" x2="52133" y2="57654"/>
                        <a14:foregroundMark x1="50667" y1="56859" x2="51467" y2="72366"/>
                        <a14:foregroundMark x1="63467" y1="91252" x2="58000" y2="92445"/>
                        <a14:foregroundMark x1="61600" y1="97614" x2="61600" y2="97614"/>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9303839" y="3549873"/>
            <a:ext cx="3133258" cy="21013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2" descr="Новая уязвимость GHOST угрожает популярным дистрибутивам на базе Linux /  Блог компании Positive Technologies / Хабр">
            <a:extLst>
              <a:ext uri="{FF2B5EF4-FFF2-40B4-BE49-F238E27FC236}">
                <a16:creationId xmlns:a16="http://schemas.microsoft.com/office/drawing/2014/main" id="{0838516B-231E-BA14-51D3-AB2DD294A0A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392" b="97614" l="10000" r="90000">
                        <a14:foregroundMark x1="52267" y1="5964" x2="52267" y2="5964"/>
                        <a14:foregroundMark x1="48400" y1="1392" x2="48400" y2="1392"/>
                        <a14:foregroundMark x1="62133" y1="43340" x2="56800" y2="71173"/>
                        <a14:foregroundMark x1="42400" y1="51889" x2="69600" y2="59841"/>
                        <a14:foregroundMark x1="69600" y1="48310" x2="69600" y2="62425"/>
                        <a14:foregroundMark x1="69600" y1="62425" x2="64133" y2="68588"/>
                        <a14:foregroundMark x1="64133" y1="68588" x2="58800" y2="68191"/>
                        <a14:foregroundMark x1="52133" y1="57654" x2="52133" y2="57654"/>
                        <a14:foregroundMark x1="50667" y1="56859" x2="51467" y2="72366"/>
                        <a14:foregroundMark x1="63467" y1="91252" x2="58000" y2="92445"/>
                        <a14:foregroundMark x1="61600" y1="97614" x2="61600" y2="97614"/>
                      </a14:backgroundRemoval>
                    </a14:imgEffect>
                  </a14:imgLayer>
                </a14:imgProps>
              </a:ext>
              <a:ext uri="{28A0092B-C50C-407E-A947-70E740481C1C}">
                <a14:useLocalDpi xmlns:a14="http://schemas.microsoft.com/office/drawing/2010/main" val="0"/>
              </a:ext>
            </a:extLst>
          </a:blip>
          <a:srcRect/>
          <a:stretch>
            <a:fillRect/>
          </a:stretch>
        </p:blipFill>
        <p:spPr bwMode="auto">
          <a:xfrm>
            <a:off x="-257568" y="3741673"/>
            <a:ext cx="3133257" cy="2101371"/>
          </a:xfrm>
          <a:prstGeom prst="rect">
            <a:avLst/>
          </a:prstGeom>
          <a:noFill/>
          <a:extLst>
            <a:ext uri="{909E8E84-426E-40DD-AFC4-6F175D3DCCD1}">
              <a14:hiddenFill xmlns:a14="http://schemas.microsoft.com/office/drawing/2010/main">
                <a:solidFill>
                  <a:srgbClr val="FFFFFF"/>
                </a:solidFill>
              </a14:hiddenFill>
            </a:ext>
          </a:extLst>
        </p:spPr>
      </p:pic>
      <p:sp>
        <p:nvSpPr>
          <p:cNvPr id="12" name="Круг: прозрачная заливка 11">
            <a:extLst>
              <a:ext uri="{FF2B5EF4-FFF2-40B4-BE49-F238E27FC236}">
                <a16:creationId xmlns:a16="http://schemas.microsoft.com/office/drawing/2014/main" id="{EE679750-98A9-A25D-DCE1-8934117336B7}"/>
              </a:ext>
            </a:extLst>
          </p:cNvPr>
          <p:cNvSpPr/>
          <p:nvPr/>
        </p:nvSpPr>
        <p:spPr>
          <a:xfrm>
            <a:off x="3621024" y="1662612"/>
            <a:ext cx="4919472" cy="4865796"/>
          </a:xfrm>
          <a:prstGeom prst="don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2">
                  <a:lumMod val="75000"/>
                </a:schemeClr>
              </a:solidFill>
            </a:endParaRPr>
          </a:p>
        </p:txBody>
      </p:sp>
      <p:pic>
        <p:nvPicPr>
          <p:cNvPr id="13" name="Picture 2">
            <a:extLst>
              <a:ext uri="{FF2B5EF4-FFF2-40B4-BE49-F238E27FC236}">
                <a16:creationId xmlns:a16="http://schemas.microsoft.com/office/drawing/2014/main" id="{E397C274-EFCF-85D1-5820-CFE507FD2DB6}"/>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6146" b="90000" l="6630" r="91087">
                        <a14:foregroundMark x1="40543" y1="16771" x2="24130" y2="27083"/>
                        <a14:foregroundMark x1="24130" y1="27083" x2="9457" y2="46146"/>
                        <a14:foregroundMark x1="9457" y1="46146" x2="12065" y2="52917"/>
                        <a14:foregroundMark x1="12065" y1="52917" x2="56413" y2="76250"/>
                        <a14:foregroundMark x1="56413" y1="76250" x2="70761" y2="71250"/>
                        <a14:foregroundMark x1="70761" y1="71250" x2="80870" y2="54479"/>
                        <a14:foregroundMark x1="80870" y1="54479" x2="79022" y2="35729"/>
                        <a14:foregroundMark x1="79022" y1="35729" x2="57500" y2="20104"/>
                        <a14:foregroundMark x1="57500" y1="20104" x2="30000" y2="9688"/>
                        <a14:foregroundMark x1="30000" y1="9688" x2="29891" y2="9688"/>
                        <a14:foregroundMark x1="45326" y1="9271" x2="63478" y2="7187"/>
                        <a14:foregroundMark x1="52174" y1="9688" x2="72283" y2="23646"/>
                        <a14:foregroundMark x1="72283" y1="23646" x2="65435" y2="16458"/>
                        <a14:foregroundMark x1="65435" y1="16458" x2="65435" y2="16042"/>
                        <a14:foregroundMark x1="70978" y1="16458" x2="73804" y2="21146"/>
                        <a14:foregroundMark x1="74022" y1="22813" x2="75870" y2="31458"/>
                        <a14:foregroundMark x1="75870" y1="31458" x2="83696" y2="37917"/>
                        <a14:foregroundMark x1="83696" y1="37917" x2="83587" y2="43438"/>
                        <a14:foregroundMark x1="83587" y1="34271" x2="84239" y2="44271"/>
                        <a14:foregroundMark x1="79783" y1="23750" x2="90000" y2="45938"/>
                        <a14:foregroundMark x1="90000" y1="45938" x2="90000" y2="45938"/>
                        <a14:foregroundMark x1="91087" y1="37083" x2="81196" y2="64688"/>
                        <a14:foregroundMark x1="81196" y1="64688" x2="80652" y2="65208"/>
                        <a14:foregroundMark x1="71630" y1="67917" x2="80000" y2="45104"/>
                        <a14:foregroundMark x1="66304" y1="28125" x2="72174" y2="45208"/>
                        <a14:foregroundMark x1="72174" y1="45208" x2="71413" y2="63750"/>
                        <a14:foregroundMark x1="70978" y1="63021" x2="74783" y2="42292"/>
                        <a14:foregroundMark x1="72283" y1="67500" x2="54239" y2="77708"/>
                        <a14:foregroundMark x1="43804" y1="73021" x2="61413" y2="74688"/>
                        <a14:foregroundMark x1="61413" y1="74688" x2="72935" y2="73854"/>
                        <a14:foregroundMark x1="72935" y1="73854" x2="73152" y2="73646"/>
                        <a14:foregroundMark x1="66522" y1="68333" x2="54457" y2="78333"/>
                        <a14:foregroundMark x1="56630" y1="67917" x2="69457" y2="78958"/>
                        <a14:foregroundMark x1="69022" y1="76875" x2="57717" y2="80000"/>
                        <a14:foregroundMark x1="57283" y1="77083" x2="68804" y2="80417"/>
                        <a14:foregroundMark x1="65435" y1="74688" x2="65435" y2="74688"/>
                        <a14:foregroundMark x1="64348" y1="74896" x2="64348" y2="74896"/>
                        <a14:foregroundMark x1="63043" y1="76875" x2="62174" y2="78750"/>
                        <a14:foregroundMark x1="65870" y1="77292" x2="57500" y2="79167"/>
                        <a14:foregroundMark x1="47609" y1="77917" x2="31848" y2="76667"/>
                        <a14:foregroundMark x1="31848" y1="76667" x2="61739" y2="77708"/>
                        <a14:foregroundMark x1="43370" y1="74896" x2="58043" y2="81250"/>
                        <a14:foregroundMark x1="58043" y1="81250" x2="49130" y2="81250"/>
                        <a14:foregroundMark x1="49783" y1="73646" x2="52391" y2="79583"/>
                        <a14:foregroundMark x1="26848" y1="64375" x2="46413" y2="75938"/>
                        <a14:foregroundMark x1="46413" y1="75938" x2="42500" y2="81875"/>
                        <a14:foregroundMark x1="42500" y1="81875" x2="42500" y2="81875"/>
                        <a14:foregroundMark x1="23696" y1="69375" x2="18152" y2="63021"/>
                        <a14:foregroundMark x1="17065" y1="41458" x2="16196" y2="51250"/>
                        <a14:foregroundMark x1="15326" y1="45521" x2="14565" y2="55000"/>
                        <a14:foregroundMark x1="14565" y1="55000" x2="10217" y2="58229"/>
                        <a14:foregroundMark x1="25435" y1="36563" x2="15000" y2="41563"/>
                        <a14:foregroundMark x1="15000" y1="41563" x2="23696" y2="49896"/>
                        <a14:foregroundMark x1="23696" y1="49896" x2="27717" y2="49896"/>
                        <a14:foregroundMark x1="19348" y1="43646" x2="21304" y2="44688"/>
                        <a14:foregroundMark x1="18587" y1="40417" x2="25978" y2="49063"/>
                        <a14:foregroundMark x1="6957" y1="45208" x2="6957" y2="45208"/>
                        <a14:foregroundMark x1="6739" y1="45313" x2="6739" y2="45313"/>
                        <a14:foregroundMark x1="49239" y1="6146" x2="49239" y2="6146"/>
                        <a14:foregroundMark x1="85109" y1="54063" x2="72283" y2="67188"/>
                        <a14:foregroundMark x1="81848" y1="56146" x2="79783" y2="64063"/>
                        <a14:foregroundMark x1="79783" y1="64063" x2="88370" y2="59167"/>
                        <a14:foregroundMark x1="88370" y1="59167" x2="88478" y2="58854"/>
                        <a14:foregroundMark x1="86739" y1="56250" x2="85870" y2="66250"/>
                        <a14:foregroundMark x1="88478" y1="55208" x2="70217" y2="77188"/>
                        <a14:foregroundMark x1="71522" y1="70625" x2="85870" y2="57188"/>
                        <a14:foregroundMark x1="85870" y1="57188" x2="86087" y2="56667"/>
                        <a14:backgroundMark x1="42826" y1="50833" x2="42826" y2="50833"/>
                        <a14:backgroundMark x1="59348" y1="40625" x2="59348" y2="40625"/>
                        <a14:backgroundMark x1="63370" y1="40521" x2="63370" y2="40521"/>
                        <a14:backgroundMark x1="43152" y1="41458" x2="43152" y2="41458"/>
                        <a14:backgroundMark x1="34674" y1="40625" x2="34674" y2="40625"/>
                        <a14:backgroundMark x1="36196" y1="40417" x2="64239" y2="41667"/>
                        <a14:backgroundMark x1="39674" y1="50625" x2="53804" y2="51354"/>
                        <a14:backgroundMark x1="54565" y1="47292" x2="42174" y2="53333"/>
                        <a14:backgroundMark x1="42174" y1="53333" x2="41304" y2="53125"/>
                        <a14:backgroundMark x1="42935" y1="46771" x2="49674" y2="55417"/>
                        <a14:backgroundMark x1="49674" y1="55417" x2="50326" y2="55729"/>
                        <a14:backgroundMark x1="45870" y1="47500" x2="51196" y2="54167"/>
                        <a14:backgroundMark x1="46087" y1="53438" x2="45326" y2="54688"/>
                      </a14:backgroundRemoval>
                    </a14:imgEffect>
                  </a14:imgLayer>
                </a14:imgProps>
              </a:ext>
              <a:ext uri="{28A0092B-C50C-407E-A947-70E740481C1C}">
                <a14:useLocalDpi xmlns:a14="http://schemas.microsoft.com/office/drawing/2010/main" val="0"/>
              </a:ext>
            </a:extLst>
          </a:blip>
          <a:srcRect/>
          <a:stretch>
            <a:fillRect/>
          </a:stretch>
        </p:blipFill>
        <p:spPr bwMode="auto">
          <a:xfrm>
            <a:off x="3371622" y="1503586"/>
            <a:ext cx="5448754" cy="5685656"/>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Группа 13">
            <a:extLst>
              <a:ext uri="{FF2B5EF4-FFF2-40B4-BE49-F238E27FC236}">
                <a16:creationId xmlns:a16="http://schemas.microsoft.com/office/drawing/2014/main" id="{49AF57B5-9BA2-BB14-128C-7F116F9673E1}"/>
              </a:ext>
            </a:extLst>
          </p:cNvPr>
          <p:cNvGrpSpPr/>
          <p:nvPr/>
        </p:nvGrpSpPr>
        <p:grpSpPr>
          <a:xfrm>
            <a:off x="5075409" y="3692789"/>
            <a:ext cx="1995712" cy="1206756"/>
            <a:chOff x="5075409" y="3692789"/>
            <a:chExt cx="1995712" cy="1206756"/>
          </a:xfrm>
        </p:grpSpPr>
        <p:sp>
          <p:nvSpPr>
            <p:cNvPr id="15" name="TextBox 14">
              <a:extLst>
                <a:ext uri="{FF2B5EF4-FFF2-40B4-BE49-F238E27FC236}">
                  <a16:creationId xmlns:a16="http://schemas.microsoft.com/office/drawing/2014/main" id="{FD25B5AA-29CB-1FDE-F3C6-AA822700AA48}"/>
                </a:ext>
              </a:extLst>
            </p:cNvPr>
            <p:cNvSpPr txBox="1"/>
            <p:nvPr/>
          </p:nvSpPr>
          <p:spPr>
            <a:xfrm>
              <a:off x="5075409" y="3692789"/>
              <a:ext cx="1959427" cy="523220"/>
            </a:xfrm>
            <a:prstGeom prst="rect">
              <a:avLst/>
            </a:prstGeom>
            <a:noFill/>
          </p:spPr>
          <p:txBody>
            <a:bodyPr wrap="square" rtlCol="0">
              <a:spAutoFit/>
            </a:bodyPr>
            <a:lstStyle/>
            <a:p>
              <a:pPr algn="ctr"/>
              <a:r>
                <a:rPr lang="en-US" sz="2800" b="1" dirty="0">
                  <a:solidFill>
                    <a:schemeClr val="tx2">
                      <a:lumMod val="75000"/>
                    </a:schemeClr>
                  </a:solidFill>
                  <a:latin typeface="Aharoni" panose="02010803020104030203" pitchFamily="2" charset="-79"/>
                  <a:cs typeface="Aharoni" panose="02010803020104030203" pitchFamily="2" charset="-79"/>
                </a:rPr>
                <a:t>INDUSTRY</a:t>
              </a:r>
            </a:p>
          </p:txBody>
        </p:sp>
        <p:sp>
          <p:nvSpPr>
            <p:cNvPr id="16" name="TextBox 15">
              <a:extLst>
                <a:ext uri="{FF2B5EF4-FFF2-40B4-BE49-F238E27FC236}">
                  <a16:creationId xmlns:a16="http://schemas.microsoft.com/office/drawing/2014/main" id="{A0123AAC-9E80-9CF3-EF6E-064176C44094}"/>
                </a:ext>
              </a:extLst>
            </p:cNvPr>
            <p:cNvSpPr txBox="1"/>
            <p:nvPr/>
          </p:nvSpPr>
          <p:spPr>
            <a:xfrm>
              <a:off x="5111694" y="3791549"/>
              <a:ext cx="1959427" cy="1107996"/>
            </a:xfrm>
            <a:prstGeom prst="rect">
              <a:avLst/>
            </a:prstGeom>
            <a:noFill/>
          </p:spPr>
          <p:txBody>
            <a:bodyPr wrap="square" rtlCol="0">
              <a:spAutoFit/>
            </a:bodyPr>
            <a:lstStyle/>
            <a:p>
              <a:pPr algn="ctr"/>
              <a:r>
                <a:rPr lang="ru-RU" sz="6600" b="1" dirty="0">
                  <a:solidFill>
                    <a:schemeClr val="tx2">
                      <a:lumMod val="75000"/>
                    </a:schemeClr>
                  </a:solidFill>
                  <a:latin typeface="Aharoni" panose="02010803020104030203" pitchFamily="2" charset="-79"/>
                  <a:cs typeface="Aharoni" panose="02010803020104030203" pitchFamily="2" charset="-79"/>
                </a:rPr>
                <a:t>4.0</a:t>
              </a:r>
              <a:endParaRPr lang="en-US" sz="6600" b="1" dirty="0">
                <a:solidFill>
                  <a:schemeClr val="tx2">
                    <a:lumMod val="75000"/>
                  </a:schemeClr>
                </a:solidFill>
                <a:latin typeface="Aharoni" panose="02010803020104030203" pitchFamily="2" charset="-79"/>
                <a:cs typeface="Aharoni" panose="02010803020104030203" pitchFamily="2" charset="-79"/>
              </a:endParaRPr>
            </a:p>
          </p:txBody>
        </p:sp>
      </p:grpSp>
      <p:sp>
        <p:nvSpPr>
          <p:cNvPr id="17" name="Заголовок 1">
            <a:extLst>
              <a:ext uri="{FF2B5EF4-FFF2-40B4-BE49-F238E27FC236}">
                <a16:creationId xmlns:a16="http://schemas.microsoft.com/office/drawing/2014/main" id="{31B52BC0-E387-07F2-D595-3AFFC9380B16}"/>
              </a:ext>
            </a:extLst>
          </p:cNvPr>
          <p:cNvSpPr txBox="1">
            <a:spLocks/>
          </p:cNvSpPr>
          <p:nvPr/>
        </p:nvSpPr>
        <p:spPr>
          <a:xfrm>
            <a:off x="1135579" y="342238"/>
            <a:ext cx="10251758" cy="999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schemeClr>
                </a:solidFill>
              </a:rPr>
              <a:t>| </a:t>
            </a:r>
            <a:r>
              <a:rPr lang="ru-RU" b="1" dirty="0" err="1">
                <a:solidFill>
                  <a:schemeClr val="tx2">
                    <a:lumMod val="75000"/>
                  </a:schemeClr>
                </a:solidFill>
              </a:rPr>
              <a:t>Киберфизическая</a:t>
            </a:r>
            <a:r>
              <a:rPr lang="ru-RU" b="1" dirty="0">
                <a:solidFill>
                  <a:schemeClr val="tx2">
                    <a:lumMod val="75000"/>
                  </a:schemeClr>
                </a:solidFill>
              </a:rPr>
              <a:t> система</a:t>
            </a:r>
          </a:p>
        </p:txBody>
      </p:sp>
    </p:spTree>
    <p:extLst>
      <p:ext uri="{BB962C8B-B14F-4D97-AF65-F5344CB8AC3E}">
        <p14:creationId xmlns:p14="http://schemas.microsoft.com/office/powerpoint/2010/main" val="428623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0-#ppt_w/2"/>
                                          </p:val>
                                        </p:tav>
                                        <p:tav tm="100000">
                                          <p:val>
                                            <p:strVal val="#ppt_x"/>
                                          </p:val>
                                        </p:tav>
                                      </p:tavLst>
                                    </p:anim>
                                    <p:anim calcmode="lin" valueType="num">
                                      <p:cBhvr additive="base">
                                        <p:cTn id="21" dur="500" fill="hold"/>
                                        <p:tgtEl>
                                          <p:spTgt spid="11"/>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1+#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AAD3-FCF7-A82E-F6AE-79D95D13E5C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F45FAC-F25E-FA78-1A97-CBB8F1C897DF}"/>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BC7775A-CFE9-35E8-C65E-88720FB457ED}"/>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183A345-270D-F3C6-18ED-19C3738FB228}"/>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8AA18D8-09F0-6506-00DB-34F136D5DC8C}"/>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E4633E77-357D-CAD7-9E42-E1F91E7DA650}"/>
              </a:ext>
            </a:extLst>
          </p:cNvPr>
          <p:cNvPicPr>
            <a:picLocks noChangeAspect="1"/>
          </p:cNvPicPr>
          <p:nvPr/>
        </p:nvPicPr>
        <p:blipFill>
          <a:blip r:embed="rId3"/>
          <a:stretch>
            <a:fillRect/>
          </a:stretch>
        </p:blipFill>
        <p:spPr>
          <a:xfrm>
            <a:off x="364037" y="248094"/>
            <a:ext cx="771542" cy="866369"/>
          </a:xfrm>
          <a:prstGeom prst="rect">
            <a:avLst/>
          </a:prstGeom>
        </p:spPr>
      </p:pic>
      <p:sp>
        <p:nvSpPr>
          <p:cNvPr id="27" name="Заголовок 1">
            <a:extLst>
              <a:ext uri="{FF2B5EF4-FFF2-40B4-BE49-F238E27FC236}">
                <a16:creationId xmlns:a16="http://schemas.microsoft.com/office/drawing/2014/main" id="{35D5F6A2-5DD7-A818-46E5-22DAC9823E15}"/>
              </a:ext>
            </a:extLst>
          </p:cNvPr>
          <p:cNvSpPr txBox="1">
            <a:spLocks/>
          </p:cNvSpPr>
          <p:nvPr/>
        </p:nvSpPr>
        <p:spPr>
          <a:xfrm>
            <a:off x="-10682" y="1929284"/>
            <a:ext cx="3256300" cy="3691579"/>
          </a:xfrm>
          <a:prstGeom prst="rect">
            <a:avLst/>
          </a:prstGeom>
        </p:spPr>
        <p:txBody>
          <a:bodyPr vert="horz" lIns="91440" tIns="45720" rIns="91440" bIns="45720" rtlCol="0"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tx2">
                    <a:lumMod val="75000"/>
                  </a:schemeClr>
                </a:solidFill>
              </a:rPr>
              <a:t>|</a:t>
            </a:r>
            <a:r>
              <a:rPr lang="en-US" sz="2800" b="1" dirty="0" err="1">
                <a:solidFill>
                  <a:schemeClr val="tx2">
                    <a:lumMod val="75000"/>
                  </a:schemeClr>
                </a:solidFill>
              </a:rPr>
              <a:t>Концептуальная</a:t>
            </a:r>
            <a:r>
              <a:rPr lang="en-US" sz="2800" b="1" dirty="0">
                <a:solidFill>
                  <a:schemeClr val="tx2">
                    <a:lumMod val="75000"/>
                  </a:schemeClr>
                </a:solidFill>
              </a:rPr>
              <a:t> </a:t>
            </a:r>
            <a:r>
              <a:rPr lang="en-US" sz="2800" b="1" dirty="0" err="1">
                <a:solidFill>
                  <a:schemeClr val="tx2">
                    <a:lumMod val="75000"/>
                  </a:schemeClr>
                </a:solidFill>
              </a:rPr>
              <a:t>модель</a:t>
            </a:r>
            <a:r>
              <a:rPr lang="en-US" sz="2800" b="1" dirty="0">
                <a:solidFill>
                  <a:schemeClr val="tx2">
                    <a:lumMod val="75000"/>
                  </a:schemeClr>
                </a:solidFill>
              </a:rPr>
              <a:t> </a:t>
            </a:r>
            <a:r>
              <a:rPr lang="en-US" sz="2800" b="1" dirty="0" err="1">
                <a:solidFill>
                  <a:schemeClr val="tx2">
                    <a:lumMod val="75000"/>
                  </a:schemeClr>
                </a:solidFill>
              </a:rPr>
              <a:t>кибер-физических</a:t>
            </a:r>
            <a:r>
              <a:rPr lang="en-US" sz="2800" b="1" dirty="0">
                <a:solidFill>
                  <a:schemeClr val="tx2">
                    <a:lumMod val="75000"/>
                  </a:schemeClr>
                </a:solidFill>
              </a:rPr>
              <a:t> </a:t>
            </a:r>
            <a:r>
              <a:rPr lang="en-US" sz="2800" b="1" dirty="0" err="1">
                <a:solidFill>
                  <a:schemeClr val="tx2">
                    <a:lumMod val="75000"/>
                  </a:schemeClr>
                </a:solidFill>
              </a:rPr>
              <a:t>систем</a:t>
            </a:r>
            <a:r>
              <a:rPr lang="en-US" sz="2800" b="1" dirty="0">
                <a:solidFill>
                  <a:schemeClr val="tx2">
                    <a:lumMod val="75000"/>
                  </a:schemeClr>
                </a:solidFill>
              </a:rPr>
              <a:t> </a:t>
            </a:r>
          </a:p>
        </p:txBody>
      </p:sp>
      <p:pic>
        <p:nvPicPr>
          <p:cNvPr id="28" name="Объект 3" descr="Изображение выглядит как текст, снимок экрана, Шрифт, дизайн&#10;&#10;Автоматически созданное описание">
            <a:extLst>
              <a:ext uri="{FF2B5EF4-FFF2-40B4-BE49-F238E27FC236}">
                <a16:creationId xmlns:a16="http://schemas.microsoft.com/office/drawing/2014/main" id="{890DE23B-16E2-A5CA-ECEA-5D7BB4800C22}"/>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tretch>
            <a:fillRect/>
          </a:stretch>
        </p:blipFill>
        <p:spPr bwMode="auto">
          <a:xfrm>
            <a:off x="3733497" y="495920"/>
            <a:ext cx="8358020" cy="5419166"/>
          </a:xfrm>
          <a:prstGeom prst="rect">
            <a:avLst/>
          </a:prstGeom>
          <a:noFill/>
        </p:spPr>
      </p:pic>
    </p:spTree>
    <p:extLst>
      <p:ext uri="{BB962C8B-B14F-4D97-AF65-F5344CB8AC3E}">
        <p14:creationId xmlns:p14="http://schemas.microsoft.com/office/powerpoint/2010/main" val="176620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BBF4-8F41-3AC6-B964-67D152F14C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8BC681-DB64-026C-62F6-3F34915462AA}"/>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D86C022-EB00-4868-4394-ACDC0B219FFB}"/>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51E0300-2694-7642-9773-8FE69B3B2F95}"/>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FFBEEB4-26D0-A9E3-BBF2-890CA41ABF1F}"/>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34201904-B23F-D5D6-D7D7-93285DF438C2}"/>
              </a:ext>
            </a:extLst>
          </p:cNvPr>
          <p:cNvPicPr>
            <a:picLocks noChangeAspect="1"/>
          </p:cNvPicPr>
          <p:nvPr/>
        </p:nvPicPr>
        <p:blipFill>
          <a:blip r:embed="rId3"/>
          <a:stretch>
            <a:fillRect/>
          </a:stretch>
        </p:blipFill>
        <p:spPr>
          <a:xfrm>
            <a:off x="364037" y="248094"/>
            <a:ext cx="771542" cy="866369"/>
          </a:xfrm>
          <a:prstGeom prst="rect">
            <a:avLst/>
          </a:prstGeom>
        </p:spPr>
      </p:pic>
      <p:sp>
        <p:nvSpPr>
          <p:cNvPr id="8" name="Заголовок 1">
            <a:extLst>
              <a:ext uri="{FF2B5EF4-FFF2-40B4-BE49-F238E27FC236}">
                <a16:creationId xmlns:a16="http://schemas.microsoft.com/office/drawing/2014/main" id="{952488BB-79BE-3169-ECF2-AEDCD623097F}"/>
              </a:ext>
            </a:extLst>
          </p:cNvPr>
          <p:cNvSpPr txBox="1">
            <a:spLocks/>
          </p:cNvSpPr>
          <p:nvPr/>
        </p:nvSpPr>
        <p:spPr>
          <a:xfrm>
            <a:off x="2673986" y="491482"/>
            <a:ext cx="7063721" cy="80456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a:solidFill>
                  <a:schemeClr val="tx2">
                    <a:lumMod val="75000"/>
                  </a:schemeClr>
                </a:solidFill>
              </a:rPr>
              <a:t>|Будущее КФС в индустрии 4.0</a:t>
            </a:r>
            <a:endParaRPr lang="en-US" sz="4000" dirty="0">
              <a:solidFill>
                <a:schemeClr val="tx2">
                  <a:lumMod val="75000"/>
                </a:schemeClr>
              </a:solidFill>
            </a:endParaRPr>
          </a:p>
        </p:txBody>
      </p:sp>
      <p:pic>
        <p:nvPicPr>
          <p:cNvPr id="12" name="Picture 4" descr="ИНДУСТРИЯ 4.0: реалии сегодняшнего дня">
            <a:extLst>
              <a:ext uri="{FF2B5EF4-FFF2-40B4-BE49-F238E27FC236}">
                <a16:creationId xmlns:a16="http://schemas.microsoft.com/office/drawing/2014/main" id="{C7142620-541E-EF7A-D179-F3009BA2555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745289" y="1491881"/>
            <a:ext cx="8415668" cy="445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91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D909B408-379E-A39E-DAD1-6A3CA5E45BDC}"/>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5579" y="450861"/>
            <a:ext cx="10923071" cy="2062103"/>
          </a:xfrm>
          <a:prstGeom prst="rect">
            <a:avLst/>
          </a:prstGeom>
          <a:noFill/>
        </p:spPr>
        <p:txBody>
          <a:bodyPr wrap="square">
            <a:spAutoFit/>
          </a:bodyPr>
          <a:lstStyle/>
          <a:p>
            <a:r>
              <a:rPr lang="ru-RU" sz="3200" b="1" dirty="0">
                <a:solidFill>
                  <a:schemeClr val="tx2">
                    <a:lumMod val="75000"/>
                  </a:schemeClr>
                </a:solidFill>
              </a:rPr>
              <a:t> Конкретные угрозы и сценарии атак</a:t>
            </a:r>
            <a:endParaRPr lang="ru-RU" sz="3200" dirty="0">
              <a:solidFill>
                <a:schemeClr val="tx2">
                  <a:lumMod val="75000"/>
                </a:schemeClr>
              </a:solidFill>
            </a:endParaRPr>
          </a:p>
          <a:p>
            <a:r>
              <a:rPr lang="ru-RU" sz="3200" dirty="0">
                <a:solidFill>
                  <a:schemeClr val="tx2">
                    <a:lumMod val="75000"/>
                  </a:schemeClr>
                </a:solidFill>
              </a:rPr>
              <a:t>Угрозы для КФС можно категоризировать, следуя их архитектуре:</a:t>
            </a:r>
          </a:p>
          <a:p>
            <a:pPr>
              <a:defRPr sz="3200" b="1">
                <a:solidFill>
                  <a:srgbClr val="0A1B3F"/>
                </a:solidFill>
              </a:defRPr>
            </a:pPr>
            <a:endParaRPr dirty="0">
              <a:solidFill>
                <a:schemeClr val="tx2">
                  <a:lumMod val="75000"/>
                </a:schemeClr>
              </a:solidFill>
            </a:endParaRPr>
          </a:p>
        </p:txBody>
      </p:sp>
      <p:graphicFrame>
        <p:nvGraphicFramePr>
          <p:cNvPr id="2" name="Схема 1">
            <a:extLst>
              <a:ext uri="{FF2B5EF4-FFF2-40B4-BE49-F238E27FC236}">
                <a16:creationId xmlns:a16="http://schemas.microsoft.com/office/drawing/2014/main" id="{A4D51CBA-A9B5-C7E8-2923-1F84FBD01C56}"/>
              </a:ext>
            </a:extLst>
          </p:cNvPr>
          <p:cNvGraphicFramePr/>
          <p:nvPr>
            <p:extLst>
              <p:ext uri="{D42A27DB-BD31-4B8C-83A1-F6EECF244321}">
                <p14:modId xmlns:p14="http://schemas.microsoft.com/office/powerpoint/2010/main" val="480185047"/>
              </p:ext>
            </p:extLst>
          </p:nvPr>
        </p:nvGraphicFramePr>
        <p:xfrm>
          <a:off x="364037" y="2183196"/>
          <a:ext cx="11694613" cy="3477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AA97EC93-9077-CC69-D8BA-E97C3F082882}"/>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20F99BA7-227C-592E-CF1A-D0C4A82B3744}"/>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34C0ED39-6F3D-955C-8A58-E1CCCEC9FCEA}"/>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E23DA197-C915-6EAC-FA61-6DDBC308FFBF}"/>
              </a:ext>
            </a:extLst>
          </p:cNvPr>
          <p:cNvPicPr>
            <a:picLocks noChangeAspect="1"/>
          </p:cNvPicPr>
          <p:nvPr/>
        </p:nvPicPr>
        <p:blipFill>
          <a:blip r:embed="rId8"/>
          <a:stretch>
            <a:fillRect/>
          </a:stretch>
        </p:blipFill>
        <p:spPr>
          <a:xfrm>
            <a:off x="364037" y="248094"/>
            <a:ext cx="771542" cy="8663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86338" y="472252"/>
            <a:ext cx="11221403" cy="1569660"/>
          </a:xfrm>
          <a:prstGeom prst="rect">
            <a:avLst/>
          </a:prstGeom>
          <a:noFill/>
        </p:spPr>
        <p:txBody>
          <a:bodyPr wrap="square">
            <a:spAutoFit/>
          </a:bodyPr>
          <a:lstStyle/>
          <a:p>
            <a:pPr>
              <a:defRPr sz="3200" b="1">
                <a:solidFill>
                  <a:srgbClr val="0A1B3F"/>
                </a:solidFill>
              </a:defRPr>
            </a:pPr>
            <a:r>
              <a:rPr lang="ru-RU" sz="3200" b="1" dirty="0"/>
              <a:t>Использование искусственного интеллекта в кибербезопасности: триада</a:t>
            </a:r>
          </a:p>
          <a:p>
            <a:pPr>
              <a:defRPr sz="3200" b="1">
                <a:solidFill>
                  <a:srgbClr val="0A1B3F"/>
                </a:solidFill>
              </a:defRPr>
            </a:pPr>
            <a:endParaRPr dirty="0"/>
          </a:p>
        </p:txBody>
      </p:sp>
      <p:sp>
        <p:nvSpPr>
          <p:cNvPr id="7" name="Rectangle 6"/>
          <p:cNvSpPr/>
          <p:nvPr/>
        </p:nvSpPr>
        <p:spPr>
          <a:xfrm>
            <a:off x="822960" y="2011680"/>
            <a:ext cx="10789920" cy="3566160"/>
          </a:xfrm>
          <a:prstGeom prst="rect">
            <a:avLst/>
          </a:prstGeom>
          <a:solidFill>
            <a:srgbClr val="F0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5715000"/>
            <a:ext cx="10789920" cy="548640"/>
          </a:xfrm>
          <a:prstGeom prst="rect">
            <a:avLst/>
          </a:prstGeom>
          <a:noFill/>
        </p:spPr>
        <p:txBody>
          <a:bodyPr wrap="none">
            <a:spAutoFit/>
          </a:bodyPr>
          <a:lstStyle/>
          <a:p>
            <a:pPr>
              <a:defRPr sz="1600">
                <a:solidFill>
                  <a:srgbClr val="576683"/>
                </a:solidFill>
              </a:defRPr>
            </a:pPr>
            <a:r>
              <a:t>Figure 1. Caption text here.</a:t>
            </a:r>
          </a:p>
        </p:txBody>
      </p:sp>
      <p:sp>
        <p:nvSpPr>
          <p:cNvPr id="10" name="Rectangle 1">
            <a:extLst>
              <a:ext uri="{FF2B5EF4-FFF2-40B4-BE49-F238E27FC236}">
                <a16:creationId xmlns:a16="http://schemas.microsoft.com/office/drawing/2014/main" id="{31B8B6A8-0B4C-98C1-E5D3-8F394550E786}"/>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6008B04-0951-C887-CD49-23EFBB2CCD97}"/>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6A14116F-E91A-30D2-8354-518B012A1E0B}"/>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1F63A9DD-2019-D77F-D9FB-985350377FD6}"/>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0E559CE4-94E2-7056-D428-D8D94B097789}"/>
              </a:ext>
            </a:extLst>
          </p:cNvPr>
          <p:cNvPicPr>
            <a:picLocks noChangeAspect="1"/>
          </p:cNvPicPr>
          <p:nvPr/>
        </p:nvPicPr>
        <p:blipFill>
          <a:blip r:embed="rId3"/>
          <a:stretch>
            <a:fillRect/>
          </a:stretch>
        </p:blipFill>
        <p:spPr>
          <a:xfrm>
            <a:off x="364037" y="248094"/>
            <a:ext cx="771542" cy="866369"/>
          </a:xfrm>
          <a:prstGeom prst="rect">
            <a:avLst/>
          </a:prstGeom>
        </p:spPr>
      </p:pic>
      <p:graphicFrame>
        <p:nvGraphicFramePr>
          <p:cNvPr id="4" name="Схема 3">
            <a:extLst>
              <a:ext uri="{FF2B5EF4-FFF2-40B4-BE49-F238E27FC236}">
                <a16:creationId xmlns:a16="http://schemas.microsoft.com/office/drawing/2014/main" id="{7E9BDD9B-DE03-D7E8-068D-AA6403CB23D8}"/>
              </a:ext>
            </a:extLst>
          </p:cNvPr>
          <p:cNvGraphicFramePr/>
          <p:nvPr>
            <p:extLst>
              <p:ext uri="{D42A27DB-BD31-4B8C-83A1-F6EECF244321}">
                <p14:modId xmlns:p14="http://schemas.microsoft.com/office/powerpoint/2010/main" val="447332433"/>
              </p:ext>
            </p:extLst>
          </p:nvPr>
        </p:nvGraphicFramePr>
        <p:xfrm>
          <a:off x="579120" y="2011680"/>
          <a:ext cx="10789920" cy="38062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D67E-88FA-A5F6-5142-5F4FDC5D15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F4199CA-0CCC-D499-D457-65F6A5F4356C}"/>
              </a:ext>
            </a:extLst>
          </p:cNvPr>
          <p:cNvSpPr txBox="1"/>
          <p:nvPr/>
        </p:nvSpPr>
        <p:spPr>
          <a:xfrm>
            <a:off x="1186338" y="472252"/>
            <a:ext cx="11221403" cy="1569660"/>
          </a:xfrm>
          <a:prstGeom prst="rect">
            <a:avLst/>
          </a:prstGeom>
          <a:noFill/>
        </p:spPr>
        <p:txBody>
          <a:bodyPr wrap="square">
            <a:spAutoFit/>
          </a:bodyPr>
          <a:lstStyle/>
          <a:p>
            <a:pPr>
              <a:defRPr sz="3200" b="1">
                <a:solidFill>
                  <a:srgbClr val="0A1B3F"/>
                </a:solidFill>
              </a:defRPr>
            </a:pPr>
            <a:r>
              <a:rPr lang="ru-RU" sz="3200" b="1" dirty="0"/>
              <a:t>Детальный анализ двустороннего воздействия </a:t>
            </a:r>
            <a:r>
              <a:rPr lang="ru-RU" sz="3200" b="1" dirty="0" err="1"/>
              <a:t>Generative</a:t>
            </a:r>
            <a:r>
              <a:rPr lang="ru-RU" sz="3200" b="1" dirty="0"/>
              <a:t> AI на кибербезопасность КФС</a:t>
            </a:r>
          </a:p>
          <a:p>
            <a:pPr>
              <a:defRPr sz="3200" b="1">
                <a:solidFill>
                  <a:srgbClr val="0A1B3F"/>
                </a:solidFill>
              </a:defRPr>
            </a:pPr>
            <a:endParaRPr dirty="0"/>
          </a:p>
        </p:txBody>
      </p:sp>
      <p:sp>
        <p:nvSpPr>
          <p:cNvPr id="7" name="Rectangle 6">
            <a:extLst>
              <a:ext uri="{FF2B5EF4-FFF2-40B4-BE49-F238E27FC236}">
                <a16:creationId xmlns:a16="http://schemas.microsoft.com/office/drawing/2014/main" id="{4A4CAF49-9AC8-3AC1-3D40-DD0B3E850240}"/>
              </a:ext>
            </a:extLst>
          </p:cNvPr>
          <p:cNvSpPr/>
          <p:nvPr/>
        </p:nvSpPr>
        <p:spPr>
          <a:xfrm>
            <a:off x="822960" y="2011680"/>
            <a:ext cx="10789920" cy="1664722"/>
          </a:xfrm>
          <a:prstGeom prst="rect">
            <a:avLst/>
          </a:prstGeom>
          <a:solidFill>
            <a:srgbClr val="F0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ru-RU" dirty="0" err="1">
                <a:solidFill>
                  <a:schemeClr val="tx2">
                    <a:lumMod val="75000"/>
                  </a:schemeClr>
                </a:solidFill>
              </a:rPr>
              <a:t>Генеративно</a:t>
            </a:r>
            <a:r>
              <a:rPr lang="ru-RU" dirty="0">
                <a:solidFill>
                  <a:schemeClr val="tx2">
                    <a:lumMod val="75000"/>
                  </a:schemeClr>
                </a:solidFill>
              </a:rPr>
              <a:t>-состязательные сети (</a:t>
            </a:r>
            <a:r>
              <a:rPr lang="ru-RU" dirty="0" err="1">
                <a:solidFill>
                  <a:schemeClr val="tx2">
                    <a:lumMod val="75000"/>
                  </a:schemeClr>
                </a:solidFill>
              </a:rPr>
              <a:t>Generative</a:t>
            </a:r>
            <a:r>
              <a:rPr lang="ru-RU" dirty="0">
                <a:solidFill>
                  <a:schemeClr val="tx2">
                    <a:lumMod val="75000"/>
                  </a:schemeClr>
                </a:solidFill>
              </a:rPr>
              <a:t> </a:t>
            </a:r>
            <a:r>
              <a:rPr lang="ru-RU" dirty="0" err="1">
                <a:solidFill>
                  <a:schemeClr val="tx2">
                    <a:lumMod val="75000"/>
                  </a:schemeClr>
                </a:solidFill>
              </a:rPr>
              <a:t>Adversarial</a:t>
            </a:r>
            <a:r>
              <a:rPr lang="ru-RU" dirty="0">
                <a:solidFill>
                  <a:schemeClr val="tx2">
                    <a:lumMod val="75000"/>
                  </a:schemeClr>
                </a:solidFill>
              </a:rPr>
              <a:t> Networks, GAN) – это большой класс генеративных моделей, общая черта которых заключается в том, что они обучаются одновременно с другой сетью, которая старается отличить сгенерированные объекты от настоящих. </a:t>
            </a:r>
            <a:endParaRPr dirty="0">
              <a:solidFill>
                <a:schemeClr val="tx2">
                  <a:lumMod val="75000"/>
                </a:schemeClr>
              </a:solidFill>
            </a:endParaRPr>
          </a:p>
        </p:txBody>
      </p:sp>
      <p:sp>
        <p:nvSpPr>
          <p:cNvPr id="8" name="TextBox 7">
            <a:extLst>
              <a:ext uri="{FF2B5EF4-FFF2-40B4-BE49-F238E27FC236}">
                <a16:creationId xmlns:a16="http://schemas.microsoft.com/office/drawing/2014/main" id="{0BB3844B-05A2-1BD4-4E78-598147345E8A}"/>
              </a:ext>
            </a:extLst>
          </p:cNvPr>
          <p:cNvSpPr txBox="1"/>
          <p:nvPr/>
        </p:nvSpPr>
        <p:spPr>
          <a:xfrm>
            <a:off x="822960" y="5715000"/>
            <a:ext cx="10789920" cy="548640"/>
          </a:xfrm>
          <a:prstGeom prst="rect">
            <a:avLst/>
          </a:prstGeom>
          <a:noFill/>
        </p:spPr>
        <p:txBody>
          <a:bodyPr wrap="none">
            <a:spAutoFit/>
          </a:bodyPr>
          <a:lstStyle/>
          <a:p>
            <a:pPr>
              <a:defRPr sz="1600">
                <a:solidFill>
                  <a:srgbClr val="576683"/>
                </a:solidFill>
              </a:defRPr>
            </a:pPr>
            <a:r>
              <a:t>Figure 1. Caption text here.</a:t>
            </a:r>
          </a:p>
        </p:txBody>
      </p:sp>
      <p:sp>
        <p:nvSpPr>
          <p:cNvPr id="10" name="Rectangle 1">
            <a:extLst>
              <a:ext uri="{FF2B5EF4-FFF2-40B4-BE49-F238E27FC236}">
                <a16:creationId xmlns:a16="http://schemas.microsoft.com/office/drawing/2014/main" id="{E5FB0376-B9A5-5C8F-C07F-8362DBF142A0}"/>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F71321B5-CD8E-C266-0024-0B12F612A413}"/>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44E0B21F-3ED6-1EB5-FFCE-7DC3C45F9C31}"/>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DCB52EAB-9613-CBE5-2C8D-7A6C1D7C7515}"/>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F8FAED02-860E-AE07-2DA3-96AA3C8BB9C4}"/>
              </a:ext>
            </a:extLst>
          </p:cNvPr>
          <p:cNvPicPr>
            <a:picLocks noChangeAspect="1"/>
          </p:cNvPicPr>
          <p:nvPr/>
        </p:nvPicPr>
        <p:blipFill>
          <a:blip r:embed="rId3"/>
          <a:stretch>
            <a:fillRect/>
          </a:stretch>
        </p:blipFill>
        <p:spPr>
          <a:xfrm>
            <a:off x="364037" y="248094"/>
            <a:ext cx="771542" cy="866369"/>
          </a:xfrm>
          <a:prstGeom prst="rect">
            <a:avLst/>
          </a:prstGeom>
        </p:spPr>
      </p:pic>
      <p:pic>
        <p:nvPicPr>
          <p:cNvPr id="3" name="Рисунок 2">
            <a:extLst>
              <a:ext uri="{FF2B5EF4-FFF2-40B4-BE49-F238E27FC236}">
                <a16:creationId xmlns:a16="http://schemas.microsoft.com/office/drawing/2014/main" id="{7C836173-D6D5-864B-18A6-8C811E55C292}"/>
              </a:ext>
            </a:extLst>
          </p:cNvPr>
          <p:cNvPicPr>
            <a:picLocks noChangeAspect="1"/>
          </p:cNvPicPr>
          <p:nvPr/>
        </p:nvPicPr>
        <p:blipFill>
          <a:blip r:embed="rId4"/>
          <a:stretch>
            <a:fillRect/>
          </a:stretch>
        </p:blipFill>
        <p:spPr>
          <a:xfrm>
            <a:off x="3547907" y="4270762"/>
            <a:ext cx="5095875" cy="714375"/>
          </a:xfrm>
          <a:prstGeom prst="rect">
            <a:avLst/>
          </a:prstGeom>
        </p:spPr>
      </p:pic>
    </p:spTree>
    <p:extLst>
      <p:ext uri="{BB962C8B-B14F-4D97-AF65-F5344CB8AC3E}">
        <p14:creationId xmlns:p14="http://schemas.microsoft.com/office/powerpoint/2010/main" val="1471191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677A-0127-56FB-D9EB-7146858BBB1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4F715E-ABA9-2E74-D091-9446DD2AB13E}"/>
              </a:ext>
            </a:extLst>
          </p:cNvPr>
          <p:cNvSpPr txBox="1"/>
          <p:nvPr/>
        </p:nvSpPr>
        <p:spPr>
          <a:xfrm>
            <a:off x="1186338" y="472252"/>
            <a:ext cx="11221403" cy="584775"/>
          </a:xfrm>
          <a:prstGeom prst="rect">
            <a:avLst/>
          </a:prstGeom>
          <a:noFill/>
        </p:spPr>
        <p:txBody>
          <a:bodyPr wrap="square">
            <a:spAutoFit/>
          </a:bodyPr>
          <a:lstStyle/>
          <a:p>
            <a:pPr>
              <a:defRPr sz="3200" b="1">
                <a:solidFill>
                  <a:srgbClr val="0A1B3F"/>
                </a:solidFill>
              </a:defRPr>
            </a:pPr>
            <a:r>
              <a:rPr lang="ru-RU" sz="3200" dirty="0"/>
              <a:t>Основы обучения </a:t>
            </a:r>
            <a:r>
              <a:rPr lang="en-US" sz="3200" dirty="0"/>
              <a:t>GAN-</a:t>
            </a:r>
            <a:r>
              <a:rPr lang="ru-RU" sz="3200" dirty="0" err="1"/>
              <a:t>ов</a:t>
            </a:r>
            <a:endParaRPr lang="ru-RU" sz="3200" dirty="0"/>
          </a:p>
        </p:txBody>
      </p:sp>
      <p:sp>
        <p:nvSpPr>
          <p:cNvPr id="7" name="Rectangle 6">
            <a:extLst>
              <a:ext uri="{FF2B5EF4-FFF2-40B4-BE49-F238E27FC236}">
                <a16:creationId xmlns:a16="http://schemas.microsoft.com/office/drawing/2014/main" id="{836E4EBE-93BC-1428-E9AC-62A6563353ED}"/>
              </a:ext>
            </a:extLst>
          </p:cNvPr>
          <p:cNvSpPr/>
          <p:nvPr/>
        </p:nvSpPr>
        <p:spPr>
          <a:xfrm>
            <a:off x="749808" y="1167016"/>
            <a:ext cx="10789920" cy="1664722"/>
          </a:xfrm>
          <a:prstGeom prst="rect">
            <a:avLst/>
          </a:prstGeom>
          <a:solidFill>
            <a:srgbClr val="F0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ru-RU" dirty="0">
                <a:solidFill>
                  <a:schemeClr val="tx2">
                    <a:lumMod val="75000"/>
                  </a:schemeClr>
                </a:solidFill>
              </a:rPr>
              <a:t>Классическая аналогия того, как учатся </a:t>
            </a:r>
            <a:r>
              <a:rPr lang="ru-RU" dirty="0" err="1">
                <a:solidFill>
                  <a:schemeClr val="tx2">
                    <a:lumMod val="75000"/>
                  </a:schemeClr>
                </a:solidFill>
              </a:rPr>
              <a:t>GANы</a:t>
            </a:r>
            <a:r>
              <a:rPr lang="ru-RU" dirty="0">
                <a:solidFill>
                  <a:schemeClr val="tx2">
                    <a:lumMod val="75000"/>
                  </a:schemeClr>
                </a:solidFill>
              </a:rPr>
              <a:t> — это фальшивомонетчик и полицейский. Задача фальшивомонетчика — научиться создавать купюры, которые полицейский не сможет отличить от реальных. Задача полицейского — научиться отличать купюры фальшивомонетчика от настоящих.</a:t>
            </a:r>
            <a:endParaRPr dirty="0">
              <a:solidFill>
                <a:schemeClr val="tx2">
                  <a:lumMod val="75000"/>
                </a:schemeClr>
              </a:solidFill>
            </a:endParaRPr>
          </a:p>
        </p:txBody>
      </p:sp>
      <p:sp>
        <p:nvSpPr>
          <p:cNvPr id="10" name="Rectangle 1">
            <a:extLst>
              <a:ext uri="{FF2B5EF4-FFF2-40B4-BE49-F238E27FC236}">
                <a16:creationId xmlns:a16="http://schemas.microsoft.com/office/drawing/2014/main" id="{A653A4C8-A627-E577-9392-3BDF42199BDC}"/>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CDC7274-09A2-6F6F-D060-A07DE569CE4C}"/>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280ED778-40EF-BC91-36CE-E9111EF64DDE}"/>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5833AA1C-672C-0464-823C-97EE7FDE76A5}"/>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9A074A6C-57DC-2673-44E5-82B447B62029}"/>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FBEA3728-6F8E-60FC-2BC6-3EB51EE438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a:extLst>
              <a:ext uri="{FF2B5EF4-FFF2-40B4-BE49-F238E27FC236}">
                <a16:creationId xmlns:a16="http://schemas.microsoft.com/office/drawing/2014/main" id="{6ECC2F31-2044-932A-FF4F-C1C8E7C926AB}"/>
              </a:ext>
            </a:extLst>
          </p:cNvPr>
          <p:cNvPicPr>
            <a:picLocks noChangeAspect="1"/>
          </p:cNvPicPr>
          <p:nvPr/>
        </p:nvPicPr>
        <p:blipFill>
          <a:blip r:embed="rId4"/>
          <a:stretch>
            <a:fillRect/>
          </a:stretch>
        </p:blipFill>
        <p:spPr>
          <a:xfrm>
            <a:off x="2351636" y="2941727"/>
            <a:ext cx="7620000" cy="3105150"/>
          </a:xfrm>
          <a:prstGeom prst="rect">
            <a:avLst/>
          </a:prstGeom>
        </p:spPr>
      </p:pic>
    </p:spTree>
    <p:extLst>
      <p:ext uri="{BB962C8B-B14F-4D97-AF65-F5344CB8AC3E}">
        <p14:creationId xmlns:p14="http://schemas.microsoft.com/office/powerpoint/2010/main" val="437101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7B747-6961-6F55-689A-31DBD9296F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75CADB-BD9C-B9A2-E0D3-1EFF00DEF279}"/>
              </a:ext>
            </a:extLst>
          </p:cNvPr>
          <p:cNvSpPr txBox="1"/>
          <p:nvPr/>
        </p:nvSpPr>
        <p:spPr>
          <a:xfrm>
            <a:off x="1186338" y="472252"/>
            <a:ext cx="11221403" cy="461665"/>
          </a:xfrm>
          <a:prstGeom prst="rect">
            <a:avLst/>
          </a:prstGeom>
          <a:noFill/>
        </p:spPr>
        <p:txBody>
          <a:bodyPr wrap="square">
            <a:spAutoFit/>
          </a:bodyPr>
          <a:lstStyle/>
          <a:p>
            <a:r>
              <a:rPr lang="ru-RU" sz="2400" b="1" dirty="0"/>
              <a:t>Эволюция </a:t>
            </a:r>
            <a:r>
              <a:rPr lang="ru-RU" sz="2400" b="1" dirty="0" err="1"/>
              <a:t>Generative</a:t>
            </a:r>
            <a:r>
              <a:rPr lang="ru-RU" sz="2400" b="1" dirty="0"/>
              <a:t> AI: От статистических моделей к архитектурным прорывам</a:t>
            </a:r>
          </a:p>
        </p:txBody>
      </p:sp>
      <p:sp>
        <p:nvSpPr>
          <p:cNvPr id="10" name="Rectangle 1">
            <a:extLst>
              <a:ext uri="{FF2B5EF4-FFF2-40B4-BE49-F238E27FC236}">
                <a16:creationId xmlns:a16="http://schemas.microsoft.com/office/drawing/2014/main" id="{7B963845-9312-9090-CCE0-60DB1EB31299}"/>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1727A41-4302-5167-C356-78AACE7152FE}"/>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C240DB90-F312-4BC4-8E15-725867BA03C6}"/>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B2204F14-9BCC-2BA1-9F50-66120CC567C4}"/>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A71E83CA-F3C6-79BB-E676-A7BF83CACD04}"/>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71049457-3C49-67BB-5E91-DF1671EDAE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3" name="Рисунок 2">
            <a:extLst>
              <a:ext uri="{FF2B5EF4-FFF2-40B4-BE49-F238E27FC236}">
                <a16:creationId xmlns:a16="http://schemas.microsoft.com/office/drawing/2014/main" id="{E6DCAE65-DEFE-123F-8AFA-D7E4DE4C9ECC}"/>
              </a:ext>
            </a:extLst>
          </p:cNvPr>
          <p:cNvPicPr>
            <a:picLocks noChangeAspect="1"/>
          </p:cNvPicPr>
          <p:nvPr/>
        </p:nvPicPr>
        <p:blipFill>
          <a:blip r:embed="rId4"/>
          <a:srcRect l="4380" t="9594" r="3449" b="10109"/>
          <a:stretch>
            <a:fillRect/>
          </a:stretch>
        </p:blipFill>
        <p:spPr>
          <a:xfrm>
            <a:off x="168157" y="1285875"/>
            <a:ext cx="11855685" cy="4363491"/>
          </a:xfrm>
          <a:prstGeom prst="rect">
            <a:avLst/>
          </a:prstGeom>
        </p:spPr>
      </p:pic>
      <p:pic>
        <p:nvPicPr>
          <p:cNvPr id="4" name="Рисунок 3">
            <a:extLst>
              <a:ext uri="{FF2B5EF4-FFF2-40B4-BE49-F238E27FC236}">
                <a16:creationId xmlns:a16="http://schemas.microsoft.com/office/drawing/2014/main" id="{E5EEA7B7-B2BB-C031-F3A5-67C59CC148CD}"/>
              </a:ext>
            </a:extLst>
          </p:cNvPr>
          <p:cNvPicPr>
            <a:picLocks noChangeAspect="1"/>
          </p:cNvPicPr>
          <p:nvPr/>
        </p:nvPicPr>
        <p:blipFill>
          <a:blip r:embed="rId4"/>
          <a:stretch>
            <a:fillRect/>
          </a:stretch>
        </p:blipFill>
        <p:spPr>
          <a:xfrm>
            <a:off x="0" y="853582"/>
            <a:ext cx="12192000" cy="5150835"/>
          </a:xfrm>
          <a:prstGeom prst="rect">
            <a:avLst/>
          </a:prstGeom>
        </p:spPr>
      </p:pic>
    </p:spTree>
    <p:extLst>
      <p:ext uri="{BB962C8B-B14F-4D97-AF65-F5344CB8AC3E}">
        <p14:creationId xmlns:p14="http://schemas.microsoft.com/office/powerpoint/2010/main" val="886896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76062-961C-AB0D-41BF-6275E61A68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23BE1A-53E1-7F37-8D3C-728CC1F7D23E}"/>
              </a:ext>
            </a:extLst>
          </p:cNvPr>
          <p:cNvSpPr txBox="1"/>
          <p:nvPr/>
        </p:nvSpPr>
        <p:spPr>
          <a:xfrm>
            <a:off x="1186338" y="472252"/>
            <a:ext cx="11221403" cy="461665"/>
          </a:xfrm>
          <a:prstGeom prst="rect">
            <a:avLst/>
          </a:prstGeom>
          <a:noFill/>
        </p:spPr>
        <p:txBody>
          <a:bodyPr wrap="square">
            <a:spAutoFit/>
          </a:bodyPr>
          <a:lstStyle/>
          <a:p>
            <a:r>
              <a:rPr lang="ru-RU" sz="2400" b="1" dirty="0"/>
              <a:t> Типы атак при помощи </a:t>
            </a:r>
            <a:r>
              <a:rPr lang="ru-RU" sz="2400" b="1" dirty="0" err="1"/>
              <a:t>Generative</a:t>
            </a:r>
            <a:r>
              <a:rPr lang="ru-RU" sz="2400" b="1" dirty="0"/>
              <a:t> AI на КФС</a:t>
            </a:r>
          </a:p>
        </p:txBody>
      </p:sp>
      <p:sp>
        <p:nvSpPr>
          <p:cNvPr id="10" name="Rectangle 1">
            <a:extLst>
              <a:ext uri="{FF2B5EF4-FFF2-40B4-BE49-F238E27FC236}">
                <a16:creationId xmlns:a16="http://schemas.microsoft.com/office/drawing/2014/main" id="{F4E67488-7530-D590-1008-F466BF261DE0}"/>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FE75DB6F-CBC9-C403-792A-F43DEB53219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032AAB70-8EA2-29EF-A699-DBD5E7891ABC}"/>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D9B9674A-87E3-5472-38CD-765CC5F797FE}"/>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990EAE03-D312-7FE0-A75D-14CCABA748BE}"/>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DBDA11BC-F8C0-830F-A57D-E21C5D07220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Схема 4">
            <a:extLst>
              <a:ext uri="{FF2B5EF4-FFF2-40B4-BE49-F238E27FC236}">
                <a16:creationId xmlns:a16="http://schemas.microsoft.com/office/drawing/2014/main" id="{304906E2-0795-4136-3864-F98A10DFC2DB}"/>
              </a:ext>
            </a:extLst>
          </p:cNvPr>
          <p:cNvGraphicFramePr/>
          <p:nvPr>
            <p:extLst>
              <p:ext uri="{D42A27DB-BD31-4B8C-83A1-F6EECF244321}">
                <p14:modId xmlns:p14="http://schemas.microsoft.com/office/powerpoint/2010/main" val="3917173163"/>
              </p:ext>
            </p:extLst>
          </p:nvPr>
        </p:nvGraphicFramePr>
        <p:xfrm>
          <a:off x="-1" y="1400175"/>
          <a:ext cx="11827964" cy="418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01453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200BD-0E7D-730A-3DF2-729C51E0B06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EA6457-6DBD-199F-3C46-273F3F25A7DE}"/>
              </a:ext>
            </a:extLst>
          </p:cNvPr>
          <p:cNvSpPr txBox="1"/>
          <p:nvPr/>
        </p:nvSpPr>
        <p:spPr>
          <a:xfrm>
            <a:off x="1186338" y="472252"/>
            <a:ext cx="11221403" cy="954107"/>
          </a:xfrm>
          <a:prstGeom prst="rect">
            <a:avLst/>
          </a:prstGeom>
          <a:noFill/>
        </p:spPr>
        <p:txBody>
          <a:bodyPr wrap="square">
            <a:spAutoFit/>
          </a:bodyPr>
          <a:lstStyle/>
          <a:p>
            <a:r>
              <a:rPr lang="ru-RU" sz="2400" b="1" dirty="0">
                <a:solidFill>
                  <a:schemeClr val="tx2">
                    <a:lumMod val="75000"/>
                  </a:schemeClr>
                </a:solidFill>
              </a:rPr>
              <a:t>Роль </a:t>
            </a:r>
            <a:r>
              <a:rPr lang="ru-RU" sz="2400" b="1" dirty="0" err="1">
                <a:solidFill>
                  <a:schemeClr val="tx2">
                    <a:lumMod val="75000"/>
                  </a:schemeClr>
                </a:solidFill>
              </a:rPr>
              <a:t>GenAI</a:t>
            </a:r>
            <a:r>
              <a:rPr lang="ru-RU" sz="2400" b="1" dirty="0">
                <a:solidFill>
                  <a:schemeClr val="tx2">
                    <a:lumMod val="75000"/>
                  </a:schemeClr>
                </a:solidFill>
              </a:rPr>
              <a:t> в аппаратных атаках: Усиление атак по побочным каналам</a:t>
            </a:r>
          </a:p>
          <a:p>
            <a:endParaRPr lang="ru-RU" sz="3200" b="1" dirty="0">
              <a:solidFill>
                <a:schemeClr val="tx2">
                  <a:lumMod val="75000"/>
                </a:schemeClr>
              </a:solidFill>
            </a:endParaRPr>
          </a:p>
        </p:txBody>
      </p:sp>
      <p:sp>
        <p:nvSpPr>
          <p:cNvPr id="10" name="Rectangle 1">
            <a:extLst>
              <a:ext uri="{FF2B5EF4-FFF2-40B4-BE49-F238E27FC236}">
                <a16:creationId xmlns:a16="http://schemas.microsoft.com/office/drawing/2014/main" id="{B8A09B1E-06EB-06F9-8746-B3BD64133A02}"/>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76E49EE-F0C7-702A-F5B2-0B86A7181F4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3353F1D0-CB1F-A038-757D-F4F49230A083}"/>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660AF211-621D-F100-7CA0-0E8CE11D0842}"/>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787F7848-5957-57A2-8C95-A34920808EB5}"/>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68F99688-F1E0-E1BA-99AE-EA2B364284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TextBox 3">
            <a:extLst>
              <a:ext uri="{FF2B5EF4-FFF2-40B4-BE49-F238E27FC236}">
                <a16:creationId xmlns:a16="http://schemas.microsoft.com/office/drawing/2014/main" id="{0DDD15E1-B9EE-1C25-FA6C-1BE3819352C1}"/>
              </a:ext>
            </a:extLst>
          </p:cNvPr>
          <p:cNvSpPr txBox="1"/>
          <p:nvPr/>
        </p:nvSpPr>
        <p:spPr>
          <a:xfrm>
            <a:off x="141089" y="1032253"/>
            <a:ext cx="5661421" cy="498854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l">
              <a:lnSpc>
                <a:spcPts val="2100"/>
              </a:lnSpc>
              <a:spcBef>
                <a:spcPts val="1200"/>
              </a:spcBef>
              <a:spcAft>
                <a:spcPts val="600"/>
              </a:spcAft>
              <a:buNone/>
            </a:pPr>
            <a:r>
              <a:rPr lang="ru-RU" sz="1450" b="1" dirty="0">
                <a:solidFill>
                  <a:srgbClr val="0F1115"/>
                </a:solidFill>
                <a:effectLst/>
                <a:latin typeface="quote-cjk-patch"/>
              </a:rPr>
              <a:t>Классическая атака по побочным каналам (Side-Channel </a:t>
            </a:r>
            <a:r>
              <a:rPr lang="ru-RU" sz="1450" b="1" dirty="0" err="1">
                <a:solidFill>
                  <a:srgbClr val="0F1115"/>
                </a:solidFill>
                <a:effectLst/>
                <a:latin typeface="quote-cjk-patch"/>
              </a:rPr>
              <a:t>Attack</a:t>
            </a:r>
            <a:r>
              <a:rPr lang="ru-RU" sz="1450" b="1" dirty="0">
                <a:solidFill>
                  <a:srgbClr val="0F1115"/>
                </a:solidFill>
                <a:effectLst/>
                <a:latin typeface="quote-cjk-patch"/>
              </a:rPr>
              <a:t>)</a:t>
            </a:r>
          </a:p>
          <a:p>
            <a:pPr algn="l">
              <a:spcBef>
                <a:spcPts val="600"/>
              </a:spcBef>
              <a:spcAft>
                <a:spcPts val="600"/>
              </a:spcAft>
              <a:buFont typeface="Arial" panose="020B0604020202020204" pitchFamily="34" charset="0"/>
              <a:buChar char="•"/>
            </a:pPr>
            <a:r>
              <a:rPr lang="ru-RU" sz="1450" b="1" i="0" dirty="0">
                <a:solidFill>
                  <a:srgbClr val="0F1115"/>
                </a:solidFill>
                <a:effectLst/>
                <a:latin typeface="quote-cjk-patch"/>
              </a:rPr>
              <a:t>Суть атаки:</a:t>
            </a:r>
            <a:r>
              <a:rPr lang="ru-RU" sz="1450" b="0" i="0" dirty="0">
                <a:solidFill>
                  <a:srgbClr val="0F1115"/>
                </a:solidFill>
                <a:effectLst/>
                <a:latin typeface="quote-cjk-patch"/>
              </a:rPr>
              <a:t> Вместо взлома математического алгоритма шифрования атакующий измеряет </a:t>
            </a:r>
            <a:r>
              <a:rPr lang="ru-RU" sz="1450" b="1" i="0" dirty="0">
                <a:solidFill>
                  <a:srgbClr val="0F1115"/>
                </a:solidFill>
                <a:effectLst/>
                <a:latin typeface="quote-cjk-patch"/>
              </a:rPr>
              <a:t>физические параметры</a:t>
            </a:r>
            <a:r>
              <a:rPr lang="ru-RU" sz="1450" b="0" i="0" dirty="0">
                <a:solidFill>
                  <a:srgbClr val="0F1115"/>
                </a:solidFill>
                <a:effectLst/>
                <a:latin typeface="quote-cjk-patch"/>
              </a:rPr>
              <a:t> устройства во время его работы:</a:t>
            </a:r>
          </a:p>
          <a:p>
            <a:pPr marL="742950" lvl="1" indent="-285750" algn="l">
              <a:spcBef>
                <a:spcPts val="300"/>
              </a:spcBef>
              <a:buFont typeface="Arial" panose="020B0604020202020204" pitchFamily="34" charset="0"/>
              <a:buChar char="•"/>
            </a:pPr>
            <a:r>
              <a:rPr lang="ru-RU" sz="1450" b="1" i="0" dirty="0">
                <a:solidFill>
                  <a:srgbClr val="0F1115"/>
                </a:solidFill>
                <a:effectLst/>
                <a:latin typeface="quote-cjk-patch"/>
              </a:rPr>
              <a:t>Потребление энергии</a:t>
            </a:r>
            <a:endParaRPr lang="ru-RU" sz="1450" b="0" i="0" dirty="0">
              <a:solidFill>
                <a:srgbClr val="0F1115"/>
              </a:solidFill>
              <a:effectLst/>
              <a:latin typeface="quote-cjk-patch"/>
            </a:endParaRPr>
          </a:p>
          <a:p>
            <a:pPr marL="742950" lvl="1" indent="-285750" algn="l">
              <a:spcBef>
                <a:spcPts val="450"/>
              </a:spcBef>
              <a:buFont typeface="Arial" panose="020B0604020202020204" pitchFamily="34" charset="0"/>
              <a:buChar char="•"/>
            </a:pPr>
            <a:r>
              <a:rPr lang="ru-RU" sz="1450" b="1" i="0" dirty="0">
                <a:solidFill>
                  <a:srgbClr val="0F1115"/>
                </a:solidFill>
                <a:effectLst/>
                <a:latin typeface="quote-cjk-patch"/>
              </a:rPr>
              <a:t>Электромагнитное излучение</a:t>
            </a:r>
            <a:endParaRPr lang="ru-RU" sz="1450" b="0" i="0" dirty="0">
              <a:solidFill>
                <a:srgbClr val="0F1115"/>
              </a:solidFill>
              <a:effectLst/>
              <a:latin typeface="quote-cjk-patch"/>
            </a:endParaRPr>
          </a:p>
          <a:p>
            <a:pPr marL="742950" lvl="1" indent="-285750" algn="l">
              <a:spcBef>
                <a:spcPts val="450"/>
              </a:spcBef>
              <a:buFont typeface="Arial" panose="020B0604020202020204" pitchFamily="34" charset="0"/>
              <a:buChar char="•"/>
            </a:pPr>
            <a:r>
              <a:rPr lang="ru-RU" sz="1450" b="1" i="0" dirty="0">
                <a:solidFill>
                  <a:srgbClr val="0F1115"/>
                </a:solidFill>
                <a:effectLst/>
                <a:latin typeface="quote-cjk-patch"/>
              </a:rPr>
              <a:t>Время выполнения операций</a:t>
            </a:r>
            <a:endParaRPr lang="ru-RU" sz="1450" b="0" i="0" dirty="0">
              <a:solidFill>
                <a:srgbClr val="0F1115"/>
              </a:solidFill>
              <a:effectLst/>
              <a:latin typeface="quote-cjk-patch"/>
            </a:endParaRPr>
          </a:p>
          <a:p>
            <a:pPr marL="742950" lvl="1" indent="-285750" algn="l">
              <a:spcBef>
                <a:spcPts val="450"/>
              </a:spcBef>
              <a:buFont typeface="Arial" panose="020B0604020202020204" pitchFamily="34" charset="0"/>
              <a:buChar char="•"/>
            </a:pPr>
            <a:r>
              <a:rPr lang="ru-RU" sz="1450" b="1" i="0" dirty="0">
                <a:solidFill>
                  <a:srgbClr val="0F1115"/>
                </a:solidFill>
                <a:effectLst/>
                <a:latin typeface="quote-cjk-patch"/>
              </a:rPr>
              <a:t>Акустические шумы</a:t>
            </a:r>
            <a:endParaRPr lang="ru-RU" sz="1450" b="0" i="0" dirty="0">
              <a:solidFill>
                <a:srgbClr val="0F1115"/>
              </a:solidFill>
              <a:effectLst/>
              <a:latin typeface="quote-cjk-patch"/>
            </a:endParaRPr>
          </a:p>
          <a:p>
            <a:pPr algn="l">
              <a:spcBef>
                <a:spcPts val="450"/>
              </a:spcBef>
              <a:spcAft>
                <a:spcPts val="1200"/>
              </a:spcAft>
              <a:buFont typeface="Arial" panose="020B0604020202020204" pitchFamily="34" charset="0"/>
              <a:buChar char="•"/>
            </a:pPr>
            <a:r>
              <a:rPr lang="ru-RU" sz="1450" b="1" i="0" dirty="0">
                <a:solidFill>
                  <a:srgbClr val="0F1115"/>
                </a:solidFill>
                <a:effectLst/>
                <a:latin typeface="quote-cjk-patch"/>
              </a:rPr>
              <a:t>Профилирующая атака (</a:t>
            </a:r>
            <a:r>
              <a:rPr lang="ru-RU" sz="1450" b="1" i="0" dirty="0" err="1">
                <a:solidFill>
                  <a:srgbClr val="0F1115"/>
                </a:solidFill>
                <a:effectLst/>
                <a:latin typeface="quote-cjk-patch"/>
              </a:rPr>
              <a:t>Profiling</a:t>
            </a:r>
            <a:r>
              <a:rPr lang="ru-RU" sz="1450" b="1" i="0" dirty="0">
                <a:solidFill>
                  <a:srgbClr val="0F1115"/>
                </a:solidFill>
                <a:effectLst/>
                <a:latin typeface="quote-cjk-patch"/>
              </a:rPr>
              <a:t> </a:t>
            </a:r>
            <a:r>
              <a:rPr lang="ru-RU" sz="1450" b="1" i="0" dirty="0" err="1">
                <a:solidFill>
                  <a:srgbClr val="0F1115"/>
                </a:solidFill>
                <a:effectLst/>
                <a:latin typeface="quote-cjk-patch"/>
              </a:rPr>
              <a:t>Attack</a:t>
            </a:r>
            <a:r>
              <a:rPr lang="ru-RU" sz="1450" b="1" i="0" dirty="0">
                <a:solidFill>
                  <a:srgbClr val="0F1115"/>
                </a:solidFill>
                <a:effectLst/>
                <a:latin typeface="quote-cjk-patch"/>
              </a:rPr>
              <a:t>):</a:t>
            </a:r>
            <a:r>
              <a:rPr lang="ru-RU" sz="1450" b="0" i="0" dirty="0">
                <a:solidFill>
                  <a:srgbClr val="0F1115"/>
                </a:solidFill>
                <a:effectLst/>
                <a:latin typeface="quote-cjk-patch"/>
              </a:rPr>
              <a:t> Самый мощный тип. Атакующий имеет в распоряжении клон целевого устройства и собирает тысячи "следов" (</a:t>
            </a:r>
            <a:r>
              <a:rPr lang="ru-RU" sz="1450" b="0" i="0" dirty="0" err="1">
                <a:solidFill>
                  <a:srgbClr val="0F1115"/>
                </a:solidFill>
                <a:effectLst/>
                <a:latin typeface="quote-cjk-patch"/>
              </a:rPr>
              <a:t>traces</a:t>
            </a:r>
            <a:r>
              <a:rPr lang="ru-RU" sz="1450" b="0" i="0" dirty="0">
                <a:solidFill>
                  <a:srgbClr val="0F1115"/>
                </a:solidFill>
                <a:effectLst/>
                <a:latin typeface="quote-cjk-patch"/>
              </a:rPr>
              <a:t>) его работы для множества известных ключей. На основе этих данных строится точная модель, которая затем используется для взлома реального устройства по его следам.</a:t>
            </a:r>
          </a:p>
          <a:p>
            <a:pPr algn="l">
              <a:spcBef>
                <a:spcPts val="1200"/>
              </a:spcBef>
              <a:spcAft>
                <a:spcPts val="1200"/>
              </a:spcAft>
              <a:buNone/>
            </a:pPr>
            <a:r>
              <a:rPr lang="ru-RU" sz="1450" b="1" i="0" dirty="0">
                <a:solidFill>
                  <a:srgbClr val="0F1115"/>
                </a:solidFill>
                <a:effectLst/>
                <a:latin typeface="quote-cjk-patch"/>
              </a:rPr>
              <a:t>Главная проблема классического подхода:</a:t>
            </a:r>
            <a:r>
              <a:rPr lang="ru-RU" sz="1450" b="0" i="0" dirty="0">
                <a:solidFill>
                  <a:srgbClr val="0F1115"/>
                </a:solidFill>
                <a:effectLst/>
                <a:latin typeface="quote-cjk-patch"/>
              </a:rPr>
              <a:t> Сбор достаточного количества высококачественных данных для построения точной модели требует огромных временных и ресурсных затрат.</a:t>
            </a:r>
            <a:br>
              <a:rPr lang="ru-RU" sz="1450" dirty="0"/>
            </a:br>
            <a:endParaRPr lang="ru-RU" sz="1450" dirty="0"/>
          </a:p>
        </p:txBody>
      </p:sp>
      <p:sp>
        <p:nvSpPr>
          <p:cNvPr id="8" name="TextBox 7">
            <a:extLst>
              <a:ext uri="{FF2B5EF4-FFF2-40B4-BE49-F238E27FC236}">
                <a16:creationId xmlns:a16="http://schemas.microsoft.com/office/drawing/2014/main" id="{9A1D8DBD-EB9E-370D-644C-5C74995E7524}"/>
              </a:ext>
            </a:extLst>
          </p:cNvPr>
          <p:cNvSpPr txBox="1"/>
          <p:nvPr/>
        </p:nvSpPr>
        <p:spPr>
          <a:xfrm>
            <a:off x="5943600" y="995348"/>
            <a:ext cx="6222206" cy="5044971"/>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l">
              <a:spcBef>
                <a:spcPts val="1200"/>
              </a:spcBef>
              <a:spcAft>
                <a:spcPts val="1200"/>
              </a:spcAft>
              <a:buNone/>
            </a:pPr>
            <a:r>
              <a:rPr lang="ru-RU" sz="1450" b="1" i="0" dirty="0">
                <a:solidFill>
                  <a:srgbClr val="0F1115"/>
                </a:solidFill>
                <a:effectLst/>
                <a:latin typeface="quote-cjk-patch"/>
              </a:rPr>
              <a:t>Механизм усиления:</a:t>
            </a:r>
            <a:endParaRPr lang="ru-RU" sz="1450" b="0" i="0" dirty="0">
              <a:solidFill>
                <a:srgbClr val="0F1115"/>
              </a:solidFill>
              <a:effectLst/>
              <a:latin typeface="quote-cjk-patch"/>
            </a:endParaRPr>
          </a:p>
          <a:p>
            <a:pPr algn="l">
              <a:lnSpc>
                <a:spcPts val="1650"/>
              </a:lnSpc>
              <a:buFont typeface="+mj-lt"/>
              <a:buAutoNum type="arabicPeriod"/>
            </a:pPr>
            <a:r>
              <a:rPr lang="ru-RU" sz="1450" b="1" i="0" dirty="0">
                <a:solidFill>
                  <a:srgbClr val="0F1115"/>
                </a:solidFill>
                <a:effectLst/>
                <a:latin typeface="quote-cjk-patch"/>
              </a:rPr>
              <a:t>Сбор ограниченного набора данных:</a:t>
            </a:r>
            <a:r>
              <a:rPr lang="ru-RU" sz="1450" b="0" i="0" dirty="0">
                <a:solidFill>
                  <a:srgbClr val="0F1115"/>
                </a:solidFill>
                <a:effectLst/>
                <a:latin typeface="quote-cjk-patch"/>
              </a:rPr>
              <a:t> Атакующий собирает относительно небольшое количество реальных следов (</a:t>
            </a:r>
            <a:r>
              <a:rPr lang="ru-RU" sz="1450" b="0" i="0" dirty="0" err="1">
                <a:solidFill>
                  <a:srgbClr val="0F1115"/>
                </a:solidFill>
                <a:effectLst/>
                <a:latin typeface="Menlo"/>
              </a:rPr>
              <a:t>L_real</a:t>
            </a:r>
            <a:r>
              <a:rPr lang="ru-RU" sz="1450" b="0" i="0" dirty="0">
                <a:solidFill>
                  <a:srgbClr val="0F1115"/>
                </a:solidFill>
                <a:effectLst/>
                <a:latin typeface="quote-cjk-patch"/>
              </a:rPr>
              <a:t>) с устройства-клона.</a:t>
            </a:r>
          </a:p>
          <a:p>
            <a:pPr algn="l">
              <a:spcBef>
                <a:spcPts val="450"/>
              </a:spcBef>
              <a:spcAft>
                <a:spcPts val="600"/>
              </a:spcAft>
              <a:buFont typeface="+mj-lt"/>
              <a:buAutoNum type="arabicPeriod"/>
            </a:pPr>
            <a:r>
              <a:rPr lang="ru-RU" sz="1450" b="1" i="0" dirty="0">
                <a:solidFill>
                  <a:srgbClr val="0F1115"/>
                </a:solidFill>
                <a:effectLst/>
                <a:latin typeface="quote-cjk-patch"/>
              </a:rPr>
              <a:t>Обучение CGAN:</a:t>
            </a:r>
            <a:endParaRPr lang="ru-RU" sz="1450" b="0" i="0" dirty="0">
              <a:solidFill>
                <a:srgbClr val="0F1115"/>
              </a:solidFill>
              <a:effectLst/>
              <a:latin typeface="quote-cjk-patch"/>
            </a:endParaRPr>
          </a:p>
          <a:p>
            <a:pPr marL="742950" lvl="1" indent="-285750" algn="l">
              <a:spcBef>
                <a:spcPts val="300"/>
              </a:spcBef>
              <a:buFont typeface="+mj-lt"/>
              <a:buAutoNum type="arabicPeriod"/>
            </a:pPr>
            <a:r>
              <a:rPr lang="ru-RU" sz="1450" b="1" i="0" dirty="0">
                <a:solidFill>
                  <a:srgbClr val="0F1115"/>
                </a:solidFill>
                <a:effectLst/>
                <a:latin typeface="quote-cjk-patch"/>
              </a:rPr>
              <a:t>Условие (</a:t>
            </a:r>
            <a:r>
              <a:rPr lang="ru-RU" sz="1450" b="1" i="0" dirty="0" err="1">
                <a:solidFill>
                  <a:srgbClr val="0F1115"/>
                </a:solidFill>
                <a:effectLst/>
                <a:latin typeface="quote-cjk-patch"/>
              </a:rPr>
              <a:t>Condition</a:t>
            </a:r>
            <a:r>
              <a:rPr lang="ru-RU" sz="1450" b="1" i="0" dirty="0">
                <a:solidFill>
                  <a:srgbClr val="0F1115"/>
                </a:solidFill>
                <a:effectLst/>
                <a:latin typeface="quote-cjk-patch"/>
              </a:rPr>
              <a:t>):</a:t>
            </a:r>
            <a:r>
              <a:rPr lang="ru-RU" sz="1450" b="0" i="0" dirty="0">
                <a:solidFill>
                  <a:srgbClr val="0F1115"/>
                </a:solidFill>
                <a:effectLst/>
                <a:latin typeface="quote-cjk-patch"/>
              </a:rPr>
              <a:t> На вход генератора подается информация о конкретных входных данных или ключе, с которыми работает устройство.</a:t>
            </a:r>
          </a:p>
          <a:p>
            <a:pPr marL="742950" lvl="1" indent="-285750" algn="l">
              <a:lnSpc>
                <a:spcPts val="1650"/>
              </a:lnSpc>
              <a:spcBef>
                <a:spcPts val="450"/>
              </a:spcBef>
              <a:buFont typeface="+mj-lt"/>
              <a:buAutoNum type="arabicPeriod"/>
            </a:pPr>
            <a:r>
              <a:rPr lang="ru-RU" sz="1450" b="1" i="0" dirty="0">
                <a:solidFill>
                  <a:srgbClr val="0F1115"/>
                </a:solidFill>
                <a:effectLst/>
                <a:latin typeface="quote-cjk-patch"/>
              </a:rPr>
              <a:t>Цель Генератора:</a:t>
            </a:r>
            <a:r>
              <a:rPr lang="ru-RU" sz="1450" b="0" i="0" dirty="0">
                <a:solidFill>
                  <a:srgbClr val="0F1115"/>
                </a:solidFill>
                <a:effectLst/>
                <a:latin typeface="quote-cjk-patch"/>
              </a:rPr>
              <a:t> Научиться создавать синтетические следы (</a:t>
            </a:r>
            <a:r>
              <a:rPr lang="ru-RU" sz="1450" b="0" i="0" dirty="0" err="1">
                <a:solidFill>
                  <a:srgbClr val="0F1115"/>
                </a:solidFill>
                <a:effectLst/>
                <a:latin typeface="Menlo"/>
              </a:rPr>
              <a:t>L_synthetic</a:t>
            </a:r>
            <a:r>
              <a:rPr lang="ru-RU" sz="1450" b="0" i="0" dirty="0">
                <a:solidFill>
                  <a:srgbClr val="0F1115"/>
                </a:solidFill>
                <a:effectLst/>
                <a:latin typeface="quote-cjk-patch"/>
              </a:rPr>
              <a:t>), которые настолько реалистичны, что...</a:t>
            </a:r>
          </a:p>
          <a:p>
            <a:pPr marL="742950" lvl="1" indent="-285750" algn="l">
              <a:lnSpc>
                <a:spcPts val="1650"/>
              </a:lnSpc>
              <a:spcBef>
                <a:spcPts val="450"/>
              </a:spcBef>
              <a:buFont typeface="+mj-lt"/>
              <a:buAutoNum type="arabicPeriod"/>
            </a:pPr>
            <a:r>
              <a:rPr lang="ru-RU" sz="1450" b="1" i="0" dirty="0">
                <a:solidFill>
                  <a:srgbClr val="0F1115"/>
                </a:solidFill>
                <a:effectLst/>
                <a:latin typeface="quote-cjk-patch"/>
              </a:rPr>
              <a:t>Цель Дискриминатора:</a:t>
            </a:r>
            <a:r>
              <a:rPr lang="ru-RU" sz="1450" b="0" i="0" dirty="0">
                <a:solidFill>
                  <a:srgbClr val="0F1115"/>
                </a:solidFill>
                <a:effectLst/>
                <a:latin typeface="quote-cjk-patch"/>
              </a:rPr>
              <a:t> ...не может отличить их от настоящих (</a:t>
            </a:r>
            <a:r>
              <a:rPr lang="ru-RU" sz="1450" b="0" i="0" dirty="0" err="1">
                <a:solidFill>
                  <a:srgbClr val="0F1115"/>
                </a:solidFill>
                <a:effectLst/>
                <a:latin typeface="Menlo"/>
              </a:rPr>
              <a:t>L_real</a:t>
            </a:r>
            <a:r>
              <a:rPr lang="ru-RU" sz="1450" b="0" i="0" dirty="0">
                <a:solidFill>
                  <a:srgbClr val="0F1115"/>
                </a:solidFill>
                <a:effectLst/>
                <a:latin typeface="quote-cjk-patch"/>
              </a:rPr>
              <a:t>).</a:t>
            </a:r>
          </a:p>
          <a:p>
            <a:pPr algn="l">
              <a:spcBef>
                <a:spcPts val="450"/>
              </a:spcBef>
              <a:spcAft>
                <a:spcPts val="1200"/>
              </a:spcAft>
              <a:buFont typeface="+mj-lt"/>
              <a:buAutoNum type="arabicPeriod"/>
            </a:pPr>
            <a:r>
              <a:rPr lang="ru-RU" sz="1450" b="1" i="0" dirty="0">
                <a:solidFill>
                  <a:srgbClr val="0F1115"/>
                </a:solidFill>
                <a:effectLst/>
                <a:latin typeface="quote-cjk-patch"/>
              </a:rPr>
              <a:t>Синтез данных для атаки:</a:t>
            </a:r>
            <a:r>
              <a:rPr lang="ru-RU" sz="1450" b="0" i="0" dirty="0">
                <a:solidFill>
                  <a:srgbClr val="0F1115"/>
                </a:solidFill>
                <a:effectLst/>
                <a:latin typeface="quote-cjk-patch"/>
              </a:rPr>
              <a:t> После обучения генератор CGAN может производить </a:t>
            </a:r>
            <a:r>
              <a:rPr lang="ru-RU" sz="1450" b="1" i="0" dirty="0">
                <a:solidFill>
                  <a:srgbClr val="0F1115"/>
                </a:solidFill>
                <a:effectLst/>
                <a:latin typeface="quote-cjk-patch"/>
              </a:rPr>
              <a:t>неограниченное количество реалистичных, но синтетических следов</a:t>
            </a:r>
            <a:r>
              <a:rPr lang="ru-RU" sz="1450" b="0" i="0" dirty="0">
                <a:solidFill>
                  <a:srgbClr val="0F1115"/>
                </a:solidFill>
                <a:effectLst/>
                <a:latin typeface="quote-cjk-patch"/>
              </a:rPr>
              <a:t> побочного канала для любых необходимых ключей и данных.</a:t>
            </a:r>
          </a:p>
          <a:p>
            <a:pPr algn="l">
              <a:spcBef>
                <a:spcPts val="450"/>
              </a:spcBef>
              <a:spcAft>
                <a:spcPts val="1200"/>
              </a:spcAft>
              <a:buFont typeface="+mj-lt"/>
              <a:buAutoNum type="arabicPeriod"/>
            </a:pPr>
            <a:r>
              <a:rPr lang="ru-RU" sz="1450" b="1" i="0" dirty="0">
                <a:solidFill>
                  <a:srgbClr val="0F1115"/>
                </a:solidFill>
                <a:effectLst/>
                <a:latin typeface="quote-cjk-patch"/>
              </a:rPr>
              <a:t>Повышение эффективности атаки:</a:t>
            </a:r>
            <a:r>
              <a:rPr lang="ru-RU" sz="1450" b="0" i="0" dirty="0">
                <a:solidFill>
                  <a:srgbClr val="0F1115"/>
                </a:solidFill>
                <a:effectLst/>
                <a:latin typeface="quote-cjk-patch"/>
              </a:rPr>
              <a:t> Этот огромный синтезированный датасет используется для тренировки модели атаки (часто другой нейронной сети). В результате атакующий получает сверхточную модель устройства, построенную на объеме данных, который был бы недостижим при ручном сборе.</a:t>
            </a:r>
          </a:p>
        </p:txBody>
      </p:sp>
    </p:spTree>
    <p:extLst>
      <p:ext uri="{BB962C8B-B14F-4D97-AF65-F5344CB8AC3E}">
        <p14:creationId xmlns:p14="http://schemas.microsoft.com/office/powerpoint/2010/main" val="1900076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BB563AF3-0FD5-131A-82D4-E733828DABB5}"/>
              </a:ext>
            </a:extLst>
          </p:cNvPr>
          <p:cNvPicPr>
            <a:picLocks noChangeAspect="1"/>
          </p:cNvPicPr>
          <p:nvPr/>
        </p:nvPicPr>
        <p:blipFill>
          <a:blip r:embed="rId3"/>
          <a:stretch>
            <a:fillRect/>
          </a:stretch>
        </p:blipFill>
        <p:spPr>
          <a:xfrm>
            <a:off x="2024062" y="1295400"/>
            <a:ext cx="8143875" cy="4267200"/>
          </a:xfrm>
          <a:prstGeom prst="rect">
            <a:avLst/>
          </a:prstGeom>
        </p:spPr>
      </p:pic>
      <p:sp>
        <p:nvSpPr>
          <p:cNvPr id="3" name="Rectangle 1">
            <a:extLst>
              <a:ext uri="{FF2B5EF4-FFF2-40B4-BE49-F238E27FC236}">
                <a16:creationId xmlns:a16="http://schemas.microsoft.com/office/drawing/2014/main" id="{2FEB22FF-9D66-D37A-EE90-2594F535EFA4}"/>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Рисунок 3">
            <a:extLst>
              <a:ext uri="{FF2B5EF4-FFF2-40B4-BE49-F238E27FC236}">
                <a16:creationId xmlns:a16="http://schemas.microsoft.com/office/drawing/2014/main" id="{34E42EA2-3E4E-2DDE-D54D-785B7AC449CB}"/>
              </a:ext>
            </a:extLst>
          </p:cNvPr>
          <p:cNvPicPr>
            <a:picLocks noChangeAspect="1"/>
          </p:cNvPicPr>
          <p:nvPr/>
        </p:nvPicPr>
        <p:blipFill>
          <a:blip r:embed="rId4"/>
          <a:stretch>
            <a:fillRect/>
          </a:stretch>
        </p:blipFill>
        <p:spPr>
          <a:xfrm>
            <a:off x="364037" y="248094"/>
            <a:ext cx="771542" cy="866369"/>
          </a:xfrm>
          <a:prstGeom prst="rect">
            <a:avLst/>
          </a:prstGeom>
        </p:spPr>
      </p:pic>
      <p:sp>
        <p:nvSpPr>
          <p:cNvPr id="5" name="TextBox 4">
            <a:extLst>
              <a:ext uri="{FF2B5EF4-FFF2-40B4-BE49-F238E27FC236}">
                <a16:creationId xmlns:a16="http://schemas.microsoft.com/office/drawing/2014/main" id="{A4BDB5D7-26B0-7F41-B740-66C66219E425}"/>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A31E48B-8117-0FE9-D51A-3F6C41682BA6}"/>
              </a:ext>
            </a:extLst>
          </p:cNvPr>
          <p:cNvSpPr txBox="1"/>
          <p:nvPr/>
        </p:nvSpPr>
        <p:spPr>
          <a:xfrm>
            <a:off x="1453753" y="164592"/>
            <a:ext cx="10259910" cy="830997"/>
          </a:xfrm>
          <a:prstGeom prst="rect">
            <a:avLst/>
          </a:prstGeom>
          <a:noFill/>
        </p:spPr>
        <p:txBody>
          <a:bodyPr wrap="square">
            <a:spAutoFit/>
          </a:bodyPr>
          <a:lstStyle>
            <a:defPPr>
              <a:defRPr lang="en-US"/>
            </a:defPPr>
            <a:lvl1pPr>
              <a:defRPr sz="2400" b="1">
                <a:solidFill>
                  <a:schemeClr val="tx2">
                    <a:lumMod val="75000"/>
                  </a:schemeClr>
                </a:solidFill>
              </a:defRPr>
            </a:lvl1pPr>
          </a:lstStyle>
          <a:p>
            <a:r>
              <a:rPr lang="ru-RU" dirty="0"/>
              <a:t>АНАЛИЗ ПУТЕЙ АТАК СПУФИНГА СЕНСОРОВ В СИСТЕМАХ РОБОТИЗИРОВАННЫХ ТРАНСПОРТНЫХ СРЕДСТВ</a:t>
            </a:r>
          </a:p>
        </p:txBody>
      </p:sp>
    </p:spTree>
    <p:extLst>
      <p:ext uri="{BB962C8B-B14F-4D97-AF65-F5344CB8AC3E}">
        <p14:creationId xmlns:p14="http://schemas.microsoft.com/office/powerpoint/2010/main" val="2379250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55D847F-CFF5-1DC9-B81E-FB238D95D5F1}"/>
              </a:ext>
            </a:extLst>
          </p:cNvPr>
          <p:cNvPicPr>
            <a:picLocks noChangeAspect="1"/>
          </p:cNvPicPr>
          <p:nvPr/>
        </p:nvPicPr>
        <p:blipFill>
          <a:blip r:embed="rId3"/>
          <a:stretch>
            <a:fillRect/>
          </a:stretch>
        </p:blipFill>
        <p:spPr>
          <a:xfrm>
            <a:off x="1085850" y="866775"/>
            <a:ext cx="10020300" cy="5124450"/>
          </a:xfrm>
          <a:prstGeom prst="rect">
            <a:avLst/>
          </a:prstGeom>
        </p:spPr>
      </p:pic>
      <p:sp>
        <p:nvSpPr>
          <p:cNvPr id="4" name="TextBox 3">
            <a:extLst>
              <a:ext uri="{FF2B5EF4-FFF2-40B4-BE49-F238E27FC236}">
                <a16:creationId xmlns:a16="http://schemas.microsoft.com/office/drawing/2014/main" id="{4DE182E1-4E69-192E-BDB5-03208CF1B054}"/>
              </a:ext>
            </a:extLst>
          </p:cNvPr>
          <p:cNvSpPr txBox="1"/>
          <p:nvPr/>
        </p:nvSpPr>
        <p:spPr>
          <a:xfrm>
            <a:off x="2438400" y="114157"/>
            <a:ext cx="7633252" cy="830997"/>
          </a:xfrm>
          <a:prstGeom prst="rect">
            <a:avLst/>
          </a:prstGeom>
          <a:noFill/>
        </p:spPr>
        <p:txBody>
          <a:bodyPr wrap="square">
            <a:spAutoFit/>
          </a:bodyPr>
          <a:lstStyle>
            <a:defPPr>
              <a:defRPr lang="en-US"/>
            </a:defPPr>
            <a:lvl1pPr>
              <a:defRPr sz="2400" b="1">
                <a:solidFill>
                  <a:schemeClr val="tx2">
                    <a:lumMod val="75000"/>
                  </a:schemeClr>
                </a:solidFill>
              </a:defRPr>
            </a:lvl1pPr>
          </a:lstStyle>
          <a:p>
            <a:r>
              <a:rPr lang="ru-RU" dirty="0"/>
              <a:t>Иллюстрация атак с использованием подмены датчиков на шесть основных датчиков.</a:t>
            </a:r>
          </a:p>
        </p:txBody>
      </p:sp>
      <p:sp>
        <p:nvSpPr>
          <p:cNvPr id="5" name="Rectangle 1">
            <a:extLst>
              <a:ext uri="{FF2B5EF4-FFF2-40B4-BE49-F238E27FC236}">
                <a16:creationId xmlns:a16="http://schemas.microsoft.com/office/drawing/2014/main" id="{B0A24762-283B-9D59-9CA6-E2109C747B61}"/>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BCC8EA38-9E72-0131-5505-682AC5339C29}"/>
              </a:ext>
            </a:extLst>
          </p:cNvPr>
          <p:cNvPicPr>
            <a:picLocks noChangeAspect="1"/>
          </p:cNvPicPr>
          <p:nvPr/>
        </p:nvPicPr>
        <p:blipFill>
          <a:blip r:embed="rId4"/>
          <a:stretch>
            <a:fillRect/>
          </a:stretch>
        </p:blipFill>
        <p:spPr>
          <a:xfrm>
            <a:off x="364037" y="248094"/>
            <a:ext cx="771542" cy="866369"/>
          </a:xfrm>
          <a:prstGeom prst="rect">
            <a:avLst/>
          </a:prstGeom>
        </p:spPr>
      </p:pic>
      <p:sp>
        <p:nvSpPr>
          <p:cNvPr id="7" name="TextBox 6">
            <a:extLst>
              <a:ext uri="{FF2B5EF4-FFF2-40B4-BE49-F238E27FC236}">
                <a16:creationId xmlns:a16="http://schemas.microsoft.com/office/drawing/2014/main" id="{C503271A-8716-0CE4-CA19-99F6B451F046}"/>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57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624E3C-4F5E-434F-BC88-913FEA4824B2}"/>
              </a:ext>
            </a:extLst>
          </p:cNvPr>
          <p:cNvSpPr txBox="1">
            <a:spLocks/>
          </p:cNvSpPr>
          <p:nvPr/>
        </p:nvSpPr>
        <p:spPr>
          <a:xfrm>
            <a:off x="913795" y="609600"/>
            <a:ext cx="10353762" cy="1257300"/>
          </a:xfrm>
          <a:prstGeom prst="rect">
            <a:avLst/>
          </a:prstGeom>
        </p:spPr>
        <p:txBody>
          <a:bodyP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ru-RU">
                <a:solidFill>
                  <a:schemeClr val="tx2">
                    <a:lumMod val="75000"/>
                  </a:schemeClr>
                </a:solidFill>
                <a:latin typeface="Saira"/>
              </a:rPr>
              <a:t>Асинхронные и синхронные атаки</a:t>
            </a:r>
            <a:br>
              <a:rPr lang="ru-RU">
                <a:solidFill>
                  <a:schemeClr val="tx2">
                    <a:lumMod val="75000"/>
                  </a:schemeClr>
                </a:solidFill>
                <a:latin typeface="Saira"/>
              </a:rPr>
            </a:br>
            <a:endParaRPr lang="ru-RU" dirty="0">
              <a:solidFill>
                <a:schemeClr val="tx2">
                  <a:lumMod val="75000"/>
                </a:schemeClr>
              </a:solidFill>
            </a:endParaRPr>
          </a:p>
        </p:txBody>
      </p:sp>
      <p:sp>
        <p:nvSpPr>
          <p:cNvPr id="3" name="Объект 2">
            <a:extLst>
              <a:ext uri="{FF2B5EF4-FFF2-40B4-BE49-F238E27FC236}">
                <a16:creationId xmlns:a16="http://schemas.microsoft.com/office/drawing/2014/main" id="{477F8626-2B53-5E8A-3718-989E5091293F}"/>
              </a:ext>
            </a:extLst>
          </p:cNvPr>
          <p:cNvSpPr txBox="1">
            <a:spLocks/>
          </p:cNvSpPr>
          <p:nvPr/>
        </p:nvSpPr>
        <p:spPr>
          <a:xfrm>
            <a:off x="298870" y="1298121"/>
            <a:ext cx="11893129" cy="1156607"/>
          </a:xfrm>
          <a:prstGeom prst="rect">
            <a:avLst/>
          </a:prstGeom>
        </p:spPr>
        <p:txBody>
          <a:bodyPr>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ru-RU">
                <a:solidFill>
                  <a:schemeClr val="tx2">
                    <a:lumMod val="75000"/>
                  </a:schemeClr>
                </a:solidFill>
                <a:latin typeface="Saira"/>
              </a:rPr>
              <a:t>Принципиальное различие между синхронными и асинхронными атаками заключается в том, попадает ли сгенерированный сигнал в окно корреляционного анализа GNSS-приемника или нет.</a:t>
            </a:r>
          </a:p>
          <a:p>
            <a:pPr marL="36900" indent="0">
              <a:buFont typeface="Arial"/>
              <a:buNone/>
            </a:pPr>
            <a:endParaRPr lang="ru-RU" dirty="0">
              <a:solidFill>
                <a:schemeClr val="tx2">
                  <a:lumMod val="75000"/>
                </a:schemeClr>
              </a:solidFill>
            </a:endParaRPr>
          </a:p>
        </p:txBody>
      </p:sp>
      <p:pic>
        <p:nvPicPr>
          <p:cNvPr id="4" name="Picture 2" descr="Атака с подменой GNSS">
            <a:extLst>
              <a:ext uri="{FF2B5EF4-FFF2-40B4-BE49-F238E27FC236}">
                <a16:creationId xmlns:a16="http://schemas.microsoft.com/office/drawing/2014/main" id="{A971EB46-9ECB-8D5A-2406-EA9FB8570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5329" y="2454728"/>
            <a:ext cx="7630043" cy="350207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85BB9A9B-D4AE-F9D0-A65B-86F0D70E8465}"/>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C0137A5E-74F9-1D96-3DFC-41748DDF9556}"/>
              </a:ext>
            </a:extLst>
          </p:cNvPr>
          <p:cNvPicPr>
            <a:picLocks noChangeAspect="1"/>
          </p:cNvPicPr>
          <p:nvPr/>
        </p:nvPicPr>
        <p:blipFill>
          <a:blip r:embed="rId4"/>
          <a:stretch>
            <a:fillRect/>
          </a:stretch>
        </p:blipFill>
        <p:spPr>
          <a:xfrm>
            <a:off x="364037" y="248094"/>
            <a:ext cx="771542" cy="866369"/>
          </a:xfrm>
          <a:prstGeom prst="rect">
            <a:avLst/>
          </a:prstGeom>
        </p:spPr>
      </p:pic>
      <p:sp>
        <p:nvSpPr>
          <p:cNvPr id="7" name="TextBox 6">
            <a:extLst>
              <a:ext uri="{FF2B5EF4-FFF2-40B4-BE49-F238E27FC236}">
                <a16:creationId xmlns:a16="http://schemas.microsoft.com/office/drawing/2014/main" id="{C3B96F16-81CA-074D-6185-543F6CD58269}"/>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95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615EE9-C2B1-57B5-B1C4-169BB21CB66D}"/>
              </a:ext>
            </a:extLst>
          </p:cNvPr>
          <p:cNvSpPr txBox="1"/>
          <p:nvPr/>
        </p:nvSpPr>
        <p:spPr>
          <a:xfrm>
            <a:off x="1460897" y="131544"/>
            <a:ext cx="11112103" cy="403316"/>
          </a:xfrm>
          <a:prstGeom prst="rect">
            <a:avLst/>
          </a:prstGeom>
          <a:noFill/>
        </p:spPr>
        <p:txBody>
          <a:bodyPr wrap="square">
            <a:spAutoFit/>
          </a:bodyPr>
          <a:lstStyle/>
          <a:p>
            <a:pPr algn="l">
              <a:lnSpc>
                <a:spcPts val="2550"/>
              </a:lnSpc>
              <a:spcAft>
                <a:spcPts val="1200"/>
              </a:spcAft>
              <a:buNone/>
            </a:pPr>
            <a:r>
              <a:rPr lang="ru-RU" b="1" dirty="0">
                <a:solidFill>
                  <a:srgbClr val="0F1115"/>
                </a:solidFill>
                <a:effectLst/>
                <a:latin typeface="quote-cjk-patch"/>
              </a:rPr>
              <a:t>AtkPath7: Манипуляция компьютерным зрением через GPS-спуфинг</a:t>
            </a:r>
          </a:p>
        </p:txBody>
      </p:sp>
      <p:sp>
        <p:nvSpPr>
          <p:cNvPr id="5" name="Rectangle 1">
            <a:extLst>
              <a:ext uri="{FF2B5EF4-FFF2-40B4-BE49-F238E27FC236}">
                <a16:creationId xmlns:a16="http://schemas.microsoft.com/office/drawing/2014/main" id="{C5F177D7-8646-4510-9ED5-AB11A77AB3E8}"/>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527CB88F-2572-1E5C-05CB-3D5CF1E24314}"/>
              </a:ext>
            </a:extLst>
          </p:cNvPr>
          <p:cNvPicPr>
            <a:picLocks noChangeAspect="1"/>
          </p:cNvPicPr>
          <p:nvPr/>
        </p:nvPicPr>
        <p:blipFill>
          <a:blip r:embed="rId3"/>
          <a:stretch>
            <a:fillRect/>
          </a:stretch>
        </p:blipFill>
        <p:spPr>
          <a:xfrm>
            <a:off x="364037" y="248094"/>
            <a:ext cx="771542" cy="866369"/>
          </a:xfrm>
          <a:prstGeom prst="rect">
            <a:avLst/>
          </a:prstGeom>
        </p:spPr>
      </p:pic>
      <p:sp>
        <p:nvSpPr>
          <p:cNvPr id="7" name="TextBox 6">
            <a:extLst>
              <a:ext uri="{FF2B5EF4-FFF2-40B4-BE49-F238E27FC236}">
                <a16:creationId xmlns:a16="http://schemas.microsoft.com/office/drawing/2014/main" id="{8F8B415F-7F66-7FFD-AB1E-98D1697BEA43}"/>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2" name="Рисунок 1">
            <a:extLst>
              <a:ext uri="{FF2B5EF4-FFF2-40B4-BE49-F238E27FC236}">
                <a16:creationId xmlns:a16="http://schemas.microsoft.com/office/drawing/2014/main" id="{CC6893FE-4CA2-D6AC-995A-2319309F796F}"/>
              </a:ext>
            </a:extLst>
          </p:cNvPr>
          <p:cNvPicPr>
            <a:picLocks noChangeAspect="1"/>
          </p:cNvPicPr>
          <p:nvPr/>
        </p:nvPicPr>
        <p:blipFill>
          <a:blip r:embed="rId4"/>
          <a:stretch>
            <a:fillRect/>
          </a:stretch>
        </p:blipFill>
        <p:spPr>
          <a:xfrm>
            <a:off x="1628775" y="534860"/>
            <a:ext cx="9222621" cy="5858171"/>
          </a:xfrm>
          <a:prstGeom prst="rect">
            <a:avLst/>
          </a:prstGeom>
        </p:spPr>
      </p:pic>
    </p:spTree>
    <p:extLst>
      <p:ext uri="{BB962C8B-B14F-4D97-AF65-F5344CB8AC3E}">
        <p14:creationId xmlns:p14="http://schemas.microsoft.com/office/powerpoint/2010/main" val="2383243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302A88-79EE-7234-C5EA-C14A48545884}"/>
              </a:ext>
            </a:extLst>
          </p:cNvPr>
          <p:cNvSpPr txBox="1"/>
          <p:nvPr/>
        </p:nvSpPr>
        <p:spPr>
          <a:xfrm>
            <a:off x="1230210" y="0"/>
            <a:ext cx="10597753" cy="1569660"/>
          </a:xfrm>
          <a:prstGeom prst="rect">
            <a:avLst/>
          </a:prstGeom>
          <a:noFill/>
        </p:spPr>
        <p:txBody>
          <a:bodyPr wrap="square">
            <a:spAutoFit/>
          </a:bodyPr>
          <a:lstStyle/>
          <a:p>
            <a:r>
              <a:rPr lang="ru-RU" sz="2400" b="1" dirty="0"/>
              <a:t>Атаки на уровне операционной системы: </a:t>
            </a:r>
            <a:r>
              <a:rPr lang="ru-RU" sz="2400" dirty="0"/>
              <a:t>атаки на уровне операционной системы нацелены на операционную систему устройства с целью использования уязвимостей, получения несанкционированного доступа или осуществления вредоносных действий.</a:t>
            </a:r>
          </a:p>
        </p:txBody>
      </p:sp>
      <p:sp>
        <p:nvSpPr>
          <p:cNvPr id="4" name="Rectangle 1">
            <a:extLst>
              <a:ext uri="{FF2B5EF4-FFF2-40B4-BE49-F238E27FC236}">
                <a16:creationId xmlns:a16="http://schemas.microsoft.com/office/drawing/2014/main" id="{144F4958-A3CB-EE08-1879-55A4935026B6}"/>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Рисунок 4">
            <a:extLst>
              <a:ext uri="{FF2B5EF4-FFF2-40B4-BE49-F238E27FC236}">
                <a16:creationId xmlns:a16="http://schemas.microsoft.com/office/drawing/2014/main" id="{1EEAF1E0-ED73-375D-BABD-4D4BA2DDF474}"/>
              </a:ext>
            </a:extLst>
          </p:cNvPr>
          <p:cNvPicPr>
            <a:picLocks noChangeAspect="1"/>
          </p:cNvPicPr>
          <p:nvPr/>
        </p:nvPicPr>
        <p:blipFill>
          <a:blip r:embed="rId3"/>
          <a:stretch>
            <a:fillRect/>
          </a:stretch>
        </p:blipFill>
        <p:spPr>
          <a:xfrm>
            <a:off x="364037" y="248094"/>
            <a:ext cx="771542" cy="866369"/>
          </a:xfrm>
          <a:prstGeom prst="rect">
            <a:avLst/>
          </a:prstGeom>
        </p:spPr>
      </p:pic>
      <p:sp>
        <p:nvSpPr>
          <p:cNvPr id="6" name="TextBox 5">
            <a:extLst>
              <a:ext uri="{FF2B5EF4-FFF2-40B4-BE49-F238E27FC236}">
                <a16:creationId xmlns:a16="http://schemas.microsoft.com/office/drawing/2014/main" id="{C609C487-764A-04EE-555E-0BFDACBE1C51}"/>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graphicFrame>
        <p:nvGraphicFramePr>
          <p:cNvPr id="9" name="Схема 8">
            <a:extLst>
              <a:ext uri="{FF2B5EF4-FFF2-40B4-BE49-F238E27FC236}">
                <a16:creationId xmlns:a16="http://schemas.microsoft.com/office/drawing/2014/main" id="{A1E8C5AD-0AC4-8775-F836-9914F2B162B2}"/>
              </a:ext>
            </a:extLst>
          </p:cNvPr>
          <p:cNvGraphicFramePr/>
          <p:nvPr>
            <p:extLst>
              <p:ext uri="{D42A27DB-BD31-4B8C-83A1-F6EECF244321}">
                <p14:modId xmlns:p14="http://schemas.microsoft.com/office/powerpoint/2010/main" val="1601269875"/>
              </p:ext>
            </p:extLst>
          </p:nvPr>
        </p:nvGraphicFramePr>
        <p:xfrm>
          <a:off x="26198" y="0"/>
          <a:ext cx="12192001" cy="91152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20310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00CCBF-2629-B932-B40B-353F3DB20150}"/>
              </a:ext>
            </a:extLst>
          </p:cNvPr>
          <p:cNvSpPr txBox="1"/>
          <p:nvPr/>
        </p:nvSpPr>
        <p:spPr>
          <a:xfrm>
            <a:off x="1031435" y="150019"/>
            <a:ext cx="6096000" cy="669414"/>
          </a:xfrm>
          <a:prstGeom prst="rect">
            <a:avLst/>
          </a:prstGeom>
          <a:noFill/>
        </p:spPr>
        <p:txBody>
          <a:bodyPr wrap="square">
            <a:spAutoFit/>
          </a:bodyPr>
          <a:lstStyle/>
          <a:p>
            <a:pPr algn="l">
              <a:lnSpc>
                <a:spcPts val="2250"/>
              </a:lnSpc>
              <a:spcBef>
                <a:spcPts val="2400"/>
              </a:spcBef>
              <a:spcAft>
                <a:spcPts val="1200"/>
              </a:spcAft>
              <a:buNone/>
            </a:pPr>
            <a:r>
              <a:rPr lang="ru-RU" b="1" dirty="0">
                <a:solidFill>
                  <a:schemeClr val="tx2">
                    <a:lumMod val="75000"/>
                  </a:schemeClr>
                </a:solidFill>
                <a:effectLst/>
                <a:latin typeface="quote-cjk-patch"/>
              </a:rPr>
              <a:t>Угрозы </a:t>
            </a:r>
            <a:r>
              <a:rPr lang="ru-RU" b="1" dirty="0" err="1">
                <a:solidFill>
                  <a:schemeClr val="tx2">
                    <a:lumMod val="75000"/>
                  </a:schemeClr>
                </a:solidFill>
                <a:effectLst/>
                <a:latin typeface="quote-cjk-patch"/>
              </a:rPr>
              <a:t>GenAI</a:t>
            </a:r>
            <a:r>
              <a:rPr lang="ru-RU" b="1" dirty="0">
                <a:solidFill>
                  <a:schemeClr val="tx2">
                    <a:lumMod val="75000"/>
                  </a:schemeClr>
                </a:solidFill>
                <a:effectLst/>
                <a:latin typeface="quote-cjk-patch"/>
              </a:rPr>
              <a:t> на программном уровне для КФС: От эксплуатации уязвимостей к генерации вредоносного ПО</a:t>
            </a:r>
          </a:p>
        </p:txBody>
      </p:sp>
      <p:pic>
        <p:nvPicPr>
          <p:cNvPr id="4" name="Рисунок 3">
            <a:extLst>
              <a:ext uri="{FF2B5EF4-FFF2-40B4-BE49-F238E27FC236}">
                <a16:creationId xmlns:a16="http://schemas.microsoft.com/office/drawing/2014/main" id="{A606DF6D-2624-D255-A16C-1CF7BDAEA99C}"/>
              </a:ext>
            </a:extLst>
          </p:cNvPr>
          <p:cNvPicPr>
            <a:picLocks noChangeAspect="1"/>
          </p:cNvPicPr>
          <p:nvPr/>
        </p:nvPicPr>
        <p:blipFill>
          <a:blip r:embed="rId3">
            <a:duotone>
              <a:schemeClr val="accent5">
                <a:shade val="45000"/>
                <a:satMod val="135000"/>
              </a:schemeClr>
              <a:prstClr val="white"/>
            </a:duotone>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t="3527" b="3913"/>
          <a:stretch>
            <a:fillRect/>
          </a:stretch>
        </p:blipFill>
        <p:spPr>
          <a:xfrm>
            <a:off x="7407965" y="593684"/>
            <a:ext cx="3752600" cy="5933011"/>
          </a:xfrm>
          <a:prstGeom prst="rect">
            <a:avLst/>
          </a:prstGeom>
        </p:spPr>
      </p:pic>
      <p:sp>
        <p:nvSpPr>
          <p:cNvPr id="8" name="TextBox 7">
            <a:extLst>
              <a:ext uri="{FF2B5EF4-FFF2-40B4-BE49-F238E27FC236}">
                <a16:creationId xmlns:a16="http://schemas.microsoft.com/office/drawing/2014/main" id="{C3F76A03-7DD3-8FAC-C01A-2CE6FEF042DE}"/>
              </a:ext>
            </a:extLst>
          </p:cNvPr>
          <p:cNvSpPr txBox="1"/>
          <p:nvPr/>
        </p:nvSpPr>
        <p:spPr>
          <a:xfrm>
            <a:off x="265043" y="1575030"/>
            <a:ext cx="6096000" cy="3970318"/>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ru-RU" dirty="0">
                <a:effectLst/>
              </a:rPr>
              <a:t>Программные атаки: Атаки на уровне программного обеспечения в </a:t>
            </a:r>
            <a:r>
              <a:rPr lang="ru-RU" dirty="0" err="1">
                <a:effectLst/>
              </a:rPr>
              <a:t>CPSs</a:t>
            </a:r>
            <a:r>
              <a:rPr lang="ru-RU" dirty="0">
                <a:effectLst/>
              </a:rPr>
              <a:t> используют уязвимости в программных компонентах, управляющих физическими процессами.</a:t>
            </a:r>
            <a:endParaRPr lang="en-US" dirty="0">
              <a:effectLst/>
            </a:endParaRPr>
          </a:p>
          <a:p>
            <a:endParaRPr lang="en-US" dirty="0"/>
          </a:p>
          <a:p>
            <a:r>
              <a:rPr lang="ru-RU" dirty="0">
                <a:effectLst/>
              </a:rPr>
              <a:t>Однако наиболее распространенный способ использования программного обеспечения - это использование разработчиками вредоносных программ моделей </a:t>
            </a:r>
            <a:r>
              <a:rPr lang="ru-RU" dirty="0" err="1">
                <a:effectLst/>
              </a:rPr>
              <a:t>GenAI</a:t>
            </a:r>
            <a:r>
              <a:rPr lang="ru-RU" dirty="0">
                <a:effectLst/>
              </a:rPr>
              <a:t> для создания вредоносных программ. </a:t>
            </a:r>
            <a:endParaRPr lang="en-US" dirty="0">
              <a:effectLst/>
            </a:endParaRPr>
          </a:p>
          <a:p>
            <a:endParaRPr lang="en-US" dirty="0">
              <a:effectLst/>
            </a:endParaRPr>
          </a:p>
          <a:p>
            <a:r>
              <a:rPr lang="ru-RU" dirty="0">
                <a:effectLst/>
              </a:rPr>
              <a:t>Эти атаки могут манипулировать логикой программного обеспечения, нарушать алгоритмы управления или внедрять вредоносный код, что приводит к несанкционированному управлению, краже данных или повреждению физической инфраструктуры. </a:t>
            </a:r>
            <a:endParaRPr lang="ru-RU" dirty="0"/>
          </a:p>
        </p:txBody>
      </p:sp>
      <p:sp>
        <p:nvSpPr>
          <p:cNvPr id="9" name="Rectangle 1">
            <a:extLst>
              <a:ext uri="{FF2B5EF4-FFF2-40B4-BE49-F238E27FC236}">
                <a16:creationId xmlns:a16="http://schemas.microsoft.com/office/drawing/2014/main" id="{6113A93E-D962-3217-CD16-9D3F97191FF5}"/>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Рисунок 9">
            <a:extLst>
              <a:ext uri="{FF2B5EF4-FFF2-40B4-BE49-F238E27FC236}">
                <a16:creationId xmlns:a16="http://schemas.microsoft.com/office/drawing/2014/main" id="{81780578-862D-6357-8051-C08739767C3C}"/>
              </a:ext>
            </a:extLst>
          </p:cNvPr>
          <p:cNvPicPr>
            <a:picLocks noChangeAspect="1"/>
          </p:cNvPicPr>
          <p:nvPr/>
        </p:nvPicPr>
        <p:blipFill>
          <a:blip r:embed="rId5"/>
          <a:stretch>
            <a:fillRect/>
          </a:stretch>
        </p:blipFill>
        <p:spPr>
          <a:xfrm>
            <a:off x="125497" y="150019"/>
            <a:ext cx="771542" cy="866369"/>
          </a:xfrm>
          <a:prstGeom prst="rect">
            <a:avLst/>
          </a:prstGeom>
        </p:spPr>
      </p:pic>
      <p:sp>
        <p:nvSpPr>
          <p:cNvPr id="11" name="TextBox 10">
            <a:extLst>
              <a:ext uri="{FF2B5EF4-FFF2-40B4-BE49-F238E27FC236}">
                <a16:creationId xmlns:a16="http://schemas.microsoft.com/office/drawing/2014/main" id="{0157D04C-E200-3AC4-3B85-9F3A47EF3F12}"/>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912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a:extLst>
              <a:ext uri="{FF2B5EF4-FFF2-40B4-BE49-F238E27FC236}">
                <a16:creationId xmlns:a16="http://schemas.microsoft.com/office/drawing/2014/main" id="{31A362ED-711E-7704-DE2F-E6C822707E29}"/>
              </a:ext>
            </a:extLst>
          </p:cNvPr>
          <p:cNvGraphicFramePr/>
          <p:nvPr>
            <p:extLst>
              <p:ext uri="{D42A27DB-BD31-4B8C-83A1-F6EECF244321}">
                <p14:modId xmlns:p14="http://schemas.microsoft.com/office/powerpoint/2010/main" val="3757664246"/>
              </p:ext>
            </p:extLst>
          </p:nvPr>
        </p:nvGraphicFramePr>
        <p:xfrm>
          <a:off x="344557" y="0"/>
          <a:ext cx="11582399" cy="5827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1">
            <a:extLst>
              <a:ext uri="{FF2B5EF4-FFF2-40B4-BE49-F238E27FC236}">
                <a16:creationId xmlns:a16="http://schemas.microsoft.com/office/drawing/2014/main" id="{46134DDD-B3AD-4AA6-9FE5-B276D4E72F4B}"/>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E8674D9C-D4E4-F1B4-71ED-7DBCA4D578B5}"/>
              </a:ext>
            </a:extLst>
          </p:cNvPr>
          <p:cNvPicPr>
            <a:picLocks noChangeAspect="1"/>
          </p:cNvPicPr>
          <p:nvPr/>
        </p:nvPicPr>
        <p:blipFill>
          <a:blip r:embed="rId8"/>
          <a:stretch>
            <a:fillRect/>
          </a:stretch>
        </p:blipFill>
        <p:spPr>
          <a:xfrm>
            <a:off x="125497" y="150019"/>
            <a:ext cx="771542" cy="866369"/>
          </a:xfrm>
          <a:prstGeom prst="rect">
            <a:avLst/>
          </a:prstGeom>
        </p:spPr>
      </p:pic>
      <p:sp>
        <p:nvSpPr>
          <p:cNvPr id="7" name="TextBox 6">
            <a:extLst>
              <a:ext uri="{FF2B5EF4-FFF2-40B4-BE49-F238E27FC236}">
                <a16:creationId xmlns:a16="http://schemas.microsoft.com/office/drawing/2014/main" id="{0EA2EA56-94D2-238C-7961-2397111E06B8}"/>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922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4BA43F3F-FCD0-2097-306A-DF3F835D8F9F}"/>
              </a:ext>
            </a:extLst>
          </p:cNvPr>
          <p:cNvPicPr>
            <a:picLocks noChangeAspect="1"/>
          </p:cNvPicPr>
          <p:nvPr/>
        </p:nvPicPr>
        <p:blipFill>
          <a:blip r:embed="rId3"/>
          <a:stretch>
            <a:fillRect/>
          </a:stretch>
        </p:blipFill>
        <p:spPr>
          <a:xfrm>
            <a:off x="0" y="1490972"/>
            <a:ext cx="12192000" cy="4476130"/>
          </a:xfrm>
          <a:prstGeom prst="rect">
            <a:avLst/>
          </a:prstGeom>
        </p:spPr>
      </p:pic>
      <p:sp>
        <p:nvSpPr>
          <p:cNvPr id="4" name="TextBox 3">
            <a:extLst>
              <a:ext uri="{FF2B5EF4-FFF2-40B4-BE49-F238E27FC236}">
                <a16:creationId xmlns:a16="http://schemas.microsoft.com/office/drawing/2014/main" id="{1612C58C-2CB1-C1DB-0F68-6910F94FCF2E}"/>
              </a:ext>
            </a:extLst>
          </p:cNvPr>
          <p:cNvSpPr txBox="1"/>
          <p:nvPr/>
        </p:nvSpPr>
        <p:spPr>
          <a:xfrm>
            <a:off x="1281964" y="398537"/>
            <a:ext cx="6207918" cy="523220"/>
          </a:xfrm>
          <a:prstGeom prst="rect">
            <a:avLst/>
          </a:prstGeom>
          <a:noFill/>
        </p:spPr>
        <p:txBody>
          <a:bodyPr wrap="square">
            <a:spAutoFit/>
          </a:bodyPr>
          <a:lstStyle/>
          <a:p>
            <a:r>
              <a:rPr lang="en-US" sz="2800" b="1" i="0" dirty="0">
                <a:solidFill>
                  <a:schemeClr val="tx2">
                    <a:lumMod val="75000"/>
                  </a:schemeClr>
                </a:solidFill>
                <a:effectLst/>
                <a:latin typeface="Roboto" panose="02000000000000000000" pitchFamily="2" charset="0"/>
              </a:rPr>
              <a:t>ATLAS Matrix</a:t>
            </a:r>
            <a:endParaRPr lang="ru-RU" sz="2800" b="1" dirty="0">
              <a:solidFill>
                <a:schemeClr val="tx2">
                  <a:lumMod val="75000"/>
                </a:schemeClr>
              </a:solidFill>
            </a:endParaRPr>
          </a:p>
        </p:txBody>
      </p:sp>
      <p:sp>
        <p:nvSpPr>
          <p:cNvPr id="5" name="Rectangle 1">
            <a:extLst>
              <a:ext uri="{FF2B5EF4-FFF2-40B4-BE49-F238E27FC236}">
                <a16:creationId xmlns:a16="http://schemas.microsoft.com/office/drawing/2014/main" id="{77D91694-00E9-5C25-CB4F-3510C68ABBEB}"/>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4716F31F-64C5-076A-7F96-73D40915588A}"/>
              </a:ext>
            </a:extLst>
          </p:cNvPr>
          <p:cNvPicPr>
            <a:picLocks noChangeAspect="1"/>
          </p:cNvPicPr>
          <p:nvPr/>
        </p:nvPicPr>
        <p:blipFill>
          <a:blip r:embed="rId4"/>
          <a:stretch>
            <a:fillRect/>
          </a:stretch>
        </p:blipFill>
        <p:spPr>
          <a:xfrm>
            <a:off x="125497" y="150019"/>
            <a:ext cx="771542" cy="866369"/>
          </a:xfrm>
          <a:prstGeom prst="rect">
            <a:avLst/>
          </a:prstGeom>
        </p:spPr>
      </p:pic>
      <p:sp>
        <p:nvSpPr>
          <p:cNvPr id="7" name="TextBox 6">
            <a:extLst>
              <a:ext uri="{FF2B5EF4-FFF2-40B4-BE49-F238E27FC236}">
                <a16:creationId xmlns:a16="http://schemas.microsoft.com/office/drawing/2014/main" id="{BA4C1782-E739-6876-3811-7B7C2B42F77A}"/>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1838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7554F0-D855-CE60-CC90-FB673D4F848D}"/>
              </a:ext>
            </a:extLst>
          </p:cNvPr>
          <p:cNvSpPr txBox="1"/>
          <p:nvPr/>
        </p:nvSpPr>
        <p:spPr>
          <a:xfrm>
            <a:off x="2103834" y="319772"/>
            <a:ext cx="9340453" cy="369332"/>
          </a:xfrm>
          <a:prstGeom prst="rect">
            <a:avLst/>
          </a:prstGeom>
          <a:noFill/>
        </p:spPr>
        <p:txBody>
          <a:bodyPr wrap="square">
            <a:spAutoFit/>
          </a:bodyPr>
          <a:lstStyle/>
          <a:p>
            <a:r>
              <a:rPr lang="ru-RU" b="0" i="0" dirty="0">
                <a:solidFill>
                  <a:schemeClr val="tx2">
                    <a:lumMod val="75000"/>
                  </a:schemeClr>
                </a:solidFill>
                <a:effectLst/>
                <a:latin typeface="Roboto" panose="02000000000000000000" pitchFamily="2" charset="0"/>
              </a:rPr>
              <a:t>Атака с использованием камеры на систему распознавания лиц</a:t>
            </a:r>
            <a:endParaRPr lang="ru-RU" dirty="0">
              <a:solidFill>
                <a:schemeClr val="tx2">
                  <a:lumMod val="75000"/>
                </a:schemeClr>
              </a:solidFill>
            </a:endParaRPr>
          </a:p>
        </p:txBody>
      </p:sp>
      <p:sp>
        <p:nvSpPr>
          <p:cNvPr id="4" name="Rectangle 1">
            <a:extLst>
              <a:ext uri="{FF2B5EF4-FFF2-40B4-BE49-F238E27FC236}">
                <a16:creationId xmlns:a16="http://schemas.microsoft.com/office/drawing/2014/main" id="{1F092EAB-DA70-7E21-ECC2-5CDEE541B2A6}"/>
              </a:ext>
            </a:extLst>
          </p:cNvPr>
          <p:cNvSpPr>
            <a:spLocks noChangeArrowheads="1"/>
          </p:cNvSpPr>
          <p:nvPr/>
        </p:nvSpPr>
        <p:spPr bwMode="auto">
          <a:xfrm>
            <a:off x="257174" y="951179"/>
            <a:ext cx="11187113"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latin typeface="Roboto" panose="02000000000000000000" pitchFamily="2" charset="0"/>
              </a:rPr>
              <a:t>Дата инцидента: </a:t>
            </a:r>
            <a:r>
              <a:rPr kumimoji="0" lang="ru-RU" altLang="ru-RU" sz="1400" b="1" i="0" u="none" strike="noStrike" cap="none" normalizeH="0" baseline="0" dirty="0">
                <a:ln>
                  <a:noFill/>
                </a:ln>
                <a:solidFill>
                  <a:schemeClr val="tx1"/>
                </a:solidFill>
                <a:effectLst/>
                <a:latin typeface="Roboto" panose="02000000000000000000" pitchFamily="2" charset="0"/>
              </a:rPr>
              <a:t>2020 </a:t>
            </a:r>
            <a:r>
              <a:rPr kumimoji="0" lang="ru-RU" altLang="ru-RU" sz="1400" b="0" i="0" u="none" strike="noStrike" cap="none" normalizeH="0" baseline="0" dirty="0">
                <a:ln>
                  <a:noFill/>
                </a:ln>
                <a:solidFill>
                  <a:schemeClr val="tx1"/>
                </a:solidFill>
                <a:effectLst/>
                <a:latin typeface="Roboto" panose="02000000000000000000" pitchFamily="2" charset="0"/>
              </a:rPr>
              <a:t>| Репортёр: </a:t>
            </a:r>
            <a:r>
              <a:rPr kumimoji="0" lang="ru-RU" altLang="ru-RU" sz="1400" b="1" i="0" u="none" strike="noStrike" cap="none" normalizeH="0" baseline="0" dirty="0">
                <a:ln>
                  <a:noFill/>
                </a:ln>
                <a:solidFill>
                  <a:schemeClr val="tx1"/>
                </a:solidFill>
                <a:effectLst/>
                <a:latin typeface="Roboto" panose="02000000000000000000" pitchFamily="2" charset="0"/>
              </a:rPr>
              <a:t>Команда </a:t>
            </a:r>
            <a:r>
              <a:rPr kumimoji="0" lang="ru-RU" altLang="ru-RU" sz="1400" b="1" i="0" u="none" strike="noStrike" cap="none" normalizeH="0" baseline="0" dirty="0" err="1">
                <a:ln>
                  <a:noFill/>
                </a:ln>
                <a:solidFill>
                  <a:schemeClr val="tx1"/>
                </a:solidFill>
                <a:effectLst/>
                <a:latin typeface="Roboto" panose="02000000000000000000" pitchFamily="2" charset="0"/>
              </a:rPr>
              <a:t>Ant</a:t>
            </a:r>
            <a:r>
              <a:rPr kumimoji="0" lang="ru-RU" altLang="ru-RU" sz="1400" b="1" i="0" u="none" strike="noStrike" cap="none" normalizeH="0" baseline="0" dirty="0">
                <a:ln>
                  <a:noFill/>
                </a:ln>
                <a:solidFill>
                  <a:schemeClr val="tx1"/>
                </a:solidFill>
                <a:effectLst/>
                <a:latin typeface="Roboto" panose="02000000000000000000" pitchFamily="2" charset="0"/>
              </a:rPr>
              <a:t> Group AISEC</a:t>
            </a:r>
            <a:br>
              <a:rPr kumimoji="0" lang="ru-RU" altLang="ru-RU" sz="1400" b="0" i="0" u="none" strike="noStrike" cap="none" normalizeH="0" baseline="0" dirty="0">
                <a:ln>
                  <a:noFill/>
                </a:ln>
                <a:solidFill>
                  <a:schemeClr val="tx1"/>
                </a:solidFill>
                <a:effectLst/>
                <a:latin typeface="Roboto" panose="02000000000000000000" pitchFamily="2" charset="0"/>
              </a:rPr>
            </a:br>
            <a:r>
              <a:rPr kumimoji="0" lang="ru-RU" altLang="ru-RU" sz="1400" b="0" i="0" u="none" strike="noStrike" cap="none" normalizeH="0" baseline="0" dirty="0">
                <a:ln>
                  <a:noFill/>
                </a:ln>
                <a:solidFill>
                  <a:schemeClr val="tx1"/>
                </a:solidFill>
                <a:effectLst/>
                <a:latin typeface="Roboto" panose="02000000000000000000" pitchFamily="2" charset="0"/>
              </a:rPr>
              <a:t>Действующие лица: </a:t>
            </a:r>
            <a:r>
              <a:rPr kumimoji="0" lang="ru-RU" altLang="ru-RU" sz="1400" b="1" i="0" u="none" strike="noStrike" cap="none" normalizeH="0" baseline="0" dirty="0">
                <a:ln>
                  <a:noFill/>
                </a:ln>
                <a:solidFill>
                  <a:schemeClr val="tx1"/>
                </a:solidFill>
                <a:effectLst/>
                <a:latin typeface="Roboto" panose="02000000000000000000" pitchFamily="2" charset="0"/>
              </a:rPr>
              <a:t>Два человека </a:t>
            </a:r>
            <a:r>
              <a:rPr kumimoji="0" lang="ru-RU" altLang="ru-RU" sz="1400" b="0" i="0" u="none" strike="noStrike" cap="none" normalizeH="0" baseline="0" dirty="0">
                <a:ln>
                  <a:noFill/>
                </a:ln>
                <a:solidFill>
                  <a:schemeClr val="tx1"/>
                </a:solidFill>
                <a:effectLst/>
                <a:latin typeface="Roboto" panose="02000000000000000000" pitchFamily="2" charset="0"/>
              </a:rPr>
              <a:t>| Цель: </a:t>
            </a:r>
            <a:r>
              <a:rPr kumimoji="0" lang="ru-RU" altLang="ru-RU" sz="1400" b="1" i="0" u="none" strike="noStrike" cap="none" normalizeH="0" baseline="0" dirty="0">
                <a:ln>
                  <a:noFill/>
                </a:ln>
                <a:solidFill>
                  <a:schemeClr val="tx1"/>
                </a:solidFill>
                <a:effectLst/>
                <a:latin typeface="Roboto" panose="02000000000000000000" pitchFamily="2" charset="0"/>
              </a:rPr>
              <a:t>Служба распознавания лиц налоговой службы Шанхая</a:t>
            </a:r>
            <a:endParaRPr kumimoji="0" lang="ru-RU" altLang="ru-RU" sz="1400" b="0" i="0" u="none" strike="noStrike" cap="none" normalizeH="0" baseline="0" dirty="0">
              <a:ln>
                <a:noFill/>
              </a:ln>
              <a:solidFill>
                <a:schemeClr val="tx1"/>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latin typeface="Roboto" panose="02000000000000000000" pitchFamily="2" charset="0"/>
              </a:rPr>
              <a:t>Краткие сведения</a:t>
            </a:r>
            <a:endParaRPr kumimoji="0" lang="ru-RU" altLang="ru-RU"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rPr>
              <a:t>Этот тип атаки с использованием камеры позволяет обойти традиционную модель аутентификации по распознаванию лиц в режиме реального времени и получить доступ к привилегированным системам, а также выдать себя за жертву.</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solidFill>
                  <a:schemeClr val="tx1"/>
                </a:solidFill>
                <a:effectLst/>
              </a:rPr>
              <a:t>Двое жителей Китая использовали эту атаку, чтобы получить доступ к налоговой системе местных органов власти. Они создали подставную компанию и отправляли счета через налоговую систему предполагаемым клиентам. Эти люди начали использовать эту схему в 2018 году и смогли мошенническим путём получить 77 миллионов долларов.</a:t>
            </a:r>
          </a:p>
        </p:txBody>
      </p:sp>
      <p:graphicFrame>
        <p:nvGraphicFramePr>
          <p:cNvPr id="7" name="Схема 6">
            <a:extLst>
              <a:ext uri="{FF2B5EF4-FFF2-40B4-BE49-F238E27FC236}">
                <a16:creationId xmlns:a16="http://schemas.microsoft.com/office/drawing/2014/main" id="{1ACEB010-6D96-CAAD-D7B3-35E716CD7355}"/>
              </a:ext>
            </a:extLst>
          </p:cNvPr>
          <p:cNvGraphicFramePr/>
          <p:nvPr>
            <p:extLst>
              <p:ext uri="{D42A27DB-BD31-4B8C-83A1-F6EECF244321}">
                <p14:modId xmlns:p14="http://schemas.microsoft.com/office/powerpoint/2010/main" val="4293015182"/>
              </p:ext>
            </p:extLst>
          </p:nvPr>
        </p:nvGraphicFramePr>
        <p:xfrm>
          <a:off x="-72736" y="1677847"/>
          <a:ext cx="12264736" cy="6136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1">
            <a:extLst>
              <a:ext uri="{FF2B5EF4-FFF2-40B4-BE49-F238E27FC236}">
                <a16:creationId xmlns:a16="http://schemas.microsoft.com/office/drawing/2014/main" id="{481BCED5-C756-7CB4-987F-985F0CBFCA35}"/>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Рисунок 8">
            <a:extLst>
              <a:ext uri="{FF2B5EF4-FFF2-40B4-BE49-F238E27FC236}">
                <a16:creationId xmlns:a16="http://schemas.microsoft.com/office/drawing/2014/main" id="{61AEDFE9-10D8-229C-5326-ED928D5E0DC2}"/>
              </a:ext>
            </a:extLst>
          </p:cNvPr>
          <p:cNvPicPr>
            <a:picLocks noChangeAspect="1"/>
          </p:cNvPicPr>
          <p:nvPr/>
        </p:nvPicPr>
        <p:blipFill>
          <a:blip r:embed="rId8"/>
          <a:stretch>
            <a:fillRect/>
          </a:stretch>
        </p:blipFill>
        <p:spPr>
          <a:xfrm>
            <a:off x="125497" y="150019"/>
            <a:ext cx="771542" cy="866369"/>
          </a:xfrm>
          <a:prstGeom prst="rect">
            <a:avLst/>
          </a:prstGeom>
        </p:spPr>
      </p:pic>
      <p:sp>
        <p:nvSpPr>
          <p:cNvPr id="10" name="TextBox 9">
            <a:extLst>
              <a:ext uri="{FF2B5EF4-FFF2-40B4-BE49-F238E27FC236}">
                <a16:creationId xmlns:a16="http://schemas.microsoft.com/office/drawing/2014/main" id="{D3243ED0-E46B-ABFD-BB6E-366B6CCE432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203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659636-8C8E-4387-5199-7DC34CBED1AF}"/>
              </a:ext>
            </a:extLst>
          </p:cNvPr>
          <p:cNvSpPr txBox="1"/>
          <p:nvPr/>
        </p:nvSpPr>
        <p:spPr>
          <a:xfrm>
            <a:off x="1349829" y="191185"/>
            <a:ext cx="6613071" cy="369332"/>
          </a:xfrm>
          <a:prstGeom prst="rect">
            <a:avLst/>
          </a:prstGeom>
          <a:noFill/>
        </p:spPr>
        <p:txBody>
          <a:bodyPr wrap="square">
            <a:spAutoFit/>
          </a:bodyPr>
          <a:lstStyle/>
          <a:p>
            <a:r>
              <a:rPr lang="ru-RU" sz="1800" b="1" kern="1200" dirty="0">
                <a:solidFill>
                  <a:schemeClr val="tx2">
                    <a:lumMod val="75000"/>
                  </a:schemeClr>
                </a:solidFill>
                <a:effectLst/>
                <a:latin typeface="+mn-lt"/>
                <a:ea typeface="+mn-ea"/>
                <a:cs typeface="+mn-cs"/>
              </a:rPr>
              <a:t>Выводы по анализу атак на системы ИИ и с использованием ИИ</a:t>
            </a:r>
          </a:p>
        </p:txBody>
      </p:sp>
      <p:graphicFrame>
        <p:nvGraphicFramePr>
          <p:cNvPr id="6" name="Схема 5">
            <a:extLst>
              <a:ext uri="{FF2B5EF4-FFF2-40B4-BE49-F238E27FC236}">
                <a16:creationId xmlns:a16="http://schemas.microsoft.com/office/drawing/2014/main" id="{B6BE47EF-9AE9-07DE-D19A-A4CB361B33B6}"/>
              </a:ext>
            </a:extLst>
          </p:cNvPr>
          <p:cNvGraphicFramePr/>
          <p:nvPr>
            <p:extLst>
              <p:ext uri="{D42A27DB-BD31-4B8C-83A1-F6EECF244321}">
                <p14:modId xmlns:p14="http://schemas.microsoft.com/office/powerpoint/2010/main" val="2556804485"/>
              </p:ext>
            </p:extLst>
          </p:nvPr>
        </p:nvGraphicFramePr>
        <p:xfrm>
          <a:off x="266699" y="837516"/>
          <a:ext cx="11195957" cy="58292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1">
            <a:extLst>
              <a:ext uri="{FF2B5EF4-FFF2-40B4-BE49-F238E27FC236}">
                <a16:creationId xmlns:a16="http://schemas.microsoft.com/office/drawing/2014/main" id="{0790DC0C-2DC0-EC01-0B2F-0D586B495232}"/>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Рисунок 7">
            <a:extLst>
              <a:ext uri="{FF2B5EF4-FFF2-40B4-BE49-F238E27FC236}">
                <a16:creationId xmlns:a16="http://schemas.microsoft.com/office/drawing/2014/main" id="{791B810D-3DEC-701E-416C-F25852CF25AC}"/>
              </a:ext>
            </a:extLst>
          </p:cNvPr>
          <p:cNvPicPr>
            <a:picLocks noChangeAspect="1"/>
          </p:cNvPicPr>
          <p:nvPr/>
        </p:nvPicPr>
        <p:blipFill>
          <a:blip r:embed="rId8"/>
          <a:stretch>
            <a:fillRect/>
          </a:stretch>
        </p:blipFill>
        <p:spPr>
          <a:xfrm>
            <a:off x="125497" y="150019"/>
            <a:ext cx="771542" cy="866369"/>
          </a:xfrm>
          <a:prstGeom prst="rect">
            <a:avLst/>
          </a:prstGeom>
        </p:spPr>
      </p:pic>
      <p:sp>
        <p:nvSpPr>
          <p:cNvPr id="9" name="TextBox 8">
            <a:extLst>
              <a:ext uri="{FF2B5EF4-FFF2-40B4-BE49-F238E27FC236}">
                <a16:creationId xmlns:a16="http://schemas.microsoft.com/office/drawing/2014/main" id="{67E13763-A77E-63BE-AE26-32E3EF29A53D}"/>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886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22960" y="1737360"/>
            <a:ext cx="10789920" cy="1463040"/>
          </a:xfrm>
          <a:prstGeom prst="rect">
            <a:avLst/>
          </a:prstGeom>
          <a:noFill/>
        </p:spPr>
        <p:txBody>
          <a:bodyPr wrap="none">
            <a:spAutoFit/>
          </a:bodyPr>
          <a:lstStyle/>
          <a:p>
            <a:pPr>
              <a:defRPr sz="4800" b="1">
                <a:solidFill>
                  <a:srgbClr val="0A1B3F"/>
                </a:solidFill>
              </a:defRPr>
            </a:pPr>
            <a:r>
              <a:t>Thank you!</a:t>
            </a:r>
          </a:p>
        </p:txBody>
      </p:sp>
      <p:sp>
        <p:nvSpPr>
          <p:cNvPr id="7" name="TextBox 6"/>
          <p:cNvSpPr txBox="1"/>
          <p:nvPr/>
        </p:nvSpPr>
        <p:spPr>
          <a:xfrm>
            <a:off x="822960" y="3291840"/>
            <a:ext cx="3644267" cy="1169551"/>
          </a:xfrm>
          <a:prstGeom prst="rect">
            <a:avLst/>
          </a:prstGeom>
          <a:noFill/>
        </p:spPr>
        <p:txBody>
          <a:bodyPr wrap="none">
            <a:spAutoFit/>
          </a:bodyPr>
          <a:lstStyle/>
          <a:p>
            <a:pPr>
              <a:defRPr sz="2600">
                <a:solidFill>
                  <a:srgbClr val="576683"/>
                </a:solidFill>
              </a:defRPr>
            </a:pPr>
            <a:r>
              <a:rPr dirty="0"/>
              <a:t>Questions?</a:t>
            </a:r>
          </a:p>
          <a:p>
            <a:pPr>
              <a:defRPr sz="2200">
                <a:solidFill>
                  <a:srgbClr val="0A1B3F"/>
                </a:solidFill>
              </a:defRPr>
            </a:pPr>
            <a:r>
              <a:rPr dirty="0"/>
              <a:t>Contact: </a:t>
            </a:r>
            <a:r>
              <a:rPr lang="en" sz="2200" dirty="0" err="1"/>
              <a:t>nn-cybersec@mail.ru</a:t>
            </a:r>
            <a:endParaRPr lang="en" sz="2200"/>
          </a:p>
          <a:p>
            <a:pPr>
              <a:defRPr sz="2200">
                <a:solidFill>
                  <a:srgbClr val="0A1B3F"/>
                </a:solidFill>
              </a:defRPr>
            </a:pPr>
            <a:endParaRPr dirty="0"/>
          </a:p>
        </p:txBody>
      </p:sp>
      <p:sp>
        <p:nvSpPr>
          <p:cNvPr id="9" name="Rectangle 2">
            <a:extLst>
              <a:ext uri="{FF2B5EF4-FFF2-40B4-BE49-F238E27FC236}">
                <a16:creationId xmlns:a16="http://schemas.microsoft.com/office/drawing/2014/main" id="{ECF6F05C-4B63-2BBF-47EF-F7B9CFB29B56}"/>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Рисунок 9">
            <a:extLst>
              <a:ext uri="{FF2B5EF4-FFF2-40B4-BE49-F238E27FC236}">
                <a16:creationId xmlns:a16="http://schemas.microsoft.com/office/drawing/2014/main" id="{B58A8803-AF82-47EA-8352-D9630D29D46C}"/>
              </a:ext>
            </a:extLst>
          </p:cNvPr>
          <p:cNvPicPr>
            <a:picLocks noChangeAspect="1"/>
          </p:cNvPicPr>
          <p:nvPr/>
        </p:nvPicPr>
        <p:blipFill>
          <a:blip r:embed="rId2"/>
          <a:stretch>
            <a:fillRect/>
          </a:stretch>
        </p:blipFill>
        <p:spPr>
          <a:xfrm>
            <a:off x="364037" y="248094"/>
            <a:ext cx="771542" cy="866369"/>
          </a:xfrm>
          <a:prstGeom prst="rect">
            <a:avLst/>
          </a:prstGeom>
        </p:spPr>
      </p:pic>
      <p:sp>
        <p:nvSpPr>
          <p:cNvPr id="11" name="Rectangle 1">
            <a:extLst>
              <a:ext uri="{FF2B5EF4-FFF2-40B4-BE49-F238E27FC236}">
                <a16:creationId xmlns:a16="http://schemas.microsoft.com/office/drawing/2014/main" id="{5E20A568-6344-5D99-3291-9D2E3CB972C8}"/>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09F8EF6-99DE-5C3E-E866-FBD150BEF4F9}"/>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3" name="Rectangle 3">
            <a:extLst>
              <a:ext uri="{FF2B5EF4-FFF2-40B4-BE49-F238E27FC236}">
                <a16:creationId xmlns:a16="http://schemas.microsoft.com/office/drawing/2014/main" id="{D7BCC32A-21BD-4284-B2D3-C6636C9F0F8E}"/>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751</TotalTime>
  <Words>12789</Words>
  <Application>Microsoft Office PowerPoint</Application>
  <PresentationFormat>Широкоэкранный</PresentationFormat>
  <Paragraphs>699</Paragraphs>
  <Slides>22</Slides>
  <Notes>20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22</vt:i4>
      </vt:variant>
    </vt:vector>
  </HeadingPairs>
  <TitlesOfParts>
    <vt:vector size="32" baseType="lpstr">
      <vt:lpstr>Aharoni</vt:lpstr>
      <vt:lpstr>Aptos</vt:lpstr>
      <vt:lpstr>Arial</vt:lpstr>
      <vt:lpstr>Calibri</vt:lpstr>
      <vt:lpstr>Menlo</vt:lpstr>
      <vt:lpstr>quote-cjk-patch</vt:lpstr>
      <vt:lpstr>Roboto</vt:lpstr>
      <vt:lpstr>Saira</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keywords/>
  <dc:description>generated using python-pptx</dc:description>
  <cp:lastModifiedBy>Басан Елена Сергеевна</cp:lastModifiedBy>
  <cp:revision>5</cp:revision>
  <dcterms:created xsi:type="dcterms:W3CDTF">2013-01-27T09:14:16Z</dcterms:created>
  <dcterms:modified xsi:type="dcterms:W3CDTF">2025-11-24T07:15:31Z</dcterms:modified>
  <cp:category/>
</cp:coreProperties>
</file>